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5.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6.xml" ContentType="application/vnd.openxmlformats-officedocument.theme+xml"/>
  <Override PartName="/ppt/slideLayouts/slideLayout21.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media/image26.svg" ContentType="image/svg"/>
  <Override PartName="/ppt/media/image28.svg" ContentType="image/svg"/>
  <Override PartName="/ppt/media/image30.svg" ContentType="image/svg"/>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 id="2147483689" r:id="rId2"/>
    <p:sldMasterId id="2147483692" r:id="rId3"/>
    <p:sldMasterId id="2147483676" r:id="rId4"/>
    <p:sldMasterId id="2147483660" r:id="rId5"/>
    <p:sldMasterId id="2147483694" r:id="rId6"/>
    <p:sldMasterId id="2147483679" r:id="rId7"/>
  </p:sldMasterIdLst>
  <p:notesMasterIdLst>
    <p:notesMasterId r:id="rId59"/>
  </p:notesMasterIdLst>
  <p:handoutMasterIdLst>
    <p:handoutMasterId r:id="rId60"/>
  </p:handoutMasterIdLst>
  <p:sldIdLst>
    <p:sldId id="257" r:id="rId8"/>
    <p:sldId id="265" r:id="rId9"/>
    <p:sldId id="266" r:id="rId10"/>
    <p:sldId id="267" r:id="rId11"/>
    <p:sldId id="269" r:id="rId12"/>
    <p:sldId id="270" r:id="rId13"/>
    <p:sldId id="275" r:id="rId14"/>
    <p:sldId id="268" r:id="rId15"/>
    <p:sldId id="280" r:id="rId16"/>
    <p:sldId id="271" r:id="rId17"/>
    <p:sldId id="272" r:id="rId18"/>
    <p:sldId id="278" r:id="rId19"/>
    <p:sldId id="273" r:id="rId20"/>
    <p:sldId id="279" r:id="rId21"/>
    <p:sldId id="277" r:id="rId22"/>
    <p:sldId id="281" r:id="rId23"/>
    <p:sldId id="276" r:id="rId24"/>
    <p:sldId id="274" r:id="rId25"/>
    <p:sldId id="282" r:id="rId26"/>
    <p:sldId id="283" r:id="rId27"/>
    <p:sldId id="284" r:id="rId28"/>
    <p:sldId id="285" r:id="rId29"/>
    <p:sldId id="286" r:id="rId30"/>
    <p:sldId id="287" r:id="rId31"/>
    <p:sldId id="288" r:id="rId32"/>
    <p:sldId id="289" r:id="rId33"/>
    <p:sldId id="292" r:id="rId34"/>
    <p:sldId id="290" r:id="rId35"/>
    <p:sldId id="293" r:id="rId36"/>
    <p:sldId id="291" r:id="rId37"/>
    <p:sldId id="296" r:id="rId38"/>
    <p:sldId id="297" r:id="rId39"/>
    <p:sldId id="299" r:id="rId40"/>
    <p:sldId id="311" r:id="rId41"/>
    <p:sldId id="312" r:id="rId42"/>
    <p:sldId id="298" r:id="rId43"/>
    <p:sldId id="317" r:id="rId44"/>
    <p:sldId id="302" r:id="rId45"/>
    <p:sldId id="301" r:id="rId46"/>
    <p:sldId id="305" r:id="rId47"/>
    <p:sldId id="304" r:id="rId48"/>
    <p:sldId id="306" r:id="rId49"/>
    <p:sldId id="308" r:id="rId50"/>
    <p:sldId id="309" r:id="rId51"/>
    <p:sldId id="307" r:id="rId52"/>
    <p:sldId id="310" r:id="rId53"/>
    <p:sldId id="313" r:id="rId54"/>
    <p:sldId id="314" r:id="rId55"/>
    <p:sldId id="315" r:id="rId56"/>
    <p:sldId id="318" r:id="rId57"/>
    <p:sldId id="316" r:id="rId5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CFE"/>
    <a:srgbClr val="FDFC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53" autoAdjust="0"/>
    <p:restoredTop sz="72614" autoAdjust="0"/>
  </p:normalViewPr>
  <p:slideViewPr>
    <p:cSldViewPr snapToGrid="0" showGuides="1">
      <p:cViewPr>
        <p:scale>
          <a:sx n="75" d="100"/>
          <a:sy n="75" d="100"/>
        </p:scale>
        <p:origin x="485" y="43"/>
      </p:cViewPr>
      <p:guideLst>
        <p:guide orient="horz" pos="2160"/>
        <p:guide pos="3840"/>
      </p:guideLst>
    </p:cSldViewPr>
  </p:slideViewPr>
  <p:notesTextViewPr>
    <p:cViewPr>
      <p:scale>
        <a:sx n="1" d="1"/>
        <a:sy n="1" d="1"/>
      </p:scale>
      <p:origin x="0" y="0"/>
    </p:cViewPr>
  </p:notesTextViewPr>
  <p:notesViewPr>
    <p:cSldViewPr snapToGrid="0" showGuides="1">
      <p:cViewPr varScale="1">
        <p:scale>
          <a:sx n="71" d="100"/>
          <a:sy n="71" d="100"/>
        </p:scale>
        <p:origin x="2299" y="29"/>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5" Type="http://schemas.openxmlformats.org/officeDocument/2006/relationships/slideMaster" Target="slideMasters/slideMaster5.xml"/><Relationship Id="rId61" Type="http://schemas.openxmlformats.org/officeDocument/2006/relationships/presProps" Target="presProps.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tableStyles" Target="tableStyles.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notesMaster" Target="notesMasters/notesMaster1.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2200" b="1" i="0" u="none" strike="noStrike" kern="1200" baseline="0">
                <a:solidFill>
                  <a:schemeClr val="dk1">
                    <a:lumMod val="65000"/>
                    <a:lumOff val="35000"/>
                  </a:schemeClr>
                </a:solidFill>
                <a:latin typeface="+mn-lt"/>
                <a:ea typeface="+mn-ea"/>
                <a:cs typeface="+mn-cs"/>
              </a:defRPr>
            </a:pPr>
            <a:r>
              <a:rPr lang="en-US" sz="2000" b="1" dirty="0"/>
              <a:t>Attack Type Distribution</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65000"/>
                  <a:lumOff val="35000"/>
                </a:schemeClr>
              </a:solidFill>
              <a:latin typeface="+mn-lt"/>
              <a:ea typeface="+mn-ea"/>
              <a:cs typeface="+mn-cs"/>
            </a:defRPr>
          </a:pPr>
          <a:endParaRPr lang="en-US"/>
        </a:p>
      </c:txPr>
    </c:title>
    <c:autoTitleDeleted val="0"/>
    <c:plotArea>
      <c:layout>
        <c:manualLayout>
          <c:layoutTarget val="inner"/>
          <c:xMode val="edge"/>
          <c:yMode val="edge"/>
          <c:x val="0.36191792557190045"/>
          <c:y val="0.13580984513866631"/>
          <c:w val="0.27616399337981556"/>
          <c:h val="0.43034389590403294"/>
        </c:manualLayout>
      </c:layout>
      <c:pieChart>
        <c:varyColors val="1"/>
        <c:ser>
          <c:idx val="0"/>
          <c:order val="0"/>
          <c:tx>
            <c:strRef>
              <c:f>Sheet1!$B$1</c:f>
              <c:strCache>
                <c:ptCount val="1"/>
                <c:pt idx="0">
                  <c:v>Sales</c:v>
                </c:pt>
              </c:strCache>
            </c:strRef>
          </c:tx>
          <c:explosion val="3"/>
          <c:dPt>
            <c:idx val="0"/>
            <c:bubble3D val="0"/>
            <c:spPr>
              <a:solidFill>
                <a:schemeClr val="accent4">
                  <a:shade val="5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1-584B-4470-9EB8-07B9AF64E827}"/>
              </c:ext>
            </c:extLst>
          </c:dPt>
          <c:dPt>
            <c:idx val="1"/>
            <c:bubble3D val="0"/>
            <c:spPr>
              <a:solidFill>
                <a:schemeClr val="accent4">
                  <a:shade val="7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3-584B-4470-9EB8-07B9AF64E827}"/>
              </c:ext>
            </c:extLst>
          </c:dPt>
          <c:dPt>
            <c:idx val="2"/>
            <c:bubble3D val="0"/>
            <c:spPr>
              <a:solidFill>
                <a:schemeClr val="accent4">
                  <a:shade val="9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5-584B-4470-9EB8-07B9AF64E827}"/>
              </c:ext>
            </c:extLst>
          </c:dPt>
          <c:dPt>
            <c:idx val="3"/>
            <c:bubble3D val="0"/>
            <c:spPr>
              <a:solidFill>
                <a:schemeClr val="accent4">
                  <a:tint val="9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7-584B-4470-9EB8-07B9AF64E827}"/>
              </c:ext>
            </c:extLst>
          </c:dPt>
          <c:dPt>
            <c:idx val="4"/>
            <c:bubble3D val="0"/>
            <c:spPr>
              <a:solidFill>
                <a:schemeClr val="accent4">
                  <a:tint val="7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9-584B-4470-9EB8-07B9AF64E827}"/>
              </c:ext>
            </c:extLst>
          </c:dPt>
          <c:dPt>
            <c:idx val="5"/>
            <c:bubble3D val="0"/>
            <c:spPr>
              <a:solidFill>
                <a:schemeClr val="accent4">
                  <a:tint val="5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B-584B-4470-9EB8-07B9AF64E827}"/>
              </c:ext>
            </c:extLst>
          </c:dPt>
          <c:dLbls>
            <c:dLbl>
              <c:idx val="3"/>
              <c:layout>
                <c:manualLayout>
                  <c:x val="2.8938352836549937E-2"/>
                  <c:y val="0.12546823148836619"/>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584B-4470-9EB8-07B9AF64E827}"/>
                </c:ext>
              </c:extLst>
            </c:dLbl>
            <c:dLbl>
              <c:idx val="4"/>
              <c:layout>
                <c:manualLayout>
                  <c:x val="1.4998962195139964E-2"/>
                  <c:y val="5.2210551716669072E-2"/>
                </c:manualLayout>
              </c:layout>
              <c:tx>
                <c:rich>
                  <a:bodyPr/>
                  <a:lstStyle/>
                  <a:p>
                    <a:r>
                      <a:rPr lang="en-US" dirty="0"/>
                      <a:t>2.99%</a:t>
                    </a:r>
                  </a:p>
                </c:rich>
              </c:tx>
              <c:dLblPos val="bestFit"/>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9-584B-4470-9EB8-07B9AF64E827}"/>
                </c:ext>
              </c:extLst>
            </c:dLbl>
            <c:dLbl>
              <c:idx val="5"/>
              <c:layout>
                <c:manualLayout>
                  <c:x val="6.124199199452094E-2"/>
                  <c:y val="9.2278156820873855E-2"/>
                </c:manualLayout>
              </c:layout>
              <c:tx>
                <c:rich>
                  <a:bodyPr rot="0" spcFirstLastPara="1" vertOverflow="ellipsis" vert="horz" wrap="square" lIns="38100" tIns="19050" rIns="38100" bIns="19050" anchor="ctr" anchorCtr="1">
                    <a:spAutoFit/>
                  </a:bodyPr>
                  <a:lstStyle/>
                  <a:p>
                    <a:pPr rtl="0">
                      <a:defRPr sz="1197" b="1" i="0" u="none" strike="noStrike" kern="1200" baseline="0">
                        <a:solidFill>
                          <a:schemeClr val="lt1"/>
                        </a:solidFill>
                        <a:latin typeface="+mn-lt"/>
                        <a:ea typeface="+mn-ea"/>
                        <a:cs typeface="+mn-cs"/>
                      </a:defRPr>
                    </a:pPr>
                    <a:r>
                      <a:rPr lang="en-US" dirty="0"/>
                      <a:t>&lt; 0.01</a:t>
                    </a:r>
                    <a:r>
                      <a:rPr lang="en-US" sz="1000" b="1" i="0" u="none" strike="noStrike" kern="1200" baseline="0" dirty="0">
                        <a:solidFill>
                          <a:srgbClr val="FFFFFF"/>
                        </a:solidFill>
                      </a:rPr>
                      <a:t>%</a:t>
                    </a:r>
                    <a:r>
                      <a:rPr lang="en-US" dirty="0"/>
                      <a:t> </a:t>
                    </a:r>
                  </a:p>
                </c:rich>
              </c:tx>
              <c:spPr>
                <a:solidFill>
                  <a:schemeClr val="tx1">
                    <a:lumMod val="75000"/>
                  </a:schemeClr>
                </a:solidFill>
                <a:ln>
                  <a:noFill/>
                </a:ln>
                <a:effectLst/>
              </c:spPr>
              <c:txPr>
                <a:bodyPr rot="0" spcFirstLastPara="1" vertOverflow="ellipsis" vert="horz" wrap="square" lIns="38100" tIns="19050" rIns="38100" bIns="19050" anchor="ctr" anchorCtr="1">
                  <a:spAutoFit/>
                </a:bodyPr>
                <a:lstStyle/>
                <a:p>
                  <a:pPr rtl="0">
                    <a:defRPr sz="1197" b="1" i="0" u="none" strike="noStrike" kern="1200" baseline="0">
                      <a:solidFill>
                        <a:schemeClr val="lt1"/>
                      </a:solidFill>
                      <a:latin typeface="+mn-lt"/>
                      <a:ea typeface="+mn-ea"/>
                      <a:cs typeface="+mn-cs"/>
                    </a:defRPr>
                  </a:pPr>
                  <a:endParaRPr lang="de-DE"/>
                </a:p>
              </c:txPr>
              <c:dLblPos val="bestFit"/>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B-584B-4470-9EB8-07B9AF64E827}"/>
                </c:ext>
              </c:extLst>
            </c:dLbl>
            <c:spPr>
              <a:solidFill>
                <a:schemeClr val="tx1">
                  <a:lumMod val="75000"/>
                </a:schemeClr>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de-DE"/>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WaterTankOn/Off (Flooding)</c:v>
                </c:pt>
                <c:pt idx="1">
                  <c:v>ConveyorBeltOn/Off (Flooding)</c:v>
                </c:pt>
                <c:pt idx="2">
                  <c:v>ReactorOn/Off (Flooding)</c:v>
                </c:pt>
                <c:pt idx="3">
                  <c:v>ConveyorBeltChangeDirection (Flooding)</c:v>
                </c:pt>
                <c:pt idx="4">
                  <c:v>ChangeThreshold (Flooding)</c:v>
                </c:pt>
                <c:pt idx="5">
                  <c:v>Rare attacks (EmergencyStop, GlobalReset, ConveyorBeltReset)</c:v>
                </c:pt>
              </c:strCache>
            </c:strRef>
          </c:cat>
          <c:val>
            <c:numRef>
              <c:f>Sheet1!$B$2:$B$7</c:f>
              <c:numCache>
                <c:formatCode>0.00%</c:formatCode>
                <c:ptCount val="6"/>
                <c:pt idx="0">
                  <c:v>0.46700000000000003</c:v>
                </c:pt>
                <c:pt idx="1">
                  <c:v>0.26300000000000001</c:v>
                </c:pt>
                <c:pt idx="2">
                  <c:v>0.20799999999999999</c:v>
                </c:pt>
                <c:pt idx="3">
                  <c:v>3.3000000000000002E-2</c:v>
                </c:pt>
                <c:pt idx="4">
                  <c:v>2.9000000000000001E-2</c:v>
                </c:pt>
                <c:pt idx="5">
                  <c:v>1E-4</c:v>
                </c:pt>
              </c:numCache>
            </c:numRef>
          </c:val>
          <c:extLst>
            <c:ext xmlns:c16="http://schemas.microsoft.com/office/drawing/2014/chart" uri="{C3380CC4-5D6E-409C-BE32-E72D297353CC}">
              <c16:uniqueId val="{0000000C-584B-4470-9EB8-07B9AF64E827}"/>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b"/>
      <c:overlay val="0"/>
      <c:spPr>
        <a:solidFill>
          <a:schemeClr val="lt1">
            <a:alpha val="78000"/>
          </a:schemeClr>
        </a:solid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dirty="0"/>
              <a:t>Class Distribution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de-DE"/>
        </a:p>
      </c:txPr>
    </c:title>
    <c:autoTitleDeleted val="0"/>
    <c:plotArea>
      <c:layout>
        <c:manualLayout>
          <c:layoutTarget val="inner"/>
          <c:xMode val="edge"/>
          <c:yMode val="edge"/>
          <c:x val="0.27273084970978406"/>
          <c:y val="0.17117232643210711"/>
          <c:w val="0.42646523753756183"/>
          <c:h val="0.65449359966645604"/>
        </c:manualLayout>
      </c:layout>
      <c:pieChart>
        <c:varyColors val="1"/>
        <c:ser>
          <c:idx val="0"/>
          <c:order val="0"/>
          <c:tx>
            <c:strRef>
              <c:f>Sheet1!$B$1</c:f>
              <c:strCache>
                <c:ptCount val="1"/>
                <c:pt idx="0">
                  <c:v>Packet Type</c:v>
                </c:pt>
              </c:strCache>
            </c:strRef>
          </c:tx>
          <c:spPr>
            <a:solidFill>
              <a:schemeClr val="accent4"/>
            </a:solidFill>
          </c:spPr>
          <c:explosion val="1"/>
          <c:dPt>
            <c:idx val="0"/>
            <c:bubble3D val="0"/>
            <c:spPr>
              <a:solidFill>
                <a:schemeClr val="accent4"/>
              </a:solidFill>
              <a:ln w="19050">
                <a:solidFill>
                  <a:schemeClr val="lt1"/>
                </a:solidFill>
              </a:ln>
              <a:effectLst/>
            </c:spPr>
            <c:extLst>
              <c:ext xmlns:c16="http://schemas.microsoft.com/office/drawing/2014/chart" uri="{C3380CC4-5D6E-409C-BE32-E72D297353CC}">
                <c16:uniqueId val="{00000001-642E-45E6-A5AE-DB3405140243}"/>
              </c:ext>
            </c:extLst>
          </c:dPt>
          <c:dPt>
            <c:idx val="1"/>
            <c:bubble3D val="0"/>
            <c:spPr>
              <a:solidFill>
                <a:schemeClr val="bg2"/>
              </a:solidFill>
              <a:ln w="19050">
                <a:solidFill>
                  <a:schemeClr val="lt1"/>
                </a:solidFill>
              </a:ln>
              <a:effectLst/>
            </c:spPr>
            <c:extLst>
              <c:ext xmlns:c16="http://schemas.microsoft.com/office/drawing/2014/chart" uri="{C3380CC4-5D6E-409C-BE32-E72D297353CC}">
                <c16:uniqueId val="{00000003-642E-45E6-A5AE-DB3405140243}"/>
              </c:ext>
            </c:extLst>
          </c:dPt>
          <c:cat>
            <c:strRef>
              <c:f>Sheet1!$A$2:$A$3</c:f>
              <c:strCache>
                <c:ptCount val="2"/>
                <c:pt idx="0">
                  <c:v>Attack (85%)</c:v>
                </c:pt>
                <c:pt idx="1">
                  <c:v>Benign (15 %)</c:v>
                </c:pt>
              </c:strCache>
            </c:strRef>
          </c:cat>
          <c:val>
            <c:numRef>
              <c:f>Sheet1!$B$2:$B$3</c:f>
              <c:numCache>
                <c:formatCode>General</c:formatCode>
                <c:ptCount val="2"/>
                <c:pt idx="0">
                  <c:v>85.1</c:v>
                </c:pt>
                <c:pt idx="1">
                  <c:v>14.9</c:v>
                </c:pt>
              </c:numCache>
            </c:numRef>
          </c:val>
          <c:extLst>
            <c:ext xmlns:c16="http://schemas.microsoft.com/office/drawing/2014/chart" uri="{C3380CC4-5D6E-409C-BE32-E72D297353CC}">
              <c16:uniqueId val="{00000004-642E-45E6-A5AE-DB3405140243}"/>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withinLinear" id="17">
  <a:schemeClr val="accent4"/>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0624136-4DF3-4E65-A824-030C003959D6}" type="doc">
      <dgm:prSet loTypeId="urn:microsoft.com/office/officeart/2018/2/layout/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5C7334D9-487C-4EA0-BF25-5B0D5A6617BC}">
      <dgm:prSet/>
      <dgm:spPr/>
      <dgm:t>
        <a:bodyPr/>
        <a:lstStyle/>
        <a:p>
          <a:pPr>
            <a:lnSpc>
              <a:spcPct val="100000"/>
            </a:lnSpc>
            <a:defRPr b="1"/>
          </a:pPr>
          <a:r>
            <a:rPr lang="de-DE"/>
            <a:t>Provided</a:t>
          </a:r>
          <a:endParaRPr lang="en-US" dirty="0"/>
        </a:p>
      </dgm:t>
    </dgm:pt>
    <dgm:pt modelId="{581D36F8-EA6F-45F7-9BE5-D96636110B18}" type="parTrans" cxnId="{FF59E971-7E69-4D7B-A028-483A1667B482}">
      <dgm:prSet/>
      <dgm:spPr/>
      <dgm:t>
        <a:bodyPr/>
        <a:lstStyle/>
        <a:p>
          <a:endParaRPr lang="en-US"/>
        </a:p>
      </dgm:t>
    </dgm:pt>
    <dgm:pt modelId="{BF6FF711-8F7D-4DE1-AB79-ED67A51BB44A}" type="sibTrans" cxnId="{FF59E971-7E69-4D7B-A028-483A1667B482}">
      <dgm:prSet/>
      <dgm:spPr/>
      <dgm:t>
        <a:bodyPr/>
        <a:lstStyle/>
        <a:p>
          <a:endParaRPr lang="en-US"/>
        </a:p>
      </dgm:t>
    </dgm:pt>
    <dgm:pt modelId="{F98317ED-D348-4DA9-88C4-80321C3A48D1}">
      <dgm:prSet/>
      <dgm:spPr/>
      <dgm:t>
        <a:bodyPr/>
        <a:lstStyle/>
        <a:p>
          <a:pPr>
            <a:lnSpc>
              <a:spcPct val="100000"/>
            </a:lnSpc>
            <a:defRPr b="1"/>
          </a:pPr>
          <a:r>
            <a:rPr lang="de-DE"/>
            <a:t>Metadata</a:t>
          </a:r>
          <a:endParaRPr lang="en-US" dirty="0"/>
        </a:p>
      </dgm:t>
    </dgm:pt>
    <dgm:pt modelId="{B1314391-9418-4D32-A76C-CB159D4B6DAC}" type="parTrans" cxnId="{E657EDF1-013D-4E7B-BEE0-490395494CA3}">
      <dgm:prSet/>
      <dgm:spPr/>
      <dgm:t>
        <a:bodyPr/>
        <a:lstStyle/>
        <a:p>
          <a:endParaRPr lang="en-US"/>
        </a:p>
      </dgm:t>
    </dgm:pt>
    <dgm:pt modelId="{9ECE3046-40BA-42BA-88CC-FC845AEF5FD5}" type="sibTrans" cxnId="{E657EDF1-013D-4E7B-BEE0-490395494CA3}">
      <dgm:prSet/>
      <dgm:spPr/>
      <dgm:t>
        <a:bodyPr/>
        <a:lstStyle/>
        <a:p>
          <a:endParaRPr lang="en-US"/>
        </a:p>
      </dgm:t>
    </dgm:pt>
    <dgm:pt modelId="{DC8A0851-7FDE-4CC9-BC8D-CB5EB4043BA8}">
      <dgm:prSet/>
      <dgm:spPr/>
      <dgm:t>
        <a:bodyPr/>
        <a:lstStyle/>
        <a:p>
          <a:pPr>
            <a:lnSpc>
              <a:spcPct val="100000"/>
            </a:lnSpc>
            <a:defRPr b="1"/>
          </a:pPr>
          <a:r>
            <a:rPr lang="de-DE" dirty="0"/>
            <a:t>Labels</a:t>
          </a:r>
          <a:endParaRPr lang="en-US" dirty="0"/>
        </a:p>
      </dgm:t>
    </dgm:pt>
    <dgm:pt modelId="{51D8D62E-C33F-4189-B946-C6FAA5DFA9FD}" type="parTrans" cxnId="{AFADBC36-C66B-433F-BBB6-F0B2E63C98F4}">
      <dgm:prSet/>
      <dgm:spPr/>
      <dgm:t>
        <a:bodyPr/>
        <a:lstStyle/>
        <a:p>
          <a:endParaRPr lang="en-US"/>
        </a:p>
      </dgm:t>
    </dgm:pt>
    <dgm:pt modelId="{131E2B1C-1AEB-4826-9BAF-322F6A6FFF13}" type="sibTrans" cxnId="{AFADBC36-C66B-433F-BBB6-F0B2E63C98F4}">
      <dgm:prSet/>
      <dgm:spPr/>
      <dgm:t>
        <a:bodyPr/>
        <a:lstStyle/>
        <a:p>
          <a:endParaRPr lang="en-US"/>
        </a:p>
      </dgm:t>
    </dgm:pt>
    <dgm:pt modelId="{69204F2B-F213-401D-9F9C-69DEA77C812A}">
      <dgm:prSet/>
      <dgm:spPr/>
      <dgm:t>
        <a:bodyPr/>
        <a:lstStyle/>
        <a:p>
          <a:pPr>
            <a:lnSpc>
              <a:spcPct val="100000"/>
            </a:lnSpc>
            <a:defRPr b="1"/>
          </a:pPr>
          <a:r>
            <a:rPr lang="de-DE"/>
            <a:t>Raw Dataset Representation</a:t>
          </a:r>
          <a:endParaRPr lang="en-US"/>
        </a:p>
      </dgm:t>
    </dgm:pt>
    <dgm:pt modelId="{480374E6-B1E9-4F5D-BE99-F5360848C5BF}" type="parTrans" cxnId="{86E615B4-EBBD-4207-968A-F2C3365D5298}">
      <dgm:prSet/>
      <dgm:spPr/>
      <dgm:t>
        <a:bodyPr/>
        <a:lstStyle/>
        <a:p>
          <a:endParaRPr lang="en-US"/>
        </a:p>
      </dgm:t>
    </dgm:pt>
    <dgm:pt modelId="{277439CA-97BF-4B57-82A0-3ED7E6127ED2}" type="sibTrans" cxnId="{86E615B4-EBBD-4207-968A-F2C3365D5298}">
      <dgm:prSet/>
      <dgm:spPr/>
      <dgm:t>
        <a:bodyPr/>
        <a:lstStyle/>
        <a:p>
          <a:endParaRPr lang="en-US"/>
        </a:p>
      </dgm:t>
    </dgm:pt>
    <dgm:pt modelId="{5893B2F6-5857-4685-8193-1D8AE0024AC2}">
      <dgm:prSet/>
      <dgm:spPr/>
      <dgm:t>
        <a:bodyPr/>
        <a:lstStyle/>
        <a:p>
          <a:pPr>
            <a:lnSpc>
              <a:spcPct val="100000"/>
            </a:lnSpc>
          </a:pPr>
          <a:r>
            <a:rPr lang="de-DE" dirty="0"/>
            <a:t>Extract all packets</a:t>
          </a:r>
          <a:endParaRPr lang="en-US" dirty="0"/>
        </a:p>
      </dgm:t>
    </dgm:pt>
    <dgm:pt modelId="{9D34D938-A501-42F4-80E0-D36D2897DB5C}" type="parTrans" cxnId="{68595602-11CE-44AB-AED2-9F3607841827}">
      <dgm:prSet/>
      <dgm:spPr/>
      <dgm:t>
        <a:bodyPr/>
        <a:lstStyle/>
        <a:p>
          <a:endParaRPr lang="en-US"/>
        </a:p>
      </dgm:t>
    </dgm:pt>
    <dgm:pt modelId="{276716AD-3455-4C84-8CD1-23B407C41B8E}" type="sibTrans" cxnId="{68595602-11CE-44AB-AED2-9F3607841827}">
      <dgm:prSet/>
      <dgm:spPr/>
      <dgm:t>
        <a:bodyPr/>
        <a:lstStyle/>
        <a:p>
          <a:endParaRPr lang="en-US"/>
        </a:p>
      </dgm:t>
    </dgm:pt>
    <dgm:pt modelId="{1CA17611-DBAC-40B0-B0C7-256FE2B48793}">
      <dgm:prSet/>
      <dgm:spPr/>
      <dgm:t>
        <a:bodyPr/>
        <a:lstStyle/>
        <a:p>
          <a:pPr>
            <a:lnSpc>
              <a:spcPct val="100000"/>
            </a:lnSpc>
          </a:pPr>
          <a:r>
            <a:rPr lang="de-DE" dirty="0"/>
            <a:t>Extract entire byte sequence (Ethernet, IP, TCP/UDP headers)</a:t>
          </a:r>
          <a:endParaRPr lang="en-US" dirty="0"/>
        </a:p>
      </dgm:t>
    </dgm:pt>
    <dgm:pt modelId="{65C78657-6FC8-4BC9-BE96-142ABC3A769E}" type="parTrans" cxnId="{CC8E6CF3-9C4C-43E3-8D0B-755611FBE2E7}">
      <dgm:prSet/>
      <dgm:spPr/>
      <dgm:t>
        <a:bodyPr/>
        <a:lstStyle/>
        <a:p>
          <a:endParaRPr lang="en-US"/>
        </a:p>
      </dgm:t>
    </dgm:pt>
    <dgm:pt modelId="{F34A1C73-8A3F-4984-99C0-305C7B87B022}" type="sibTrans" cxnId="{CC8E6CF3-9C4C-43E3-8D0B-755611FBE2E7}">
      <dgm:prSet/>
      <dgm:spPr/>
      <dgm:t>
        <a:bodyPr/>
        <a:lstStyle/>
        <a:p>
          <a:endParaRPr lang="en-US"/>
        </a:p>
      </dgm:t>
    </dgm:pt>
    <dgm:pt modelId="{AED7DADE-BF47-4A92-BC0C-EAF2CD54E7D2}">
      <dgm:prSet/>
      <dgm:spPr/>
      <dgm:t>
        <a:bodyPr/>
        <a:lstStyle/>
        <a:p>
          <a:pPr>
            <a:lnSpc>
              <a:spcPct val="100000"/>
            </a:lnSpc>
            <a:defRPr b="1"/>
          </a:pPr>
          <a:r>
            <a:rPr lang="de-DE"/>
            <a:t>RE Dataset Representation</a:t>
          </a:r>
          <a:endParaRPr lang="en-US"/>
        </a:p>
      </dgm:t>
    </dgm:pt>
    <dgm:pt modelId="{FE3A261E-7177-4C9D-AABB-4719FB5AB56E}" type="parTrans" cxnId="{0E1BEA20-45B5-4E4D-8360-8A4D21EEF3D1}">
      <dgm:prSet/>
      <dgm:spPr/>
      <dgm:t>
        <a:bodyPr/>
        <a:lstStyle/>
        <a:p>
          <a:endParaRPr lang="en-US"/>
        </a:p>
      </dgm:t>
    </dgm:pt>
    <dgm:pt modelId="{23729D0E-9BBC-4AE8-B718-47FEC17894D6}" type="sibTrans" cxnId="{0E1BEA20-45B5-4E4D-8360-8A4D21EEF3D1}">
      <dgm:prSet/>
      <dgm:spPr/>
      <dgm:t>
        <a:bodyPr/>
        <a:lstStyle/>
        <a:p>
          <a:endParaRPr lang="en-US"/>
        </a:p>
      </dgm:t>
    </dgm:pt>
    <dgm:pt modelId="{A7D1BF3F-3A25-4AA6-A58C-D689B316A892}">
      <dgm:prSet/>
      <dgm:spPr/>
      <dgm:t>
        <a:bodyPr/>
        <a:lstStyle/>
        <a:p>
          <a:pPr>
            <a:lnSpc>
              <a:spcPct val="100000"/>
            </a:lnSpc>
          </a:pPr>
          <a:r>
            <a:rPr lang="de-DE" dirty="0"/>
            <a:t>Filter S7Comm packets</a:t>
          </a:r>
        </a:p>
        <a:p>
          <a:pPr>
            <a:lnSpc>
              <a:spcPct val="100000"/>
            </a:lnSpc>
          </a:pPr>
          <a:r>
            <a:rPr lang="de-DE" dirty="0"/>
            <a:t>Extract S7Comm payload starting at keyword</a:t>
          </a:r>
          <a:endParaRPr lang="en-US" dirty="0"/>
        </a:p>
      </dgm:t>
    </dgm:pt>
    <dgm:pt modelId="{6B19E069-B887-47A4-AA36-16DA8B58EF15}" type="parTrans" cxnId="{8D800A23-7D44-4EA7-ACFA-351187978913}">
      <dgm:prSet/>
      <dgm:spPr/>
      <dgm:t>
        <a:bodyPr/>
        <a:lstStyle/>
        <a:p>
          <a:endParaRPr lang="en-US"/>
        </a:p>
      </dgm:t>
    </dgm:pt>
    <dgm:pt modelId="{B6BB025F-080E-46C7-867B-2D7E83CF5E29}" type="sibTrans" cxnId="{8D800A23-7D44-4EA7-ACFA-351187978913}">
      <dgm:prSet/>
      <dgm:spPr/>
      <dgm:t>
        <a:bodyPr/>
        <a:lstStyle/>
        <a:p>
          <a:endParaRPr lang="en-US"/>
        </a:p>
      </dgm:t>
    </dgm:pt>
    <dgm:pt modelId="{96D06C0F-917C-42DC-9813-3C094E8A1433}">
      <dgm:prSet/>
      <dgm:spPr/>
      <dgm:t>
        <a:bodyPr/>
        <a:lstStyle/>
        <a:p>
          <a:pPr>
            <a:lnSpc>
              <a:spcPct val="100000"/>
            </a:lnSpc>
          </a:pPr>
          <a:r>
            <a:rPr lang="de-DE"/>
            <a:t>PCAP files</a:t>
          </a:r>
          <a:endParaRPr lang="en-US" dirty="0"/>
        </a:p>
      </dgm:t>
    </dgm:pt>
    <dgm:pt modelId="{D25C9767-CEA7-4CA2-ACD3-E74CE416F613}" type="parTrans" cxnId="{F377DC05-3D8B-41F5-98B2-88129FAED25C}">
      <dgm:prSet/>
      <dgm:spPr/>
      <dgm:t>
        <a:bodyPr/>
        <a:lstStyle/>
        <a:p>
          <a:endParaRPr lang="en-US"/>
        </a:p>
      </dgm:t>
    </dgm:pt>
    <dgm:pt modelId="{4703BB48-CF5C-45CE-85B9-DDC916A31816}" type="sibTrans" cxnId="{F377DC05-3D8B-41F5-98B2-88129FAED25C}">
      <dgm:prSet/>
      <dgm:spPr/>
      <dgm:t>
        <a:bodyPr/>
        <a:lstStyle/>
        <a:p>
          <a:endParaRPr lang="en-US"/>
        </a:p>
      </dgm:t>
    </dgm:pt>
    <dgm:pt modelId="{ED2BEF17-506A-4678-BCE4-02BEA87CD707}">
      <dgm:prSet/>
      <dgm:spPr/>
      <dgm:t>
        <a:bodyPr/>
        <a:lstStyle/>
        <a:p>
          <a:pPr>
            <a:lnSpc>
              <a:spcPct val="100000"/>
            </a:lnSpc>
          </a:pPr>
          <a:r>
            <a:rPr lang="de-DE"/>
            <a:t>Timestamps</a:t>
          </a:r>
          <a:endParaRPr lang="en-US" dirty="0"/>
        </a:p>
      </dgm:t>
    </dgm:pt>
    <dgm:pt modelId="{462999B0-1F78-4314-95DF-3AA864060B6E}" type="parTrans" cxnId="{91A1759E-B272-4150-B0C0-F0D407374436}">
      <dgm:prSet/>
      <dgm:spPr/>
      <dgm:t>
        <a:bodyPr/>
        <a:lstStyle/>
        <a:p>
          <a:endParaRPr lang="en-US"/>
        </a:p>
      </dgm:t>
    </dgm:pt>
    <dgm:pt modelId="{718C07C0-AB48-460E-864D-AF4A40FE404A}" type="sibTrans" cxnId="{91A1759E-B272-4150-B0C0-F0D407374436}">
      <dgm:prSet/>
      <dgm:spPr/>
      <dgm:t>
        <a:bodyPr/>
        <a:lstStyle/>
        <a:p>
          <a:endParaRPr lang="en-US"/>
        </a:p>
      </dgm:t>
    </dgm:pt>
    <dgm:pt modelId="{CBF0ABA1-82D7-4628-8CC6-82CED43AE1F5}">
      <dgm:prSet/>
      <dgm:spPr/>
      <dgm:t>
        <a:bodyPr/>
        <a:lstStyle/>
        <a:p>
          <a:pPr>
            <a:lnSpc>
              <a:spcPct val="100000"/>
            </a:lnSpc>
          </a:pPr>
          <a:r>
            <a:rPr lang="de-DE"/>
            <a:t> IP Address</a:t>
          </a:r>
          <a:endParaRPr lang="en-US" dirty="0"/>
        </a:p>
      </dgm:t>
    </dgm:pt>
    <dgm:pt modelId="{6077D99C-2394-40C7-864D-6E473D67CAAB}" type="parTrans" cxnId="{C01681BD-DA8A-42A6-B560-00D25CAAE9FB}">
      <dgm:prSet/>
      <dgm:spPr/>
      <dgm:t>
        <a:bodyPr/>
        <a:lstStyle/>
        <a:p>
          <a:endParaRPr lang="en-US"/>
        </a:p>
      </dgm:t>
    </dgm:pt>
    <dgm:pt modelId="{0600B4A1-57CC-4C07-B71F-FFFE963F6132}" type="sibTrans" cxnId="{C01681BD-DA8A-42A6-B560-00D25CAAE9FB}">
      <dgm:prSet/>
      <dgm:spPr/>
      <dgm:t>
        <a:bodyPr/>
        <a:lstStyle/>
        <a:p>
          <a:endParaRPr lang="en-US"/>
        </a:p>
      </dgm:t>
    </dgm:pt>
    <dgm:pt modelId="{2FDA6BF0-B526-43A7-9192-0745E232A4D5}">
      <dgm:prSet/>
      <dgm:spPr/>
      <dgm:t>
        <a:bodyPr/>
        <a:lstStyle/>
        <a:p>
          <a:pPr>
            <a:lnSpc>
              <a:spcPct val="100000"/>
            </a:lnSpc>
          </a:pPr>
          <a:r>
            <a:rPr lang="de-DE"/>
            <a:t>Port Number</a:t>
          </a:r>
          <a:endParaRPr lang="en-US" dirty="0"/>
        </a:p>
      </dgm:t>
    </dgm:pt>
    <dgm:pt modelId="{18A9319D-8F64-419C-98A1-A2BC88628541}" type="parTrans" cxnId="{5751B959-E201-4964-A26C-B74B516831D7}">
      <dgm:prSet/>
      <dgm:spPr/>
      <dgm:t>
        <a:bodyPr/>
        <a:lstStyle/>
        <a:p>
          <a:endParaRPr lang="en-US"/>
        </a:p>
      </dgm:t>
    </dgm:pt>
    <dgm:pt modelId="{37AA4715-62D9-48A5-87FA-14DFC4CA7D99}" type="sibTrans" cxnId="{5751B959-E201-4964-A26C-B74B516831D7}">
      <dgm:prSet/>
      <dgm:spPr/>
      <dgm:t>
        <a:bodyPr/>
        <a:lstStyle/>
        <a:p>
          <a:endParaRPr lang="en-US"/>
        </a:p>
      </dgm:t>
    </dgm:pt>
    <dgm:pt modelId="{B237907F-E763-44ED-AC75-5C497C1C1D95}">
      <dgm:prSet/>
      <dgm:spPr/>
      <dgm:t>
        <a:bodyPr/>
        <a:lstStyle/>
        <a:p>
          <a:pPr>
            <a:lnSpc>
              <a:spcPct val="100000"/>
            </a:lnSpc>
          </a:pPr>
          <a:r>
            <a:rPr lang="en-US" dirty="0"/>
            <a:t>Benign/Attack type</a:t>
          </a:r>
        </a:p>
      </dgm:t>
    </dgm:pt>
    <dgm:pt modelId="{3038423B-4508-42BB-B8A2-61FB825D137B}" type="parTrans" cxnId="{DAC26A1E-49B7-4EE6-94A2-862EC2D67CD8}">
      <dgm:prSet/>
      <dgm:spPr/>
      <dgm:t>
        <a:bodyPr/>
        <a:lstStyle/>
        <a:p>
          <a:endParaRPr lang="en-US"/>
        </a:p>
      </dgm:t>
    </dgm:pt>
    <dgm:pt modelId="{D2DFA421-5FAB-46FD-BFA1-B4FAF13DAE31}" type="sibTrans" cxnId="{DAC26A1E-49B7-4EE6-94A2-862EC2D67CD8}">
      <dgm:prSet/>
      <dgm:spPr/>
      <dgm:t>
        <a:bodyPr/>
        <a:lstStyle/>
        <a:p>
          <a:endParaRPr lang="en-US"/>
        </a:p>
      </dgm:t>
    </dgm:pt>
    <dgm:pt modelId="{2D160F76-BB20-49FF-A046-6E5783F009F3}" type="pres">
      <dgm:prSet presAssocID="{20624136-4DF3-4E65-A824-030C003959D6}" presName="root" presStyleCnt="0">
        <dgm:presLayoutVars>
          <dgm:dir/>
          <dgm:resizeHandles val="exact"/>
        </dgm:presLayoutVars>
      </dgm:prSet>
      <dgm:spPr/>
    </dgm:pt>
    <dgm:pt modelId="{95F5CE15-797C-46AD-9ADE-7051E6C93A4A}" type="pres">
      <dgm:prSet presAssocID="{5C7334D9-487C-4EA0-BF25-5B0D5A6617BC}" presName="compNode" presStyleCnt="0"/>
      <dgm:spPr/>
    </dgm:pt>
    <dgm:pt modelId="{6E87E9E3-D75A-4C31-873A-D05E1416E913}" type="pres">
      <dgm:prSet presAssocID="{5C7334D9-487C-4EA0-BF25-5B0D5A6617BC}"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pen Folder"/>
        </a:ext>
      </dgm:extLst>
    </dgm:pt>
    <dgm:pt modelId="{D8E1BA72-410D-437A-A78F-A675212005AA}" type="pres">
      <dgm:prSet presAssocID="{5C7334D9-487C-4EA0-BF25-5B0D5A6617BC}" presName="iconSpace" presStyleCnt="0"/>
      <dgm:spPr/>
    </dgm:pt>
    <dgm:pt modelId="{671FEA7A-0D0B-4A84-BDCF-7CB0E5658922}" type="pres">
      <dgm:prSet presAssocID="{5C7334D9-487C-4EA0-BF25-5B0D5A6617BC}" presName="parTx" presStyleLbl="revTx" presStyleIdx="0" presStyleCnt="10">
        <dgm:presLayoutVars>
          <dgm:chMax val="0"/>
          <dgm:chPref val="0"/>
        </dgm:presLayoutVars>
      </dgm:prSet>
      <dgm:spPr/>
    </dgm:pt>
    <dgm:pt modelId="{310B9D25-E82B-4930-840C-4A7A000DC968}" type="pres">
      <dgm:prSet presAssocID="{5C7334D9-487C-4EA0-BF25-5B0D5A6617BC}" presName="txSpace" presStyleCnt="0"/>
      <dgm:spPr/>
    </dgm:pt>
    <dgm:pt modelId="{241E666B-B250-43E3-8EED-0D1A6A9E1AAB}" type="pres">
      <dgm:prSet presAssocID="{5C7334D9-487C-4EA0-BF25-5B0D5A6617BC}" presName="desTx" presStyleLbl="revTx" presStyleIdx="1" presStyleCnt="10">
        <dgm:presLayoutVars/>
      </dgm:prSet>
      <dgm:spPr/>
    </dgm:pt>
    <dgm:pt modelId="{460C253E-9294-472D-9DAE-D64472149B03}" type="pres">
      <dgm:prSet presAssocID="{BF6FF711-8F7D-4DE1-AB79-ED67A51BB44A}" presName="sibTrans" presStyleCnt="0"/>
      <dgm:spPr/>
    </dgm:pt>
    <dgm:pt modelId="{DD119A5A-14D8-4BC6-9DEF-442197EFE462}" type="pres">
      <dgm:prSet presAssocID="{F98317ED-D348-4DA9-88C4-80321C3A48D1}" presName="compNode" presStyleCnt="0"/>
      <dgm:spPr/>
    </dgm:pt>
    <dgm:pt modelId="{633922AA-F88A-4663-B268-BD48B99231E7}" type="pres">
      <dgm:prSet presAssocID="{F98317ED-D348-4DA9-88C4-80321C3A48D1}"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1BE804A1-2DB2-4840-B2A9-F8EC86A2E84D}" type="pres">
      <dgm:prSet presAssocID="{F98317ED-D348-4DA9-88C4-80321C3A48D1}" presName="iconSpace" presStyleCnt="0"/>
      <dgm:spPr/>
    </dgm:pt>
    <dgm:pt modelId="{1825CE6F-46F5-4D19-85FF-559CC3CC662B}" type="pres">
      <dgm:prSet presAssocID="{F98317ED-D348-4DA9-88C4-80321C3A48D1}" presName="parTx" presStyleLbl="revTx" presStyleIdx="2" presStyleCnt="10">
        <dgm:presLayoutVars>
          <dgm:chMax val="0"/>
          <dgm:chPref val="0"/>
        </dgm:presLayoutVars>
      </dgm:prSet>
      <dgm:spPr/>
    </dgm:pt>
    <dgm:pt modelId="{8AF5BBE9-FDB7-4F34-A4F0-9A729D7F94C0}" type="pres">
      <dgm:prSet presAssocID="{F98317ED-D348-4DA9-88C4-80321C3A48D1}" presName="txSpace" presStyleCnt="0"/>
      <dgm:spPr/>
    </dgm:pt>
    <dgm:pt modelId="{742C4212-7E4C-4666-9114-A3BDA0DA3086}" type="pres">
      <dgm:prSet presAssocID="{F98317ED-D348-4DA9-88C4-80321C3A48D1}" presName="desTx" presStyleLbl="revTx" presStyleIdx="3" presStyleCnt="10">
        <dgm:presLayoutVars/>
      </dgm:prSet>
      <dgm:spPr/>
    </dgm:pt>
    <dgm:pt modelId="{5F358DFD-644A-496A-BDFC-EA690ADF18DD}" type="pres">
      <dgm:prSet presAssocID="{9ECE3046-40BA-42BA-88CC-FC845AEF5FD5}" presName="sibTrans" presStyleCnt="0"/>
      <dgm:spPr/>
    </dgm:pt>
    <dgm:pt modelId="{6C02653A-2039-4BB2-B7E5-FC99B4141B48}" type="pres">
      <dgm:prSet presAssocID="{DC8A0851-7FDE-4CC9-BC8D-CB5EB4043BA8}" presName="compNode" presStyleCnt="0"/>
      <dgm:spPr/>
    </dgm:pt>
    <dgm:pt modelId="{65AD94E5-3AF0-4800-8C1E-637E0CDB136C}" type="pres">
      <dgm:prSet presAssocID="{DC8A0851-7FDE-4CC9-BC8D-CB5EB4043BA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6866F96F-8DD7-4B33-872A-CD9C0C108EB9}" type="pres">
      <dgm:prSet presAssocID="{DC8A0851-7FDE-4CC9-BC8D-CB5EB4043BA8}" presName="iconSpace" presStyleCnt="0"/>
      <dgm:spPr/>
    </dgm:pt>
    <dgm:pt modelId="{29EE53A3-0164-4A1C-A2D2-4F5387252BC3}" type="pres">
      <dgm:prSet presAssocID="{DC8A0851-7FDE-4CC9-BC8D-CB5EB4043BA8}" presName="parTx" presStyleLbl="revTx" presStyleIdx="4" presStyleCnt="10">
        <dgm:presLayoutVars>
          <dgm:chMax val="0"/>
          <dgm:chPref val="0"/>
        </dgm:presLayoutVars>
      </dgm:prSet>
      <dgm:spPr/>
    </dgm:pt>
    <dgm:pt modelId="{9D3B6331-0E9B-4EA3-AAC4-F93C611D0FE5}" type="pres">
      <dgm:prSet presAssocID="{DC8A0851-7FDE-4CC9-BC8D-CB5EB4043BA8}" presName="txSpace" presStyleCnt="0"/>
      <dgm:spPr/>
    </dgm:pt>
    <dgm:pt modelId="{C368F9E0-0291-4F86-8C98-84793A4AA693}" type="pres">
      <dgm:prSet presAssocID="{DC8A0851-7FDE-4CC9-BC8D-CB5EB4043BA8}" presName="desTx" presStyleLbl="revTx" presStyleIdx="5" presStyleCnt="10">
        <dgm:presLayoutVars/>
      </dgm:prSet>
      <dgm:spPr/>
    </dgm:pt>
    <dgm:pt modelId="{5B177B5E-420C-4C9D-979B-DD825A7FE82A}" type="pres">
      <dgm:prSet presAssocID="{131E2B1C-1AEB-4826-9BAF-322F6A6FFF13}" presName="sibTrans" presStyleCnt="0"/>
      <dgm:spPr/>
    </dgm:pt>
    <dgm:pt modelId="{CA09273B-3D1F-4BD7-BBE7-848CBCB9E6F2}" type="pres">
      <dgm:prSet presAssocID="{69204F2B-F213-401D-9F9C-69DEA77C812A}" presName="compNode" presStyleCnt="0"/>
      <dgm:spPr/>
    </dgm:pt>
    <dgm:pt modelId="{39D9B1C6-7D3E-454C-8C3D-FEA36A061A3F}" type="pres">
      <dgm:prSet presAssocID="{69204F2B-F213-401D-9F9C-69DEA77C812A}"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Table outline"/>
        </a:ext>
      </dgm:extLst>
    </dgm:pt>
    <dgm:pt modelId="{B0B102F9-316B-44F4-B52C-F4B24B179D43}" type="pres">
      <dgm:prSet presAssocID="{69204F2B-F213-401D-9F9C-69DEA77C812A}" presName="iconSpace" presStyleCnt="0"/>
      <dgm:spPr/>
    </dgm:pt>
    <dgm:pt modelId="{396659CE-3BCE-47BF-B3F5-90CB9A84970B}" type="pres">
      <dgm:prSet presAssocID="{69204F2B-F213-401D-9F9C-69DEA77C812A}" presName="parTx" presStyleLbl="revTx" presStyleIdx="6" presStyleCnt="10">
        <dgm:presLayoutVars>
          <dgm:chMax val="0"/>
          <dgm:chPref val="0"/>
        </dgm:presLayoutVars>
      </dgm:prSet>
      <dgm:spPr/>
    </dgm:pt>
    <dgm:pt modelId="{AA174912-7664-4923-A43D-F440F676D1EC}" type="pres">
      <dgm:prSet presAssocID="{69204F2B-F213-401D-9F9C-69DEA77C812A}" presName="txSpace" presStyleCnt="0"/>
      <dgm:spPr/>
    </dgm:pt>
    <dgm:pt modelId="{D7B65D49-F146-4F1C-880C-E8C811693C39}" type="pres">
      <dgm:prSet presAssocID="{69204F2B-F213-401D-9F9C-69DEA77C812A}" presName="desTx" presStyleLbl="revTx" presStyleIdx="7" presStyleCnt="10">
        <dgm:presLayoutVars/>
      </dgm:prSet>
      <dgm:spPr/>
    </dgm:pt>
    <dgm:pt modelId="{4B59B90E-CA8A-40C0-9D83-CEAFB8C6644C}" type="pres">
      <dgm:prSet presAssocID="{277439CA-97BF-4B57-82A0-3ED7E6127ED2}" presName="sibTrans" presStyleCnt="0"/>
      <dgm:spPr/>
    </dgm:pt>
    <dgm:pt modelId="{76637B64-C518-41D7-8B9B-49C013901549}" type="pres">
      <dgm:prSet presAssocID="{AED7DADE-BF47-4A92-BC0C-EAF2CD54E7D2}" presName="compNode" presStyleCnt="0"/>
      <dgm:spPr/>
    </dgm:pt>
    <dgm:pt modelId="{EC1B9543-4BFF-4604-B8D7-9D848A163950}" type="pres">
      <dgm:prSet presAssocID="{AED7DADE-BF47-4A92-BC0C-EAF2CD54E7D2}" presName="iconRect" presStyleLbl="node1" presStyleIdx="4" presStyleCnt="5"/>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Blueprint with solid fill"/>
        </a:ext>
      </dgm:extLst>
    </dgm:pt>
    <dgm:pt modelId="{068E4675-4AF9-489B-9569-A70BB8777E4F}" type="pres">
      <dgm:prSet presAssocID="{AED7DADE-BF47-4A92-BC0C-EAF2CD54E7D2}" presName="iconSpace" presStyleCnt="0"/>
      <dgm:spPr/>
    </dgm:pt>
    <dgm:pt modelId="{00EA4771-B819-4AC5-8A1A-B06AD498C4A6}" type="pres">
      <dgm:prSet presAssocID="{AED7DADE-BF47-4A92-BC0C-EAF2CD54E7D2}" presName="parTx" presStyleLbl="revTx" presStyleIdx="8" presStyleCnt="10">
        <dgm:presLayoutVars>
          <dgm:chMax val="0"/>
          <dgm:chPref val="0"/>
        </dgm:presLayoutVars>
      </dgm:prSet>
      <dgm:spPr/>
    </dgm:pt>
    <dgm:pt modelId="{BD11CE9F-3A8A-4E1E-B631-6391B066BB6B}" type="pres">
      <dgm:prSet presAssocID="{AED7DADE-BF47-4A92-BC0C-EAF2CD54E7D2}" presName="txSpace" presStyleCnt="0"/>
      <dgm:spPr/>
    </dgm:pt>
    <dgm:pt modelId="{3C523661-007D-44ED-8379-CEB10387D2E4}" type="pres">
      <dgm:prSet presAssocID="{AED7DADE-BF47-4A92-BC0C-EAF2CD54E7D2}" presName="desTx" presStyleLbl="revTx" presStyleIdx="9" presStyleCnt="10">
        <dgm:presLayoutVars/>
      </dgm:prSet>
      <dgm:spPr/>
    </dgm:pt>
  </dgm:ptLst>
  <dgm:cxnLst>
    <dgm:cxn modelId="{68595602-11CE-44AB-AED2-9F3607841827}" srcId="{69204F2B-F213-401D-9F9C-69DEA77C812A}" destId="{5893B2F6-5857-4685-8193-1D8AE0024AC2}" srcOrd="0" destOrd="0" parTransId="{9D34D938-A501-42F4-80E0-D36D2897DB5C}" sibTransId="{276716AD-3455-4C84-8CD1-23B407C41B8E}"/>
    <dgm:cxn modelId="{793AA304-C253-4CC5-AE48-0AE580AEFA0F}" type="presOf" srcId="{5893B2F6-5857-4685-8193-1D8AE0024AC2}" destId="{D7B65D49-F146-4F1C-880C-E8C811693C39}" srcOrd="0" destOrd="0" presId="urn:microsoft.com/office/officeart/2018/2/layout/IconLabelDescriptionList"/>
    <dgm:cxn modelId="{B2E43005-2384-4FE2-9853-5BF4A69AB374}" type="presOf" srcId="{5C7334D9-487C-4EA0-BF25-5B0D5A6617BC}" destId="{671FEA7A-0D0B-4A84-BDCF-7CB0E5658922}" srcOrd="0" destOrd="0" presId="urn:microsoft.com/office/officeart/2018/2/layout/IconLabelDescriptionList"/>
    <dgm:cxn modelId="{F377DC05-3D8B-41F5-98B2-88129FAED25C}" srcId="{5C7334D9-487C-4EA0-BF25-5B0D5A6617BC}" destId="{96D06C0F-917C-42DC-9813-3C094E8A1433}" srcOrd="0" destOrd="0" parTransId="{D25C9767-CEA7-4CA2-ACD3-E74CE416F613}" sibTransId="{4703BB48-CF5C-45CE-85B9-DDC916A31816}"/>
    <dgm:cxn modelId="{DAC26A1E-49B7-4EE6-94A2-862EC2D67CD8}" srcId="{DC8A0851-7FDE-4CC9-BC8D-CB5EB4043BA8}" destId="{B237907F-E763-44ED-AC75-5C497C1C1D95}" srcOrd="0" destOrd="0" parTransId="{3038423B-4508-42BB-B8A2-61FB825D137B}" sibTransId="{D2DFA421-5FAB-46FD-BFA1-B4FAF13DAE31}"/>
    <dgm:cxn modelId="{0E1BEA20-45B5-4E4D-8360-8A4D21EEF3D1}" srcId="{20624136-4DF3-4E65-A824-030C003959D6}" destId="{AED7DADE-BF47-4A92-BC0C-EAF2CD54E7D2}" srcOrd="4" destOrd="0" parTransId="{FE3A261E-7177-4C9D-AABB-4719FB5AB56E}" sibTransId="{23729D0E-9BBC-4AE8-B718-47FEC17894D6}"/>
    <dgm:cxn modelId="{8D800A23-7D44-4EA7-ACFA-351187978913}" srcId="{AED7DADE-BF47-4A92-BC0C-EAF2CD54E7D2}" destId="{A7D1BF3F-3A25-4AA6-A58C-D689B316A892}" srcOrd="0" destOrd="0" parTransId="{6B19E069-B887-47A4-AA36-16DA8B58EF15}" sibTransId="{B6BB025F-080E-46C7-867B-2D7E83CF5E29}"/>
    <dgm:cxn modelId="{6232B425-B32F-493D-9FF3-F676770040C0}" type="presOf" srcId="{69204F2B-F213-401D-9F9C-69DEA77C812A}" destId="{396659CE-3BCE-47BF-B3F5-90CB9A84970B}" srcOrd="0" destOrd="0" presId="urn:microsoft.com/office/officeart/2018/2/layout/IconLabelDescriptionList"/>
    <dgm:cxn modelId="{082DE22D-567C-4D61-A570-F14F73123B35}" type="presOf" srcId="{ED2BEF17-506A-4678-BCE4-02BEA87CD707}" destId="{742C4212-7E4C-4666-9114-A3BDA0DA3086}" srcOrd="0" destOrd="0" presId="urn:microsoft.com/office/officeart/2018/2/layout/IconLabelDescriptionList"/>
    <dgm:cxn modelId="{94999733-6E90-4A2C-A582-D606FFDA752E}" type="presOf" srcId="{DC8A0851-7FDE-4CC9-BC8D-CB5EB4043BA8}" destId="{29EE53A3-0164-4A1C-A2D2-4F5387252BC3}" srcOrd="0" destOrd="0" presId="urn:microsoft.com/office/officeart/2018/2/layout/IconLabelDescriptionList"/>
    <dgm:cxn modelId="{701C8F35-FFED-43BA-8B18-44CBC7AE26DC}" type="presOf" srcId="{2FDA6BF0-B526-43A7-9192-0745E232A4D5}" destId="{742C4212-7E4C-4666-9114-A3BDA0DA3086}" srcOrd="0" destOrd="2" presId="urn:microsoft.com/office/officeart/2018/2/layout/IconLabelDescriptionList"/>
    <dgm:cxn modelId="{AFADBC36-C66B-433F-BBB6-F0B2E63C98F4}" srcId="{20624136-4DF3-4E65-A824-030C003959D6}" destId="{DC8A0851-7FDE-4CC9-BC8D-CB5EB4043BA8}" srcOrd="2" destOrd="0" parTransId="{51D8D62E-C33F-4189-B946-C6FAA5DFA9FD}" sibTransId="{131E2B1C-1AEB-4826-9BAF-322F6A6FFF13}"/>
    <dgm:cxn modelId="{98F9EE64-F5C2-4E2B-A9E0-373C799FD906}" type="presOf" srcId="{96D06C0F-917C-42DC-9813-3C094E8A1433}" destId="{241E666B-B250-43E3-8EED-0D1A6A9E1AAB}" srcOrd="0" destOrd="0" presId="urn:microsoft.com/office/officeart/2018/2/layout/IconLabelDescriptionList"/>
    <dgm:cxn modelId="{52D58F66-C3B3-49D7-B078-5E04B71C60B9}" type="presOf" srcId="{CBF0ABA1-82D7-4628-8CC6-82CED43AE1F5}" destId="{742C4212-7E4C-4666-9114-A3BDA0DA3086}" srcOrd="0" destOrd="1" presId="urn:microsoft.com/office/officeart/2018/2/layout/IconLabelDescriptionList"/>
    <dgm:cxn modelId="{F64A7271-88ED-42B1-A87D-E3774754A40B}" type="presOf" srcId="{A7D1BF3F-3A25-4AA6-A58C-D689B316A892}" destId="{3C523661-007D-44ED-8379-CEB10387D2E4}" srcOrd="0" destOrd="0" presId="urn:microsoft.com/office/officeart/2018/2/layout/IconLabelDescriptionList"/>
    <dgm:cxn modelId="{FF59E971-7E69-4D7B-A028-483A1667B482}" srcId="{20624136-4DF3-4E65-A824-030C003959D6}" destId="{5C7334D9-487C-4EA0-BF25-5B0D5A6617BC}" srcOrd="0" destOrd="0" parTransId="{581D36F8-EA6F-45F7-9BE5-D96636110B18}" sibTransId="{BF6FF711-8F7D-4DE1-AB79-ED67A51BB44A}"/>
    <dgm:cxn modelId="{81537157-8A1E-4727-93C9-DB375FEC35C7}" type="presOf" srcId="{AED7DADE-BF47-4A92-BC0C-EAF2CD54E7D2}" destId="{00EA4771-B819-4AC5-8A1A-B06AD498C4A6}" srcOrd="0" destOrd="0" presId="urn:microsoft.com/office/officeart/2018/2/layout/IconLabelDescriptionList"/>
    <dgm:cxn modelId="{5751B959-E201-4964-A26C-B74B516831D7}" srcId="{F98317ED-D348-4DA9-88C4-80321C3A48D1}" destId="{2FDA6BF0-B526-43A7-9192-0745E232A4D5}" srcOrd="2" destOrd="0" parTransId="{18A9319D-8F64-419C-98A1-A2BC88628541}" sibTransId="{37AA4715-62D9-48A5-87FA-14DFC4CA7D99}"/>
    <dgm:cxn modelId="{91A1759E-B272-4150-B0C0-F0D407374436}" srcId="{F98317ED-D348-4DA9-88C4-80321C3A48D1}" destId="{ED2BEF17-506A-4678-BCE4-02BEA87CD707}" srcOrd="0" destOrd="0" parTransId="{462999B0-1F78-4314-95DF-3AA864060B6E}" sibTransId="{718C07C0-AB48-460E-864D-AF4A40FE404A}"/>
    <dgm:cxn modelId="{330873A6-F474-432F-9474-1CE874D8653F}" type="presOf" srcId="{F98317ED-D348-4DA9-88C4-80321C3A48D1}" destId="{1825CE6F-46F5-4D19-85FF-559CC3CC662B}" srcOrd="0" destOrd="0" presId="urn:microsoft.com/office/officeart/2018/2/layout/IconLabelDescriptionList"/>
    <dgm:cxn modelId="{A1A745AF-8750-4F6F-946A-3A91047380F8}" type="presOf" srcId="{20624136-4DF3-4E65-A824-030C003959D6}" destId="{2D160F76-BB20-49FF-A046-6E5783F009F3}" srcOrd="0" destOrd="0" presId="urn:microsoft.com/office/officeart/2018/2/layout/IconLabelDescriptionList"/>
    <dgm:cxn modelId="{86E615B4-EBBD-4207-968A-F2C3365D5298}" srcId="{20624136-4DF3-4E65-A824-030C003959D6}" destId="{69204F2B-F213-401D-9F9C-69DEA77C812A}" srcOrd="3" destOrd="0" parTransId="{480374E6-B1E9-4F5D-BE99-F5360848C5BF}" sibTransId="{277439CA-97BF-4B57-82A0-3ED7E6127ED2}"/>
    <dgm:cxn modelId="{C01681BD-DA8A-42A6-B560-00D25CAAE9FB}" srcId="{F98317ED-D348-4DA9-88C4-80321C3A48D1}" destId="{CBF0ABA1-82D7-4628-8CC6-82CED43AE1F5}" srcOrd="1" destOrd="0" parTransId="{6077D99C-2394-40C7-864D-6E473D67CAAB}" sibTransId="{0600B4A1-57CC-4C07-B71F-FFFE963F6132}"/>
    <dgm:cxn modelId="{84AC5EC8-7D0E-4565-98CD-AA5A3FE3AD34}" type="presOf" srcId="{B237907F-E763-44ED-AC75-5C497C1C1D95}" destId="{C368F9E0-0291-4F86-8C98-84793A4AA693}" srcOrd="0" destOrd="0" presId="urn:microsoft.com/office/officeart/2018/2/layout/IconLabelDescriptionList"/>
    <dgm:cxn modelId="{9825A6E2-4388-479F-8352-F1F1CDD9B990}" type="presOf" srcId="{1CA17611-DBAC-40B0-B0C7-256FE2B48793}" destId="{D7B65D49-F146-4F1C-880C-E8C811693C39}" srcOrd="0" destOrd="1" presId="urn:microsoft.com/office/officeart/2018/2/layout/IconLabelDescriptionList"/>
    <dgm:cxn modelId="{E657EDF1-013D-4E7B-BEE0-490395494CA3}" srcId="{20624136-4DF3-4E65-A824-030C003959D6}" destId="{F98317ED-D348-4DA9-88C4-80321C3A48D1}" srcOrd="1" destOrd="0" parTransId="{B1314391-9418-4D32-A76C-CB159D4B6DAC}" sibTransId="{9ECE3046-40BA-42BA-88CC-FC845AEF5FD5}"/>
    <dgm:cxn modelId="{CC8E6CF3-9C4C-43E3-8D0B-755611FBE2E7}" srcId="{69204F2B-F213-401D-9F9C-69DEA77C812A}" destId="{1CA17611-DBAC-40B0-B0C7-256FE2B48793}" srcOrd="1" destOrd="0" parTransId="{65C78657-6FC8-4BC9-BE96-142ABC3A769E}" sibTransId="{F34A1C73-8A3F-4984-99C0-305C7B87B022}"/>
    <dgm:cxn modelId="{22F5BC72-EE47-483E-AB44-FF2DC4980594}" type="presParOf" srcId="{2D160F76-BB20-49FF-A046-6E5783F009F3}" destId="{95F5CE15-797C-46AD-9ADE-7051E6C93A4A}" srcOrd="0" destOrd="0" presId="urn:microsoft.com/office/officeart/2018/2/layout/IconLabelDescriptionList"/>
    <dgm:cxn modelId="{2D757A0B-2239-44D0-B00F-BCB0664B3092}" type="presParOf" srcId="{95F5CE15-797C-46AD-9ADE-7051E6C93A4A}" destId="{6E87E9E3-D75A-4C31-873A-D05E1416E913}" srcOrd="0" destOrd="0" presId="urn:microsoft.com/office/officeart/2018/2/layout/IconLabelDescriptionList"/>
    <dgm:cxn modelId="{99047A18-E2E8-48B7-93BC-63CFFD46BBFF}" type="presParOf" srcId="{95F5CE15-797C-46AD-9ADE-7051E6C93A4A}" destId="{D8E1BA72-410D-437A-A78F-A675212005AA}" srcOrd="1" destOrd="0" presId="urn:microsoft.com/office/officeart/2018/2/layout/IconLabelDescriptionList"/>
    <dgm:cxn modelId="{44690C99-B517-47F9-A5AB-D6F31FF411DD}" type="presParOf" srcId="{95F5CE15-797C-46AD-9ADE-7051E6C93A4A}" destId="{671FEA7A-0D0B-4A84-BDCF-7CB0E5658922}" srcOrd="2" destOrd="0" presId="urn:microsoft.com/office/officeart/2018/2/layout/IconLabelDescriptionList"/>
    <dgm:cxn modelId="{85EF9D6A-F4A3-4C5E-8958-6259BB05CF90}" type="presParOf" srcId="{95F5CE15-797C-46AD-9ADE-7051E6C93A4A}" destId="{310B9D25-E82B-4930-840C-4A7A000DC968}" srcOrd="3" destOrd="0" presId="urn:microsoft.com/office/officeart/2018/2/layout/IconLabelDescriptionList"/>
    <dgm:cxn modelId="{87F7031B-35A5-423E-9325-7D56747D9998}" type="presParOf" srcId="{95F5CE15-797C-46AD-9ADE-7051E6C93A4A}" destId="{241E666B-B250-43E3-8EED-0D1A6A9E1AAB}" srcOrd="4" destOrd="0" presId="urn:microsoft.com/office/officeart/2018/2/layout/IconLabelDescriptionList"/>
    <dgm:cxn modelId="{1A1D9182-5D16-47E2-864B-FD8839415FF0}" type="presParOf" srcId="{2D160F76-BB20-49FF-A046-6E5783F009F3}" destId="{460C253E-9294-472D-9DAE-D64472149B03}" srcOrd="1" destOrd="0" presId="urn:microsoft.com/office/officeart/2018/2/layout/IconLabelDescriptionList"/>
    <dgm:cxn modelId="{31C5333D-C618-4E50-A0D6-DA129C648867}" type="presParOf" srcId="{2D160F76-BB20-49FF-A046-6E5783F009F3}" destId="{DD119A5A-14D8-4BC6-9DEF-442197EFE462}" srcOrd="2" destOrd="0" presId="urn:microsoft.com/office/officeart/2018/2/layout/IconLabelDescriptionList"/>
    <dgm:cxn modelId="{D676DC38-029E-458B-8B3C-37DB85D08CFB}" type="presParOf" srcId="{DD119A5A-14D8-4BC6-9DEF-442197EFE462}" destId="{633922AA-F88A-4663-B268-BD48B99231E7}" srcOrd="0" destOrd="0" presId="urn:microsoft.com/office/officeart/2018/2/layout/IconLabelDescriptionList"/>
    <dgm:cxn modelId="{E0FC742A-36E9-4A67-BDB1-4E9548C83388}" type="presParOf" srcId="{DD119A5A-14D8-4BC6-9DEF-442197EFE462}" destId="{1BE804A1-2DB2-4840-B2A9-F8EC86A2E84D}" srcOrd="1" destOrd="0" presId="urn:microsoft.com/office/officeart/2018/2/layout/IconLabelDescriptionList"/>
    <dgm:cxn modelId="{45892427-1EDD-4295-AEB7-D880F88D4488}" type="presParOf" srcId="{DD119A5A-14D8-4BC6-9DEF-442197EFE462}" destId="{1825CE6F-46F5-4D19-85FF-559CC3CC662B}" srcOrd="2" destOrd="0" presId="urn:microsoft.com/office/officeart/2018/2/layout/IconLabelDescriptionList"/>
    <dgm:cxn modelId="{E16F520D-2BCD-4F52-B6B4-1D718110D1F7}" type="presParOf" srcId="{DD119A5A-14D8-4BC6-9DEF-442197EFE462}" destId="{8AF5BBE9-FDB7-4F34-A4F0-9A729D7F94C0}" srcOrd="3" destOrd="0" presId="urn:microsoft.com/office/officeart/2018/2/layout/IconLabelDescriptionList"/>
    <dgm:cxn modelId="{3B201EFE-9F0B-4BB7-899A-00517498EED7}" type="presParOf" srcId="{DD119A5A-14D8-4BC6-9DEF-442197EFE462}" destId="{742C4212-7E4C-4666-9114-A3BDA0DA3086}" srcOrd="4" destOrd="0" presId="urn:microsoft.com/office/officeart/2018/2/layout/IconLabelDescriptionList"/>
    <dgm:cxn modelId="{CC880236-2490-4D07-9461-68C190848949}" type="presParOf" srcId="{2D160F76-BB20-49FF-A046-6E5783F009F3}" destId="{5F358DFD-644A-496A-BDFC-EA690ADF18DD}" srcOrd="3" destOrd="0" presId="urn:microsoft.com/office/officeart/2018/2/layout/IconLabelDescriptionList"/>
    <dgm:cxn modelId="{E655296D-22F0-417A-92BA-0CCB79828938}" type="presParOf" srcId="{2D160F76-BB20-49FF-A046-6E5783F009F3}" destId="{6C02653A-2039-4BB2-B7E5-FC99B4141B48}" srcOrd="4" destOrd="0" presId="urn:microsoft.com/office/officeart/2018/2/layout/IconLabelDescriptionList"/>
    <dgm:cxn modelId="{95410FD8-B06A-4D63-9031-44ECCBEFD8CC}" type="presParOf" srcId="{6C02653A-2039-4BB2-B7E5-FC99B4141B48}" destId="{65AD94E5-3AF0-4800-8C1E-637E0CDB136C}" srcOrd="0" destOrd="0" presId="urn:microsoft.com/office/officeart/2018/2/layout/IconLabelDescriptionList"/>
    <dgm:cxn modelId="{D682805D-802E-4CBA-90CD-215FA4244A59}" type="presParOf" srcId="{6C02653A-2039-4BB2-B7E5-FC99B4141B48}" destId="{6866F96F-8DD7-4B33-872A-CD9C0C108EB9}" srcOrd="1" destOrd="0" presId="urn:microsoft.com/office/officeart/2018/2/layout/IconLabelDescriptionList"/>
    <dgm:cxn modelId="{4CDB6472-52B2-4828-80AE-477D3446EA56}" type="presParOf" srcId="{6C02653A-2039-4BB2-B7E5-FC99B4141B48}" destId="{29EE53A3-0164-4A1C-A2D2-4F5387252BC3}" srcOrd="2" destOrd="0" presId="urn:microsoft.com/office/officeart/2018/2/layout/IconLabelDescriptionList"/>
    <dgm:cxn modelId="{E5D7AC45-0F4D-43C3-9037-5EC6D00AC723}" type="presParOf" srcId="{6C02653A-2039-4BB2-B7E5-FC99B4141B48}" destId="{9D3B6331-0E9B-4EA3-AAC4-F93C611D0FE5}" srcOrd="3" destOrd="0" presId="urn:microsoft.com/office/officeart/2018/2/layout/IconLabelDescriptionList"/>
    <dgm:cxn modelId="{F972F92C-5411-4F0A-840F-A1A97FD1EE5F}" type="presParOf" srcId="{6C02653A-2039-4BB2-B7E5-FC99B4141B48}" destId="{C368F9E0-0291-4F86-8C98-84793A4AA693}" srcOrd="4" destOrd="0" presId="urn:microsoft.com/office/officeart/2018/2/layout/IconLabelDescriptionList"/>
    <dgm:cxn modelId="{6BDD0306-5811-4919-A463-4FA5F201F8BA}" type="presParOf" srcId="{2D160F76-BB20-49FF-A046-6E5783F009F3}" destId="{5B177B5E-420C-4C9D-979B-DD825A7FE82A}" srcOrd="5" destOrd="0" presId="urn:microsoft.com/office/officeart/2018/2/layout/IconLabelDescriptionList"/>
    <dgm:cxn modelId="{90354256-04B7-4F93-BC80-F4DAF0A6436B}" type="presParOf" srcId="{2D160F76-BB20-49FF-A046-6E5783F009F3}" destId="{CA09273B-3D1F-4BD7-BBE7-848CBCB9E6F2}" srcOrd="6" destOrd="0" presId="urn:microsoft.com/office/officeart/2018/2/layout/IconLabelDescriptionList"/>
    <dgm:cxn modelId="{1D570FA8-F574-4310-9DDB-A742221B2B3E}" type="presParOf" srcId="{CA09273B-3D1F-4BD7-BBE7-848CBCB9E6F2}" destId="{39D9B1C6-7D3E-454C-8C3D-FEA36A061A3F}" srcOrd="0" destOrd="0" presId="urn:microsoft.com/office/officeart/2018/2/layout/IconLabelDescriptionList"/>
    <dgm:cxn modelId="{0B6F5D91-69DC-47F4-A8C8-C2FC12008DE9}" type="presParOf" srcId="{CA09273B-3D1F-4BD7-BBE7-848CBCB9E6F2}" destId="{B0B102F9-316B-44F4-B52C-F4B24B179D43}" srcOrd="1" destOrd="0" presId="urn:microsoft.com/office/officeart/2018/2/layout/IconLabelDescriptionList"/>
    <dgm:cxn modelId="{EB111755-70B1-4915-BDF7-B43BAC4440ED}" type="presParOf" srcId="{CA09273B-3D1F-4BD7-BBE7-848CBCB9E6F2}" destId="{396659CE-3BCE-47BF-B3F5-90CB9A84970B}" srcOrd="2" destOrd="0" presId="urn:microsoft.com/office/officeart/2018/2/layout/IconLabelDescriptionList"/>
    <dgm:cxn modelId="{867DAE31-0173-4E88-8ED9-F33B648D813C}" type="presParOf" srcId="{CA09273B-3D1F-4BD7-BBE7-848CBCB9E6F2}" destId="{AA174912-7664-4923-A43D-F440F676D1EC}" srcOrd="3" destOrd="0" presId="urn:microsoft.com/office/officeart/2018/2/layout/IconLabelDescriptionList"/>
    <dgm:cxn modelId="{25B629E4-4347-4ECE-90C6-47DC30EB9B19}" type="presParOf" srcId="{CA09273B-3D1F-4BD7-BBE7-848CBCB9E6F2}" destId="{D7B65D49-F146-4F1C-880C-E8C811693C39}" srcOrd="4" destOrd="0" presId="urn:microsoft.com/office/officeart/2018/2/layout/IconLabelDescriptionList"/>
    <dgm:cxn modelId="{E2DEF498-CE51-4EB8-8C6F-E10DA6DC1902}" type="presParOf" srcId="{2D160F76-BB20-49FF-A046-6E5783F009F3}" destId="{4B59B90E-CA8A-40C0-9D83-CEAFB8C6644C}" srcOrd="7" destOrd="0" presId="urn:microsoft.com/office/officeart/2018/2/layout/IconLabelDescriptionList"/>
    <dgm:cxn modelId="{865E8CA2-5987-43AB-A155-9B009ED54029}" type="presParOf" srcId="{2D160F76-BB20-49FF-A046-6E5783F009F3}" destId="{76637B64-C518-41D7-8B9B-49C013901549}" srcOrd="8" destOrd="0" presId="urn:microsoft.com/office/officeart/2018/2/layout/IconLabelDescriptionList"/>
    <dgm:cxn modelId="{A3EB08E6-9501-43BD-AE98-68B9CF4F72B8}" type="presParOf" srcId="{76637B64-C518-41D7-8B9B-49C013901549}" destId="{EC1B9543-4BFF-4604-B8D7-9D848A163950}" srcOrd="0" destOrd="0" presId="urn:microsoft.com/office/officeart/2018/2/layout/IconLabelDescriptionList"/>
    <dgm:cxn modelId="{B480B88D-491B-4AB3-B61C-23E8354F0734}" type="presParOf" srcId="{76637B64-C518-41D7-8B9B-49C013901549}" destId="{068E4675-4AF9-489B-9569-A70BB8777E4F}" srcOrd="1" destOrd="0" presId="urn:microsoft.com/office/officeart/2018/2/layout/IconLabelDescriptionList"/>
    <dgm:cxn modelId="{E25B49EA-AA42-4B07-A7DD-890F977AFFE4}" type="presParOf" srcId="{76637B64-C518-41D7-8B9B-49C013901549}" destId="{00EA4771-B819-4AC5-8A1A-B06AD498C4A6}" srcOrd="2" destOrd="0" presId="urn:microsoft.com/office/officeart/2018/2/layout/IconLabelDescriptionList"/>
    <dgm:cxn modelId="{28FA558B-98F4-4CB5-B5E9-9DCC1557BB49}" type="presParOf" srcId="{76637B64-C518-41D7-8B9B-49C013901549}" destId="{BD11CE9F-3A8A-4E1E-B631-6391B066BB6B}" srcOrd="3" destOrd="0" presId="urn:microsoft.com/office/officeart/2018/2/layout/IconLabelDescriptionList"/>
    <dgm:cxn modelId="{88C031A4-8812-490A-B1E6-4394827A3A51}" type="presParOf" srcId="{76637B64-C518-41D7-8B9B-49C013901549}" destId="{3C523661-007D-44ED-8379-CEB10387D2E4}"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87E9E3-D75A-4C31-873A-D05E1416E913}">
      <dsp:nvSpPr>
        <dsp:cNvPr id="0" name=""/>
        <dsp:cNvSpPr/>
      </dsp:nvSpPr>
      <dsp:spPr>
        <a:xfrm>
          <a:off x="5273" y="1141044"/>
          <a:ext cx="670359" cy="67035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71FEA7A-0D0B-4A84-BDCF-7CB0E5658922}">
      <dsp:nvSpPr>
        <dsp:cNvPr id="0" name=""/>
        <dsp:cNvSpPr/>
      </dsp:nvSpPr>
      <dsp:spPr>
        <a:xfrm>
          <a:off x="5273" y="1893564"/>
          <a:ext cx="1915312" cy="412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de-DE" sz="1400" kern="1200"/>
            <a:t>Provided</a:t>
          </a:r>
          <a:endParaRPr lang="en-US" sz="1400" kern="1200" dirty="0"/>
        </a:p>
      </dsp:txBody>
      <dsp:txXfrm>
        <a:off x="5273" y="1893564"/>
        <a:ext cx="1915312" cy="412989"/>
      </dsp:txXfrm>
    </dsp:sp>
    <dsp:sp modelId="{241E666B-B250-43E3-8EED-0D1A6A9E1AAB}">
      <dsp:nvSpPr>
        <dsp:cNvPr id="0" name=""/>
        <dsp:cNvSpPr/>
      </dsp:nvSpPr>
      <dsp:spPr>
        <a:xfrm>
          <a:off x="5273" y="2344768"/>
          <a:ext cx="1915312" cy="706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de-DE" sz="1100" kern="1200"/>
            <a:t>PCAP files</a:t>
          </a:r>
          <a:endParaRPr lang="en-US" sz="1100" kern="1200" dirty="0"/>
        </a:p>
      </dsp:txBody>
      <dsp:txXfrm>
        <a:off x="5273" y="2344768"/>
        <a:ext cx="1915312" cy="706991"/>
      </dsp:txXfrm>
    </dsp:sp>
    <dsp:sp modelId="{633922AA-F88A-4663-B268-BD48B99231E7}">
      <dsp:nvSpPr>
        <dsp:cNvPr id="0" name=""/>
        <dsp:cNvSpPr/>
      </dsp:nvSpPr>
      <dsp:spPr>
        <a:xfrm>
          <a:off x="2255766" y="1141044"/>
          <a:ext cx="670359" cy="67035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25CE6F-46F5-4D19-85FF-559CC3CC662B}">
      <dsp:nvSpPr>
        <dsp:cNvPr id="0" name=""/>
        <dsp:cNvSpPr/>
      </dsp:nvSpPr>
      <dsp:spPr>
        <a:xfrm>
          <a:off x="2255766" y="1893564"/>
          <a:ext cx="1915312" cy="412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de-DE" sz="1400" kern="1200"/>
            <a:t>Metadata</a:t>
          </a:r>
          <a:endParaRPr lang="en-US" sz="1400" kern="1200" dirty="0"/>
        </a:p>
      </dsp:txBody>
      <dsp:txXfrm>
        <a:off x="2255766" y="1893564"/>
        <a:ext cx="1915312" cy="412989"/>
      </dsp:txXfrm>
    </dsp:sp>
    <dsp:sp modelId="{742C4212-7E4C-4666-9114-A3BDA0DA3086}">
      <dsp:nvSpPr>
        <dsp:cNvPr id="0" name=""/>
        <dsp:cNvSpPr/>
      </dsp:nvSpPr>
      <dsp:spPr>
        <a:xfrm>
          <a:off x="2255766" y="2344768"/>
          <a:ext cx="1915312" cy="706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de-DE" sz="1100" kern="1200"/>
            <a:t>Timestamps</a:t>
          </a:r>
          <a:endParaRPr lang="en-US" sz="1100" kern="1200" dirty="0"/>
        </a:p>
        <a:p>
          <a:pPr marL="0" lvl="0" indent="0" algn="l" defTabSz="488950">
            <a:lnSpc>
              <a:spcPct val="100000"/>
            </a:lnSpc>
            <a:spcBef>
              <a:spcPct val="0"/>
            </a:spcBef>
            <a:spcAft>
              <a:spcPct val="35000"/>
            </a:spcAft>
            <a:buNone/>
          </a:pPr>
          <a:r>
            <a:rPr lang="de-DE" sz="1100" kern="1200"/>
            <a:t> IP Address</a:t>
          </a:r>
          <a:endParaRPr lang="en-US" sz="1100" kern="1200" dirty="0"/>
        </a:p>
        <a:p>
          <a:pPr marL="0" lvl="0" indent="0" algn="l" defTabSz="488950">
            <a:lnSpc>
              <a:spcPct val="100000"/>
            </a:lnSpc>
            <a:spcBef>
              <a:spcPct val="0"/>
            </a:spcBef>
            <a:spcAft>
              <a:spcPct val="35000"/>
            </a:spcAft>
            <a:buNone/>
          </a:pPr>
          <a:r>
            <a:rPr lang="de-DE" sz="1100" kern="1200"/>
            <a:t>Port Number</a:t>
          </a:r>
          <a:endParaRPr lang="en-US" sz="1100" kern="1200" dirty="0"/>
        </a:p>
      </dsp:txBody>
      <dsp:txXfrm>
        <a:off x="2255766" y="2344768"/>
        <a:ext cx="1915312" cy="706991"/>
      </dsp:txXfrm>
    </dsp:sp>
    <dsp:sp modelId="{65AD94E5-3AF0-4800-8C1E-637E0CDB136C}">
      <dsp:nvSpPr>
        <dsp:cNvPr id="0" name=""/>
        <dsp:cNvSpPr/>
      </dsp:nvSpPr>
      <dsp:spPr>
        <a:xfrm>
          <a:off x="4506258" y="1141044"/>
          <a:ext cx="670359" cy="67035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EE53A3-0164-4A1C-A2D2-4F5387252BC3}">
      <dsp:nvSpPr>
        <dsp:cNvPr id="0" name=""/>
        <dsp:cNvSpPr/>
      </dsp:nvSpPr>
      <dsp:spPr>
        <a:xfrm>
          <a:off x="4506258" y="1893564"/>
          <a:ext cx="1915312" cy="412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de-DE" sz="1400" kern="1200" dirty="0"/>
            <a:t>Labels</a:t>
          </a:r>
          <a:endParaRPr lang="en-US" sz="1400" kern="1200" dirty="0"/>
        </a:p>
      </dsp:txBody>
      <dsp:txXfrm>
        <a:off x="4506258" y="1893564"/>
        <a:ext cx="1915312" cy="412989"/>
      </dsp:txXfrm>
    </dsp:sp>
    <dsp:sp modelId="{C368F9E0-0291-4F86-8C98-84793A4AA693}">
      <dsp:nvSpPr>
        <dsp:cNvPr id="0" name=""/>
        <dsp:cNvSpPr/>
      </dsp:nvSpPr>
      <dsp:spPr>
        <a:xfrm>
          <a:off x="4506258" y="2344768"/>
          <a:ext cx="1915312" cy="706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dirty="0"/>
            <a:t>Benign/Attack type</a:t>
          </a:r>
        </a:p>
      </dsp:txBody>
      <dsp:txXfrm>
        <a:off x="4506258" y="2344768"/>
        <a:ext cx="1915312" cy="706991"/>
      </dsp:txXfrm>
    </dsp:sp>
    <dsp:sp modelId="{39D9B1C6-7D3E-454C-8C3D-FEA36A061A3F}">
      <dsp:nvSpPr>
        <dsp:cNvPr id="0" name=""/>
        <dsp:cNvSpPr/>
      </dsp:nvSpPr>
      <dsp:spPr>
        <a:xfrm>
          <a:off x="6756750" y="1141044"/>
          <a:ext cx="670359" cy="670359"/>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6659CE-3BCE-47BF-B3F5-90CB9A84970B}">
      <dsp:nvSpPr>
        <dsp:cNvPr id="0" name=""/>
        <dsp:cNvSpPr/>
      </dsp:nvSpPr>
      <dsp:spPr>
        <a:xfrm>
          <a:off x="6756750" y="1893564"/>
          <a:ext cx="1915312" cy="412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de-DE" sz="1400" kern="1200"/>
            <a:t>Raw Dataset Representation</a:t>
          </a:r>
          <a:endParaRPr lang="en-US" sz="1400" kern="1200"/>
        </a:p>
      </dsp:txBody>
      <dsp:txXfrm>
        <a:off x="6756750" y="1893564"/>
        <a:ext cx="1915312" cy="412989"/>
      </dsp:txXfrm>
    </dsp:sp>
    <dsp:sp modelId="{D7B65D49-F146-4F1C-880C-E8C811693C39}">
      <dsp:nvSpPr>
        <dsp:cNvPr id="0" name=""/>
        <dsp:cNvSpPr/>
      </dsp:nvSpPr>
      <dsp:spPr>
        <a:xfrm>
          <a:off x="6756750" y="2344768"/>
          <a:ext cx="1915312" cy="706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de-DE" sz="1100" kern="1200" dirty="0"/>
            <a:t>Extract all packets</a:t>
          </a:r>
          <a:endParaRPr lang="en-US" sz="1100" kern="1200" dirty="0"/>
        </a:p>
        <a:p>
          <a:pPr marL="0" lvl="0" indent="0" algn="l" defTabSz="488950">
            <a:lnSpc>
              <a:spcPct val="100000"/>
            </a:lnSpc>
            <a:spcBef>
              <a:spcPct val="0"/>
            </a:spcBef>
            <a:spcAft>
              <a:spcPct val="35000"/>
            </a:spcAft>
            <a:buNone/>
          </a:pPr>
          <a:r>
            <a:rPr lang="de-DE" sz="1100" kern="1200" dirty="0"/>
            <a:t>Extract entire byte sequence (Ethernet, IP, TCP/UDP headers)</a:t>
          </a:r>
          <a:endParaRPr lang="en-US" sz="1100" kern="1200" dirty="0"/>
        </a:p>
      </dsp:txBody>
      <dsp:txXfrm>
        <a:off x="6756750" y="2344768"/>
        <a:ext cx="1915312" cy="706991"/>
      </dsp:txXfrm>
    </dsp:sp>
    <dsp:sp modelId="{EC1B9543-4BFF-4604-B8D7-9D848A163950}">
      <dsp:nvSpPr>
        <dsp:cNvPr id="0" name=""/>
        <dsp:cNvSpPr/>
      </dsp:nvSpPr>
      <dsp:spPr>
        <a:xfrm>
          <a:off x="9007242" y="1141044"/>
          <a:ext cx="670359" cy="670359"/>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0EA4771-B819-4AC5-8A1A-B06AD498C4A6}">
      <dsp:nvSpPr>
        <dsp:cNvPr id="0" name=""/>
        <dsp:cNvSpPr/>
      </dsp:nvSpPr>
      <dsp:spPr>
        <a:xfrm>
          <a:off x="9007242" y="1893564"/>
          <a:ext cx="1915312" cy="412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de-DE" sz="1400" kern="1200"/>
            <a:t>RE Dataset Representation</a:t>
          </a:r>
          <a:endParaRPr lang="en-US" sz="1400" kern="1200"/>
        </a:p>
      </dsp:txBody>
      <dsp:txXfrm>
        <a:off x="9007242" y="1893564"/>
        <a:ext cx="1915312" cy="412989"/>
      </dsp:txXfrm>
    </dsp:sp>
    <dsp:sp modelId="{3C523661-007D-44ED-8379-CEB10387D2E4}">
      <dsp:nvSpPr>
        <dsp:cNvPr id="0" name=""/>
        <dsp:cNvSpPr/>
      </dsp:nvSpPr>
      <dsp:spPr>
        <a:xfrm>
          <a:off x="9007242" y="2344768"/>
          <a:ext cx="1915312" cy="706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de-DE" sz="1100" kern="1200" dirty="0"/>
            <a:t>Filter S7Comm packets</a:t>
          </a:r>
        </a:p>
        <a:p>
          <a:pPr marL="0" lvl="0" indent="0" algn="l" defTabSz="488950">
            <a:lnSpc>
              <a:spcPct val="100000"/>
            </a:lnSpc>
            <a:spcBef>
              <a:spcPct val="0"/>
            </a:spcBef>
            <a:spcAft>
              <a:spcPct val="35000"/>
            </a:spcAft>
            <a:buNone/>
          </a:pPr>
          <a:r>
            <a:rPr lang="de-DE" sz="1100" kern="1200" dirty="0"/>
            <a:t>Extract S7Comm payload starting at keyword</a:t>
          </a:r>
          <a:endParaRPr lang="en-US" sz="1100" kern="1200" dirty="0"/>
        </a:p>
      </dsp:txBody>
      <dsp:txXfrm>
        <a:off x="9007242" y="2344768"/>
        <a:ext cx="1915312" cy="706991"/>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8E7185-2344-45DE-BDB0-7C1EAA0E8727}" type="datetimeFigureOut">
              <a:rPr lang="de-DE" smtClean="0"/>
              <a:t>04.02.2026</a:t>
            </a:fld>
            <a:endParaRPr lang="de-DE"/>
          </a:p>
        </p:txBody>
      </p:sp>
      <p:sp>
        <p:nvSpPr>
          <p:cNvPr id="4" name="Fußzeilenplatzhalt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67AC467-C27E-4DC7-AEBD-0C4B7D6FCF53}" type="slidenum">
              <a:rPr lang="de-DE" smtClean="0"/>
              <a:t>‹#›</a:t>
            </a:fld>
            <a:endParaRPr lang="de-DE"/>
          </a:p>
        </p:txBody>
      </p:sp>
    </p:spTree>
    <p:extLst>
      <p:ext uri="{BB962C8B-B14F-4D97-AF65-F5344CB8AC3E}">
        <p14:creationId xmlns:p14="http://schemas.microsoft.com/office/powerpoint/2010/main" val="10102112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A210B1-1EAA-4876-A4F7-A35DABD549B7}" type="datetimeFigureOut">
              <a:rPr lang="de-DE" smtClean="0"/>
              <a:t>04.02.2026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F6ECB0-4EB5-411D-9EB7-90E2340D28B3}" type="slidenum">
              <a:rPr lang="de-DE" smtClean="0"/>
              <a:t>‹#›</a:t>
            </a:fld>
            <a:endParaRPr lang="de-DE"/>
          </a:p>
        </p:txBody>
      </p:sp>
    </p:spTree>
    <p:extLst>
      <p:ext uri="{BB962C8B-B14F-4D97-AF65-F5344CB8AC3E}">
        <p14:creationId xmlns:p14="http://schemas.microsoft.com/office/powerpoint/2010/main" val="2621101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8C887-2009-9C81-B6F5-4D74EEE51A7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F1CF442-511F-91A2-055B-2BF8A7AD1FD0}"/>
              </a:ext>
            </a:extLst>
          </p:cNvPr>
          <p:cNvSpPr>
            <a:spLocks noGrp="1" noRot="1" noChangeAspect="1"/>
          </p:cNvSpPr>
          <p:nvPr>
            <p:ph type="sldImg"/>
          </p:nvPr>
        </p:nvSpPr>
        <p:spPr>
          <a:xfrm>
            <a:off x="685800" y="1143000"/>
            <a:ext cx="5486400" cy="3086100"/>
          </a:xfrm>
        </p:spPr>
      </p:sp>
      <p:sp>
        <p:nvSpPr>
          <p:cNvPr id="3" name="Notizenplatzhalter 2">
            <a:extLst>
              <a:ext uri="{FF2B5EF4-FFF2-40B4-BE49-F238E27FC236}">
                <a16:creationId xmlns:a16="http://schemas.microsoft.com/office/drawing/2014/main" id="{DC8F3566-E1F7-5905-567E-AAB3B5ED2DB6}"/>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265585CB-4FA9-95A3-4AE1-2E4A50171FA4}"/>
              </a:ext>
            </a:extLst>
          </p:cNvPr>
          <p:cNvSpPr>
            <a:spLocks noGrp="1"/>
          </p:cNvSpPr>
          <p:nvPr>
            <p:ph type="sldNum" sz="quarter" idx="10"/>
          </p:nvPr>
        </p:nvSpPr>
        <p:spPr/>
        <p:txBody>
          <a:bodyPr/>
          <a:lstStyle/>
          <a:p>
            <a:fld id="{17F6ECB0-4EB5-411D-9EB7-90E2340D28B3}" type="slidenum">
              <a:rPr lang="de-DE" smtClean="0"/>
              <a:t>2</a:t>
            </a:fld>
            <a:endParaRPr lang="de-DE"/>
          </a:p>
        </p:txBody>
      </p:sp>
    </p:spTree>
    <p:extLst>
      <p:ext uri="{BB962C8B-B14F-4D97-AF65-F5344CB8AC3E}">
        <p14:creationId xmlns:p14="http://schemas.microsoft.com/office/powerpoint/2010/main" val="16578658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0E3DD-A62B-A521-C879-942C3D7AD76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DE47DC3-EADF-CBFB-FEBD-D009064DCBB1}"/>
              </a:ext>
            </a:extLst>
          </p:cNvPr>
          <p:cNvSpPr>
            <a:spLocks noGrp="1" noRot="1" noChangeAspect="1"/>
          </p:cNvSpPr>
          <p:nvPr>
            <p:ph type="sldImg"/>
          </p:nvPr>
        </p:nvSpPr>
        <p:spPr>
          <a:xfrm>
            <a:off x="685800" y="1143000"/>
            <a:ext cx="5486400" cy="3086100"/>
          </a:xfrm>
        </p:spPr>
      </p:sp>
      <p:sp>
        <p:nvSpPr>
          <p:cNvPr id="3" name="Notizenplatzhalter 2">
            <a:extLst>
              <a:ext uri="{FF2B5EF4-FFF2-40B4-BE49-F238E27FC236}">
                <a16:creationId xmlns:a16="http://schemas.microsoft.com/office/drawing/2014/main" id="{BB5D98FA-CCF8-5FA1-580E-A6E75CC51BC7}"/>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2A585CBB-2A5B-86D5-3A4E-CB9598A7F35F}"/>
              </a:ext>
            </a:extLst>
          </p:cNvPr>
          <p:cNvSpPr>
            <a:spLocks noGrp="1"/>
          </p:cNvSpPr>
          <p:nvPr>
            <p:ph type="sldNum" sz="quarter" idx="10"/>
          </p:nvPr>
        </p:nvSpPr>
        <p:spPr/>
        <p:txBody>
          <a:bodyPr/>
          <a:lstStyle/>
          <a:p>
            <a:fld id="{17F6ECB0-4EB5-411D-9EB7-90E2340D28B3}" type="slidenum">
              <a:rPr lang="de-DE" smtClean="0"/>
              <a:t>3</a:t>
            </a:fld>
            <a:endParaRPr lang="de-DE"/>
          </a:p>
        </p:txBody>
      </p:sp>
    </p:spTree>
    <p:extLst>
      <p:ext uri="{BB962C8B-B14F-4D97-AF65-F5344CB8AC3E}">
        <p14:creationId xmlns:p14="http://schemas.microsoft.com/office/powerpoint/2010/main" val="5650895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85E7C-E5EB-666E-B485-03E742F43B8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30CA16C-23FB-8F20-4C71-52E534BDEA8B}"/>
              </a:ext>
            </a:extLst>
          </p:cNvPr>
          <p:cNvSpPr>
            <a:spLocks noGrp="1" noRot="1" noChangeAspect="1"/>
          </p:cNvSpPr>
          <p:nvPr>
            <p:ph type="sldImg"/>
          </p:nvPr>
        </p:nvSpPr>
        <p:spPr>
          <a:xfrm>
            <a:off x="685800" y="1143000"/>
            <a:ext cx="5486400" cy="3086100"/>
          </a:xfrm>
        </p:spPr>
      </p:sp>
      <p:sp>
        <p:nvSpPr>
          <p:cNvPr id="3" name="Notizenplatzhalter 2">
            <a:extLst>
              <a:ext uri="{FF2B5EF4-FFF2-40B4-BE49-F238E27FC236}">
                <a16:creationId xmlns:a16="http://schemas.microsoft.com/office/drawing/2014/main" id="{B200CBF8-81F0-889D-6BE1-118961020760}"/>
              </a:ext>
            </a:extLst>
          </p:cNvPr>
          <p:cNvSpPr>
            <a:spLocks noGrp="1"/>
          </p:cNvSpPr>
          <p:nvPr>
            <p:ph type="body" idx="1"/>
          </p:nvPr>
        </p:nvSpPr>
        <p:spPr/>
        <p:txBody>
          <a:bodyPr/>
          <a:lstStyle/>
          <a:p>
            <a:pPr lvl="1"/>
            <a:r>
              <a:rPr lang="en-US" dirty="0"/>
              <a:t>What ? </a:t>
            </a:r>
          </a:p>
          <a:p>
            <a:pPr lvl="1"/>
            <a:r>
              <a:rPr lang="en-US" dirty="0" err="1"/>
              <a:t>Perfrom</a:t>
            </a:r>
            <a:r>
              <a:rPr lang="en-US" dirty="0"/>
              <a:t> statistical analysis on the datasets to understand how they looks like</a:t>
            </a:r>
          </a:p>
          <a:p>
            <a:pPr lvl="1"/>
            <a:r>
              <a:rPr lang="en-US" dirty="0"/>
              <a:t>Implement and evaluate different approaches to extract expressive patterns network traffic collected in the OT area using </a:t>
            </a:r>
            <a:r>
              <a:rPr lang="en-US" dirty="0" err="1"/>
              <a:t>everse</a:t>
            </a:r>
            <a:r>
              <a:rPr lang="en-US" dirty="0"/>
              <a:t> engineering methods to derive specific chunks from the observed network packets.</a:t>
            </a:r>
          </a:p>
          <a:p>
            <a:pPr lvl="1"/>
            <a:r>
              <a:rPr lang="en-US" dirty="0"/>
              <a:t>Train different machine learning  and deep learning methods to train a classifier with the reverse engineered chunks</a:t>
            </a:r>
          </a:p>
          <a:p>
            <a:r>
              <a:rPr lang="en-US" dirty="0"/>
              <a:t>Why ? </a:t>
            </a:r>
          </a:p>
          <a:p>
            <a:pPr lvl="1"/>
            <a:r>
              <a:rPr lang="en-US" dirty="0"/>
              <a:t> The main idea is to be able to create an anomaly detection for ICS even if we do not have the used protocol as open-source. </a:t>
            </a:r>
          </a:p>
          <a:p>
            <a:endParaRPr lang="en-US" dirty="0"/>
          </a:p>
          <a:p>
            <a:r>
              <a:rPr lang="en-US" dirty="0"/>
              <a:t>   </a:t>
            </a:r>
          </a:p>
          <a:p>
            <a:endParaRPr lang="de-DE" dirty="0"/>
          </a:p>
        </p:txBody>
      </p:sp>
      <p:sp>
        <p:nvSpPr>
          <p:cNvPr id="4" name="Foliennummernplatzhalter 3">
            <a:extLst>
              <a:ext uri="{FF2B5EF4-FFF2-40B4-BE49-F238E27FC236}">
                <a16:creationId xmlns:a16="http://schemas.microsoft.com/office/drawing/2014/main" id="{72389D15-B272-EB76-25AF-1EBFD13AD26A}"/>
              </a:ext>
            </a:extLst>
          </p:cNvPr>
          <p:cNvSpPr>
            <a:spLocks noGrp="1"/>
          </p:cNvSpPr>
          <p:nvPr>
            <p:ph type="sldNum" sz="quarter" idx="10"/>
          </p:nvPr>
        </p:nvSpPr>
        <p:spPr/>
        <p:txBody>
          <a:bodyPr/>
          <a:lstStyle/>
          <a:p>
            <a:fld id="{17F6ECB0-4EB5-411D-9EB7-90E2340D28B3}" type="slidenum">
              <a:rPr lang="de-DE" smtClean="0"/>
              <a:t>4</a:t>
            </a:fld>
            <a:endParaRPr lang="de-DE"/>
          </a:p>
        </p:txBody>
      </p:sp>
    </p:spTree>
    <p:extLst>
      <p:ext uri="{BB962C8B-B14F-4D97-AF65-F5344CB8AC3E}">
        <p14:creationId xmlns:p14="http://schemas.microsoft.com/office/powerpoint/2010/main" val="61748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-we were provided with 2 dfferent datasets that we analyzed in the beginning of the project</a:t>
            </a:r>
          </a:p>
          <a:p>
            <a:endParaRPr lang="de-DE" dirty="0"/>
          </a:p>
          <a:p>
            <a:r>
              <a:rPr lang="de-DE" dirty="0"/>
              <a:t>-one is .... [read table]</a:t>
            </a:r>
          </a:p>
          <a:p>
            <a:r>
              <a:rPr lang="de-DE" dirty="0"/>
              <a:t>-both s7Comm</a:t>
            </a:r>
          </a:p>
          <a:p>
            <a:r>
              <a:rPr lang="de-DE" dirty="0"/>
              <a:t>-electra -&gt; realistic testbeds, QUT -&gt; controlled laboratory environment</a:t>
            </a:r>
          </a:p>
          <a:p>
            <a:pPr marL="171450" indent="-171450">
              <a:buFont typeface="Wingdings" panose="05000000000000000000" pitchFamily="2" charset="2"/>
              <a:buChar char="è"/>
            </a:pPr>
            <a:r>
              <a:rPr lang="de-DE" dirty="0"/>
              <a:t>Therefore more normal then attack data in electra </a:t>
            </a:r>
          </a:p>
          <a:p>
            <a:pPr marL="171450" indent="-171450">
              <a:buFont typeface="Wingdings" panose="05000000000000000000" pitchFamily="2" charset="2"/>
              <a:buChar char="è"/>
            </a:pPr>
            <a:endParaRPr lang="de-DE" dirty="0"/>
          </a:p>
          <a:p>
            <a:endParaRPr lang="de-DE" dirty="0"/>
          </a:p>
          <a:p>
            <a:r>
              <a:rPr lang="de-DE" b="1" dirty="0"/>
              <a:t>-electra was only used in the beginning for initial analysis and comparison to the QUT datasaet</a:t>
            </a:r>
          </a:p>
          <a:p>
            <a:r>
              <a:rPr lang="de-DE" b="1" dirty="0"/>
              <a:t>-QUT was used for all further steps in the projects</a:t>
            </a:r>
          </a:p>
          <a:p>
            <a:pPr marL="171450" indent="-171450">
              <a:buFont typeface="Symbol" panose="05050102010706020507" pitchFamily="18" charset="2"/>
              <a:buChar char="Þ"/>
            </a:pPr>
            <a:r>
              <a:rPr lang="de-DE" b="1" dirty="0"/>
              <a:t>More suitable for reverse engineering tasks since it contains the raw packets in pcap files</a:t>
            </a:r>
          </a:p>
          <a:p>
            <a:pPr marL="0" indent="0">
              <a:buFont typeface="Symbol" panose="05050102010706020507" pitchFamily="18" charset="2"/>
              <a:buNone/>
            </a:pPr>
            <a:endParaRPr lang="de-DE" b="1" dirty="0"/>
          </a:p>
          <a:p>
            <a:r>
              <a:rPr lang="de-DE" dirty="0"/>
              <a:t>--------------------------------------------------------------------------</a:t>
            </a:r>
          </a:p>
          <a:p>
            <a:r>
              <a:rPr lang="de-DE" dirty="0"/>
              <a:t>(attacks in electra:</a:t>
            </a:r>
          </a:p>
          <a:p>
            <a:r>
              <a:rPr lang="de-DE" dirty="0"/>
              <a:t>-reconnaissance, false data injection, replay)</a:t>
            </a:r>
          </a:p>
          <a:p>
            <a:endParaRPr lang="de-DE" dirty="0"/>
          </a:p>
        </p:txBody>
      </p:sp>
      <p:sp>
        <p:nvSpPr>
          <p:cNvPr id="4" name="Slide Number Placeholder 3"/>
          <p:cNvSpPr>
            <a:spLocks noGrp="1"/>
          </p:cNvSpPr>
          <p:nvPr>
            <p:ph type="sldNum" sz="quarter" idx="5"/>
          </p:nvPr>
        </p:nvSpPr>
        <p:spPr/>
        <p:txBody>
          <a:bodyPr/>
          <a:lstStyle/>
          <a:p>
            <a:fld id="{17F6ECB0-4EB5-411D-9EB7-90E2340D28B3}" type="slidenum">
              <a:rPr lang="de-DE" smtClean="0"/>
              <a:t>5</a:t>
            </a:fld>
            <a:endParaRPr lang="de-DE"/>
          </a:p>
        </p:txBody>
      </p:sp>
    </p:spTree>
    <p:extLst>
      <p:ext uri="{BB962C8B-B14F-4D97-AF65-F5344CB8AC3E}">
        <p14:creationId xmlns:p14="http://schemas.microsoft.com/office/powerpoint/2010/main" val="1045129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-QUT is </a:t>
            </a:r>
            <a:r>
              <a:rPr lang="de-DE" b="1" dirty="0"/>
              <a:t>highly imbalanced </a:t>
            </a:r>
            <a:r>
              <a:rPr lang="de-DE" dirty="0"/>
              <a:t>with attack packets accounting for the vast majority of the traffic</a:t>
            </a:r>
          </a:p>
          <a:p>
            <a:endParaRPr lang="de-DE" dirty="0"/>
          </a:p>
          <a:p>
            <a:r>
              <a:rPr lang="de-DE" dirty="0"/>
              <a:t>-within the attack traffic there is a diversity of present attack types</a:t>
            </a:r>
          </a:p>
          <a:p>
            <a:r>
              <a:rPr lang="de-DE" dirty="0"/>
              <a:t>But it is </a:t>
            </a:r>
            <a:r>
              <a:rPr lang="de-DE" b="1" dirty="0"/>
              <a:t>strongly dominated by flooding attacks of different types</a:t>
            </a:r>
          </a:p>
          <a:p>
            <a:r>
              <a:rPr lang="de-DE" dirty="0"/>
              <a:t>-</a:t>
            </a:r>
            <a:r>
              <a:rPr lang="de-DE" b="1" dirty="0"/>
              <a:t>there are three kinds of non-flooding attacks </a:t>
            </a:r>
            <a:r>
              <a:rPr lang="de-DE" dirty="0"/>
              <a:t>inside the dataset which only </a:t>
            </a:r>
            <a:r>
              <a:rPr lang="de-DE" b="1" dirty="0"/>
              <a:t>form a small fraction below 0,01% </a:t>
            </a:r>
          </a:p>
          <a:p>
            <a:pPr marL="171450" indent="-171450">
              <a:buFont typeface="Symbol" panose="05050102010706020507" pitchFamily="18" charset="2"/>
              <a:buChar char="Þ"/>
            </a:pPr>
            <a:r>
              <a:rPr lang="de-DE" dirty="0"/>
              <a:t>namely: EmergencyStop,. GlobalReset and ConveyorBeltReset </a:t>
            </a:r>
          </a:p>
          <a:p>
            <a:pPr marL="171450" indent="-171450">
              <a:buFont typeface="Symbol" panose="05050102010706020507" pitchFamily="18" charset="2"/>
              <a:buChar char="Þ"/>
            </a:pPr>
            <a:endParaRPr lang="de-DE" dirty="0"/>
          </a:p>
          <a:p>
            <a:pPr marL="0" indent="0">
              <a:buFont typeface="Symbol" panose="05050102010706020507" pitchFamily="18" charset="2"/>
              <a:buNone/>
            </a:pPr>
            <a:r>
              <a:rPr lang="de-DE" dirty="0"/>
              <a:t>-</a:t>
            </a:r>
            <a:r>
              <a:rPr lang="de-DE" b="1" dirty="0"/>
              <a:t>majority of traffic </a:t>
            </a:r>
            <a:r>
              <a:rPr lang="de-DE" b="0" dirty="0"/>
              <a:t>generated by S7Comm</a:t>
            </a:r>
          </a:p>
          <a:p>
            <a:endParaRPr lang="de-DE" dirty="0"/>
          </a:p>
        </p:txBody>
      </p:sp>
      <p:sp>
        <p:nvSpPr>
          <p:cNvPr id="4" name="Slide Number Placeholder 3"/>
          <p:cNvSpPr>
            <a:spLocks noGrp="1"/>
          </p:cNvSpPr>
          <p:nvPr>
            <p:ph type="sldNum" sz="quarter" idx="5"/>
          </p:nvPr>
        </p:nvSpPr>
        <p:spPr/>
        <p:txBody>
          <a:bodyPr/>
          <a:lstStyle/>
          <a:p>
            <a:fld id="{17F6ECB0-4EB5-411D-9EB7-90E2340D28B3}" type="slidenum">
              <a:rPr lang="de-DE" smtClean="0"/>
              <a:t>6</a:t>
            </a:fld>
            <a:endParaRPr lang="de-DE"/>
          </a:p>
        </p:txBody>
      </p:sp>
    </p:spTree>
    <p:extLst>
      <p:ext uri="{BB962C8B-B14F-4D97-AF65-F5344CB8AC3E}">
        <p14:creationId xmlns:p14="http://schemas.microsoft.com/office/powerpoint/2010/main" val="925343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355E8-5CB3-E9CE-5989-12C9BB430AB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1013831-0CF6-4D19-7D10-C2EDAF3CF970}"/>
              </a:ext>
            </a:extLst>
          </p:cNvPr>
          <p:cNvSpPr>
            <a:spLocks noGrp="1" noRot="1" noChangeAspect="1"/>
          </p:cNvSpPr>
          <p:nvPr>
            <p:ph type="sldImg"/>
          </p:nvPr>
        </p:nvSpPr>
        <p:spPr>
          <a:xfrm>
            <a:off x="685800" y="1143000"/>
            <a:ext cx="5486400" cy="3086100"/>
          </a:xfrm>
        </p:spPr>
      </p:sp>
      <p:sp>
        <p:nvSpPr>
          <p:cNvPr id="3" name="Notizenplatzhalter 2">
            <a:extLst>
              <a:ext uri="{FF2B5EF4-FFF2-40B4-BE49-F238E27FC236}">
                <a16:creationId xmlns:a16="http://schemas.microsoft.com/office/drawing/2014/main" id="{64289A57-7F5A-DE7D-27C5-88E2D154314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-we started by applying dataset preprocessing and reverse engineering to </a:t>
            </a:r>
            <a:r>
              <a:rPr lang="de-DE" b="1" dirty="0"/>
              <a:t>create 4 different dataset representation types </a:t>
            </a:r>
            <a:r>
              <a:rPr lang="de-DE" b="0" dirty="0"/>
              <a:t>(out of QUT) </a:t>
            </a:r>
          </a:p>
          <a:p>
            <a:r>
              <a:rPr lang="de-DE" dirty="0"/>
              <a:t>-on the one hand: RAW datset representation</a:t>
            </a:r>
          </a:p>
          <a:p>
            <a:r>
              <a:rPr lang="de-DE" dirty="0"/>
              <a:t>-&gt; 3 differnt Reverse Engineered Representations </a:t>
            </a:r>
          </a:p>
          <a:p>
            <a:endParaRPr lang="de-DE" dirty="0"/>
          </a:p>
          <a:p>
            <a:r>
              <a:rPr lang="de-DE" dirty="0"/>
              <a:t>-from those representation we </a:t>
            </a:r>
            <a:r>
              <a:rPr lang="de-DE" b="1" dirty="0"/>
              <a:t>extracted features using a SDA </a:t>
            </a:r>
            <a:r>
              <a:rPr lang="de-DE" dirty="0"/>
              <a:t>which we implemented</a:t>
            </a:r>
          </a:p>
          <a:p>
            <a:r>
              <a:rPr lang="de-DE" dirty="0"/>
              <a:t>-those were then </a:t>
            </a:r>
            <a:r>
              <a:rPr lang="de-DE" b="1" dirty="0"/>
              <a:t>used with the traditional ML classifiers</a:t>
            </a:r>
          </a:p>
          <a:p>
            <a:endParaRPr lang="de-DE" dirty="0"/>
          </a:p>
          <a:p>
            <a:pPr marL="171450" indent="-171450">
              <a:buFont typeface="Wingdings" panose="05000000000000000000" pitchFamily="2" charset="2"/>
              <a:buChar char="è"/>
            </a:pPr>
            <a:r>
              <a:rPr lang="de-DE" dirty="0"/>
              <a:t>There we had </a:t>
            </a:r>
            <a:r>
              <a:rPr lang="de-DE" b="1" dirty="0"/>
              <a:t>on the one hand the outlier detectors (namely ...) </a:t>
            </a:r>
            <a:r>
              <a:rPr lang="de-DE" dirty="0"/>
              <a:t>which were trained on normal packets only and the multilass classifiers (namely ...) trained on attack and normal packets</a:t>
            </a:r>
          </a:p>
          <a:p>
            <a:pPr marL="171450" indent="-171450">
              <a:buFont typeface="Wingdings" panose="05000000000000000000" pitchFamily="2" charset="2"/>
              <a:buChar char="è"/>
            </a:pPr>
            <a:r>
              <a:rPr lang="de-DE" dirty="0"/>
              <a:t>Those traditional ML classifiers were then combined into an ensemble classifiers which could either operate on the one class / multiclass classifiers</a:t>
            </a:r>
          </a:p>
          <a:p>
            <a:endParaRPr lang="de-DE" dirty="0"/>
          </a:p>
          <a:p>
            <a:r>
              <a:rPr lang="de-DE" dirty="0"/>
              <a:t>-we also implemented </a:t>
            </a:r>
            <a:r>
              <a:rPr lang="de-DE" b="1" dirty="0"/>
              <a:t>DL classifiers </a:t>
            </a:r>
            <a:r>
              <a:rPr lang="de-DE" dirty="0"/>
              <a:t>(CNN, ResNet)</a:t>
            </a:r>
          </a:p>
          <a:p>
            <a:r>
              <a:rPr lang="de-DE" dirty="0"/>
              <a:t>-and other anomaly detection methods (SDA, N-Gram based detection, GAN)</a:t>
            </a:r>
          </a:p>
          <a:p>
            <a:endParaRPr lang="de-DE" dirty="0"/>
          </a:p>
          <a:p>
            <a:r>
              <a:rPr lang="de-DE" dirty="0"/>
              <a:t>-the </a:t>
            </a:r>
            <a:r>
              <a:rPr lang="de-DE" b="1" dirty="0"/>
              <a:t>evaluation</a:t>
            </a:r>
            <a:r>
              <a:rPr lang="de-DE" dirty="0"/>
              <a:t> was performed using </a:t>
            </a:r>
            <a:r>
              <a:rPr lang="de-DE" b="1" dirty="0"/>
              <a:t>K-Fold-Crossvalidation</a:t>
            </a:r>
          </a:p>
          <a:p>
            <a:r>
              <a:rPr lang="de-DE" dirty="0"/>
              <a:t>-using 3 different evaluation scenarios </a:t>
            </a:r>
          </a:p>
          <a:p>
            <a:endParaRPr lang="de-DE" dirty="0"/>
          </a:p>
          <a:p>
            <a:r>
              <a:rPr lang="de-DE" dirty="0"/>
              <a:t>-------------------------------------------------------------------------------------------------------------------------</a:t>
            </a:r>
          </a:p>
          <a:p>
            <a:endParaRPr lang="de-DE" dirty="0"/>
          </a:p>
          <a:p>
            <a:r>
              <a:rPr lang="de-DE" dirty="0"/>
              <a:t>-first of all we implemented dataset preprocessing to create one preprocessed dataset cotaining all of the Raw bytes of the given QUT dataset </a:t>
            </a:r>
          </a:p>
          <a:p>
            <a:r>
              <a:rPr lang="de-DE" dirty="0"/>
              <a:t>-we also implemented a reverse engineering strategy to identify meaningful chunks of the bytes inside the given QUTdataset</a:t>
            </a:r>
          </a:p>
          <a:p>
            <a:pPr marL="171450" indent="-171450">
              <a:buFont typeface="Symbol" panose="05050102010706020507" pitchFamily="18" charset="2"/>
              <a:buChar char="Þ"/>
            </a:pPr>
            <a:r>
              <a:rPr lang="de-DE" dirty="0"/>
              <a:t>This then resulted in the RE dataset -&gt; which was further processed by concatinating a byte sequence of a certain length into smaller dataset representations RE5,RE10 and RE15</a:t>
            </a:r>
          </a:p>
          <a:p>
            <a:pPr marL="171450" indent="-171450">
              <a:buFont typeface="Symbol" panose="05050102010706020507" pitchFamily="18" charset="2"/>
              <a:buChar char="Þ"/>
            </a:pPr>
            <a:endParaRPr lang="de-DE" dirty="0"/>
          </a:p>
          <a:p>
            <a:pPr marL="0" indent="0">
              <a:buFont typeface="Symbol" panose="05050102010706020507" pitchFamily="18" charset="2"/>
              <a:buNone/>
            </a:pPr>
            <a:r>
              <a:rPr lang="de-DE" dirty="0"/>
              <a:t>-we implemented and evaluated many different models for the Anomaly Detection</a:t>
            </a:r>
          </a:p>
          <a:p>
            <a:pPr marL="171450" indent="-171450">
              <a:buFont typeface="Symbol" panose="05050102010706020507" pitchFamily="18" charset="2"/>
              <a:buChar char="Þ"/>
            </a:pPr>
            <a:r>
              <a:rPr lang="de-DE" dirty="0"/>
              <a:t>On the one hand we used standard ML classifiers, including outlier detectors and standard multiclass classifiers</a:t>
            </a:r>
          </a:p>
          <a:p>
            <a:pPr marL="171450" indent="-171450">
              <a:buFont typeface="Symbol" panose="05050102010706020507" pitchFamily="18" charset="2"/>
              <a:buChar char="Þ"/>
            </a:pPr>
            <a:r>
              <a:rPr lang="de-DE" dirty="0"/>
              <a:t>Then we had 3 other anomaly detection methods and two deep learning models which we implemented</a:t>
            </a:r>
          </a:p>
          <a:p>
            <a:pPr marL="171450" indent="-171450">
              <a:buFont typeface="Symbol" panose="05050102010706020507" pitchFamily="18" charset="2"/>
              <a:buChar char="Þ"/>
            </a:pPr>
            <a:endParaRPr lang="de-DE" dirty="0"/>
          </a:p>
          <a:p>
            <a:pPr marL="171450" indent="-171450">
              <a:buFont typeface="Symbol" panose="05050102010706020507" pitchFamily="18" charset="2"/>
              <a:buChar char="Þ"/>
            </a:pPr>
            <a:r>
              <a:rPr lang="de-DE" dirty="0"/>
              <a:t>3 different evaluation scenarios were used to evaluate the differernt models</a:t>
            </a:r>
          </a:p>
          <a:p>
            <a:pPr marL="171450" indent="-171450">
              <a:buFont typeface="Symbol" panose="05050102010706020507" pitchFamily="18" charset="2"/>
              <a:buChar char="Þ"/>
            </a:pPr>
            <a:r>
              <a:rPr lang="de-DE" dirty="0"/>
              <a:t>Scenario 1 suitable for all methods trained only on attack data and scenario 2 and 3 suitable for al models trained normal and attack data</a:t>
            </a:r>
          </a:p>
          <a:p>
            <a:pPr marL="0" indent="0">
              <a:buFont typeface="Symbol" panose="05050102010706020507" pitchFamily="18" charset="2"/>
              <a:buNone/>
            </a:pPr>
            <a:endParaRPr lang="de-DE" dirty="0"/>
          </a:p>
          <a:p>
            <a:pPr marL="0" marR="0" lvl="0" indent="0" algn="l" defTabSz="914400" rtl="0" eaLnBrk="1" fontAlgn="auto" latinLnBrk="0" hangingPunct="1">
              <a:lnSpc>
                <a:spcPct val="100000"/>
              </a:lnSpc>
              <a:spcBef>
                <a:spcPts val="0"/>
              </a:spcBef>
              <a:spcAft>
                <a:spcPts val="0"/>
              </a:spcAft>
              <a:buClrTx/>
              <a:buSzTx/>
              <a:buFont typeface="Symbol" panose="05050102010706020507" pitchFamily="18" charset="2"/>
              <a:buNone/>
              <a:tabLst/>
              <a:defRPr/>
            </a:pPr>
            <a:r>
              <a:rPr lang="de-DE" b="0" dirty="0"/>
              <a:t>-&gt;</a:t>
            </a:r>
            <a:r>
              <a:rPr lang="de-DE" dirty="0"/>
              <a:t>that were then evaluated using K-Fold in different evaluation scenarios</a:t>
            </a:r>
          </a:p>
          <a:p>
            <a:pPr marL="0" indent="0">
              <a:buFont typeface="Symbol" panose="05050102010706020507" pitchFamily="18" charset="2"/>
              <a:buNone/>
            </a:pPr>
            <a:endParaRPr lang="de-DE" dirty="0"/>
          </a:p>
          <a:p>
            <a:endParaRPr lang="de-DE" dirty="0"/>
          </a:p>
        </p:txBody>
      </p:sp>
      <p:sp>
        <p:nvSpPr>
          <p:cNvPr id="4" name="Foliennummernplatzhalter 3">
            <a:extLst>
              <a:ext uri="{FF2B5EF4-FFF2-40B4-BE49-F238E27FC236}">
                <a16:creationId xmlns:a16="http://schemas.microsoft.com/office/drawing/2014/main" id="{30856C55-19A6-475D-3669-7617CE03719B}"/>
              </a:ext>
            </a:extLst>
          </p:cNvPr>
          <p:cNvSpPr>
            <a:spLocks noGrp="1"/>
          </p:cNvSpPr>
          <p:nvPr>
            <p:ph type="sldNum" sz="quarter" idx="10"/>
          </p:nvPr>
        </p:nvSpPr>
        <p:spPr/>
        <p:txBody>
          <a:bodyPr/>
          <a:lstStyle/>
          <a:p>
            <a:fld id="{17F6ECB0-4EB5-411D-9EB7-90E2340D28B3}" type="slidenum">
              <a:rPr lang="de-DE" smtClean="0"/>
              <a:t>8</a:t>
            </a:fld>
            <a:endParaRPr lang="de-DE"/>
          </a:p>
        </p:txBody>
      </p:sp>
    </p:spTree>
    <p:extLst>
      <p:ext uri="{BB962C8B-B14F-4D97-AF65-F5344CB8AC3E}">
        <p14:creationId xmlns:p14="http://schemas.microsoft.com/office/powerpoint/2010/main" val="9563966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effectLst/>
              </a:rPr>
              <a:t>to preprocess the dataset we started by extracting attack labels from the folder structure</a:t>
            </a:r>
          </a:p>
          <a:p>
            <a:pPr rtl="0"/>
            <a:r>
              <a:rPr lang="en-US" dirty="0">
                <a:effectLst/>
              </a:rPr>
              <a:t>-then we processed the </a:t>
            </a:r>
            <a:r>
              <a:rPr lang="en-US" dirty="0" err="1">
                <a:effectLst/>
              </a:rPr>
              <a:t>pcap</a:t>
            </a:r>
            <a:r>
              <a:rPr lang="en-US" dirty="0">
                <a:effectLst/>
              </a:rPr>
              <a:t> files and extracted the metadata for each packets (</a:t>
            </a:r>
            <a:r>
              <a:rPr lang="en-US" dirty="0" err="1">
                <a:effectLst/>
              </a:rPr>
              <a:t>includingtimestamps</a:t>
            </a:r>
            <a:r>
              <a:rPr lang="en-US" dirty="0">
                <a:effectLst/>
              </a:rPr>
              <a:t> , </a:t>
            </a:r>
            <a:r>
              <a:rPr lang="en-US" dirty="0" err="1">
                <a:effectLst/>
              </a:rPr>
              <a:t>ip</a:t>
            </a:r>
            <a:r>
              <a:rPr lang="en-US" dirty="0">
                <a:effectLst/>
              </a:rPr>
              <a:t> addresses, port numbers) </a:t>
            </a:r>
          </a:p>
          <a:p>
            <a:pPr rtl="0"/>
            <a:br>
              <a:rPr lang="en-US" dirty="0">
                <a:effectLst/>
              </a:rPr>
            </a:br>
            <a:r>
              <a:rPr lang="en-US" dirty="0">
                <a:effectLst/>
              </a:rPr>
              <a:t>-for the creation of our Raw dataset:</a:t>
            </a:r>
          </a:p>
          <a:p>
            <a:pPr rtl="0"/>
            <a:r>
              <a:rPr lang="en-US" dirty="0">
                <a:effectLst/>
              </a:rPr>
              <a:t>RAW:</a:t>
            </a:r>
          </a:p>
          <a:p>
            <a:pPr rtl="0"/>
            <a:r>
              <a:rPr lang="en-US" dirty="0">
                <a:effectLst/>
              </a:rPr>
              <a:t>-used all kinds of packets (also the ones without application layer and the ones not being s7comm</a:t>
            </a:r>
          </a:p>
          <a:p>
            <a:pPr rtl="0"/>
            <a:r>
              <a:rPr lang="en-US" dirty="0">
                <a:effectLst/>
              </a:rPr>
              <a:t>-used raw bytes (the entire packet including the IP, Ethernet and TCP header)</a:t>
            </a:r>
          </a:p>
          <a:p>
            <a:pPr rtl="0"/>
            <a:endParaRPr lang="en-US" dirty="0">
              <a:effectLst/>
            </a:endParaRPr>
          </a:p>
          <a:p>
            <a:pPr rtl="0"/>
            <a:r>
              <a:rPr lang="en-US" dirty="0">
                <a:effectLst/>
              </a:rPr>
              <a:t>RE:</a:t>
            </a:r>
          </a:p>
          <a:p>
            <a:pPr rtl="0"/>
            <a:r>
              <a:rPr lang="en-US" dirty="0">
                <a:effectLst/>
              </a:rPr>
              <a:t>-use only application data</a:t>
            </a:r>
          </a:p>
          <a:p>
            <a:pPr rtl="0"/>
            <a:r>
              <a:rPr lang="en-US" dirty="0">
                <a:effectLst/>
              </a:rPr>
              <a:t>-filter s7comm by verifying:</a:t>
            </a:r>
          </a:p>
          <a:p>
            <a:pPr rtl="0"/>
            <a:r>
              <a:rPr lang="en-US" dirty="0">
                <a:effectLst/>
              </a:rPr>
              <a:t>-</a:t>
            </a:r>
            <a:r>
              <a:rPr lang="en-US" dirty="0" err="1">
                <a:effectLst/>
              </a:rPr>
              <a:t>tcp</a:t>
            </a:r>
            <a:r>
              <a:rPr lang="en-US" dirty="0">
                <a:effectLst/>
              </a:rPr>
              <a:t> layer exists</a:t>
            </a:r>
          </a:p>
          <a:p>
            <a:pPr rtl="0"/>
            <a:r>
              <a:rPr lang="en-US" dirty="0">
                <a:effectLst/>
              </a:rPr>
              <a:t>-protocol no (102 in </a:t>
            </a:r>
            <a:r>
              <a:rPr lang="en-US" dirty="0" err="1">
                <a:effectLst/>
              </a:rPr>
              <a:t>srcport</a:t>
            </a:r>
            <a:r>
              <a:rPr lang="en-US" dirty="0">
                <a:effectLst/>
              </a:rPr>
              <a:t> or </a:t>
            </a:r>
            <a:r>
              <a:rPr lang="en-US" dirty="0" err="1">
                <a:effectLst/>
              </a:rPr>
              <a:t>dstport</a:t>
            </a:r>
            <a:r>
              <a:rPr lang="en-US" dirty="0">
                <a:effectLst/>
              </a:rPr>
              <a:t>)</a:t>
            </a:r>
          </a:p>
          <a:p>
            <a:pPr rtl="0"/>
            <a:r>
              <a:rPr lang="en-US" dirty="0">
                <a:effectLst/>
              </a:rPr>
              <a:t>-min length for TPKT (4)+ COTP(3) + S7(12) </a:t>
            </a:r>
          </a:p>
          <a:p>
            <a:pPr rtl="0"/>
            <a:r>
              <a:rPr lang="en-US" dirty="0">
                <a:effectLst/>
              </a:rPr>
              <a:t>=&gt; cut part of s7comm </a:t>
            </a:r>
            <a:r>
              <a:rPr lang="en-US" dirty="0" err="1">
                <a:effectLst/>
              </a:rPr>
              <a:t>tht</a:t>
            </a:r>
            <a:r>
              <a:rPr lang="en-US" dirty="0">
                <a:effectLst/>
              </a:rPr>
              <a:t> starts after the (position which we identified for the key word during the reverse engineering process </a:t>
            </a:r>
          </a:p>
          <a:p>
            <a:pPr rtl="0"/>
            <a:endParaRPr lang="en-US" sz="1200" b="0" i="0" kern="1200" dirty="0">
              <a:solidFill>
                <a:schemeClr val="tx1"/>
              </a:solidFill>
              <a:effectLst/>
              <a:latin typeface="+mn-lt"/>
              <a:ea typeface="+mn-ea"/>
              <a:cs typeface="+mn-cs"/>
            </a:endParaRPr>
          </a:p>
          <a:p>
            <a:endParaRPr lang="de-DE" dirty="0"/>
          </a:p>
        </p:txBody>
      </p:sp>
      <p:sp>
        <p:nvSpPr>
          <p:cNvPr id="4" name="Slide Number Placeholder 3"/>
          <p:cNvSpPr>
            <a:spLocks noGrp="1"/>
          </p:cNvSpPr>
          <p:nvPr>
            <p:ph type="sldNum" sz="quarter" idx="5"/>
          </p:nvPr>
        </p:nvSpPr>
        <p:spPr/>
        <p:txBody>
          <a:bodyPr/>
          <a:lstStyle/>
          <a:p>
            <a:fld id="{17F6ECB0-4EB5-411D-9EB7-90E2340D28B3}" type="slidenum">
              <a:rPr lang="de-DE" smtClean="0"/>
              <a:t>10</a:t>
            </a:fld>
            <a:endParaRPr lang="de-DE"/>
          </a:p>
        </p:txBody>
      </p:sp>
    </p:spTree>
    <p:extLst>
      <p:ext uri="{BB962C8B-B14F-4D97-AF65-F5344CB8AC3E}">
        <p14:creationId xmlns:p14="http://schemas.microsoft.com/office/powerpoint/2010/main" val="41324709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objective</a:t>
            </a:r>
            <a:r>
              <a:rPr lang="en-US" dirty="0"/>
              <a:t> of the reverse engineering was to identify the keyword after which the physical readings are most likely to start</a:t>
            </a:r>
          </a:p>
          <a:p>
            <a:endParaRPr lang="en-US" dirty="0"/>
          </a:p>
          <a:p>
            <a:r>
              <a:rPr lang="en-US" dirty="0"/>
              <a:t>0. </a:t>
            </a:r>
            <a:r>
              <a:rPr lang="en-US" b="1" dirty="0"/>
              <a:t>Divide</a:t>
            </a:r>
            <a:r>
              <a:rPr lang="en-US" dirty="0"/>
              <a:t> the traffic </a:t>
            </a:r>
            <a:r>
              <a:rPr lang="en-US" b="1" dirty="0"/>
              <a:t>into communication sessions </a:t>
            </a:r>
            <a:r>
              <a:rPr lang="en-US" dirty="0"/>
              <a:t>(using IP –address + port number and a time window based on the inter arrival time) </a:t>
            </a:r>
          </a:p>
          <a:p>
            <a:r>
              <a:rPr lang="en-US" dirty="0"/>
              <a:t> -&gt; this would also separate traffic of different communication directions</a:t>
            </a:r>
          </a:p>
          <a:p>
            <a:pPr marL="228600" indent="-228600">
              <a:buAutoNum type="arabicPeriod"/>
            </a:pPr>
            <a:r>
              <a:rPr lang="en-US" dirty="0"/>
              <a:t>Perform progressive sequence alignment</a:t>
            </a:r>
          </a:p>
          <a:p>
            <a:pPr marL="228600" indent="-228600">
              <a:buAutoNum type="arabicPeriod"/>
            </a:pPr>
            <a:r>
              <a:rPr lang="en-US" dirty="0"/>
              <a:t>From the sequence alignment </a:t>
            </a:r>
            <a:r>
              <a:rPr lang="en-US" b="1" dirty="0"/>
              <a:t>define static fields as those that don’t change</a:t>
            </a:r>
            <a:r>
              <a:rPr lang="en-US" dirty="0"/>
              <a:t> among the messages and dynamics as those that change</a:t>
            </a:r>
          </a:p>
          <a:p>
            <a:pPr marL="228600" indent="-228600">
              <a:buAutoNum type="arabicPeriod"/>
            </a:pPr>
            <a:r>
              <a:rPr lang="en-US" dirty="0"/>
              <a:t>The static unit fields are then </a:t>
            </a:r>
            <a:r>
              <a:rPr lang="en-US" b="1" dirty="0"/>
              <a:t>merged</a:t>
            </a:r>
            <a:r>
              <a:rPr lang="en-US" dirty="0"/>
              <a:t> together</a:t>
            </a:r>
          </a:p>
          <a:p>
            <a:pPr marL="228600" indent="-228600">
              <a:buAutoNum type="arabicPeriod"/>
            </a:pPr>
            <a:r>
              <a:rPr lang="en-US" b="1" dirty="0"/>
              <a:t>For each remaining dynamic </a:t>
            </a:r>
            <a:r>
              <a:rPr lang="en-US" dirty="0"/>
              <a:t>field – </a:t>
            </a:r>
            <a:r>
              <a:rPr lang="en-US" b="1" dirty="0"/>
              <a:t>value based clusters </a:t>
            </a:r>
            <a:r>
              <a:rPr lang="en-US" dirty="0"/>
              <a:t>are created out of the remaining frame (behind the keyword candidate)</a:t>
            </a:r>
          </a:p>
          <a:p>
            <a:pPr marL="228600" indent="-228600">
              <a:buAutoNum type="arabicPeriod"/>
            </a:pPr>
            <a:endParaRPr lang="en-US" dirty="0"/>
          </a:p>
          <a:p>
            <a:pPr marL="0" indent="0">
              <a:buNone/>
            </a:pPr>
            <a:endParaRPr lang="en-US" dirty="0"/>
          </a:p>
          <a:p>
            <a:pPr marL="171450" indent="-171450">
              <a:buFont typeface="Symbol" panose="05050102010706020507" pitchFamily="18" charset="2"/>
              <a:buChar char="Þ"/>
            </a:pPr>
            <a:r>
              <a:rPr lang="en-US" dirty="0"/>
              <a:t>Finally the </a:t>
            </a:r>
            <a:r>
              <a:rPr lang="en-US" b="1" dirty="0"/>
              <a:t>similarity between clusters is measured </a:t>
            </a:r>
            <a:r>
              <a:rPr lang="en-US" dirty="0"/>
              <a:t>in order to identify most likely keyword candidates</a:t>
            </a:r>
          </a:p>
          <a:p>
            <a:pPr marL="171450" indent="-171450">
              <a:buFont typeface="Symbol" panose="05050102010706020507" pitchFamily="18" charset="2"/>
              <a:buChar char="Þ"/>
            </a:pPr>
            <a:endParaRPr lang="en-US" dirty="0"/>
          </a:p>
          <a:p>
            <a:pPr marL="228600" indent="-228600">
              <a:buAutoNum type="arabicPeriod"/>
            </a:pPr>
            <a:endParaRPr lang="en-US" dirty="0"/>
          </a:p>
          <a:p>
            <a:pPr marL="0" indent="0">
              <a:buNone/>
            </a:pPr>
            <a:r>
              <a:rPr lang="en-US" dirty="0"/>
              <a:t>-here you can see what the sequence alignment can look like </a:t>
            </a:r>
          </a:p>
          <a:p>
            <a:pPr marL="0" indent="0">
              <a:buNone/>
            </a:pPr>
            <a:r>
              <a:rPr lang="en-US" dirty="0"/>
              <a:t>-in this case the first 40 bytes of the alignment for the communication from Client to Server in one Session</a:t>
            </a:r>
          </a:p>
          <a:p>
            <a:pPr marL="0" indent="0">
              <a:buNone/>
            </a:pPr>
            <a:endParaRPr lang="en-US" dirty="0"/>
          </a:p>
          <a:p>
            <a:pPr marL="0" indent="0">
              <a:buNone/>
            </a:pPr>
            <a:endParaRPr lang="en-US" dirty="0"/>
          </a:p>
          <a:p>
            <a:pPr marL="0" indent="0">
              <a:buNone/>
            </a:pPr>
            <a:endParaRPr lang="en-US" dirty="0"/>
          </a:p>
          <a:p>
            <a:pPr marL="0" indent="0">
              <a:buNone/>
            </a:pPr>
            <a:r>
              <a:rPr lang="en-US" dirty="0"/>
              <a:t>-------------------------------------------------------------------------------------------------------</a:t>
            </a:r>
          </a:p>
          <a:p>
            <a:pPr marL="0" indent="0">
              <a:buNone/>
            </a:pPr>
            <a:endParaRPr lang="en-US" dirty="0"/>
          </a:p>
          <a:p>
            <a:pPr marL="0" indent="0">
              <a:buNone/>
            </a:pPr>
            <a:r>
              <a:rPr lang="en-US" dirty="0"/>
              <a:t>-communication session split based on IAT:</a:t>
            </a:r>
          </a:p>
          <a:p>
            <a:pPr marL="0" indent="0">
              <a:buNone/>
            </a:pPr>
            <a:endParaRPr lang="en-US" dirty="0"/>
          </a:p>
          <a:p>
            <a:pPr marL="0" indent="0">
              <a:buNone/>
            </a:pPr>
            <a:endParaRPr lang="en-US" dirty="0"/>
          </a:p>
          <a:p>
            <a:pPr marL="0" indent="0">
              <a:buNone/>
            </a:pPr>
            <a:endParaRPr lang="en-US" dirty="0"/>
          </a:p>
          <a:p>
            <a:pPr marL="0" indent="0">
              <a:buNone/>
            </a:pPr>
            <a:r>
              <a:rPr lang="en-US" dirty="0"/>
              <a:t>TODO: HOW DID WE PERFORM SEQUENCE ALIGNMENT – BACKUP</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approach is inspired by progressive alignment (like </a:t>
            </a:r>
            <a:r>
              <a:rPr lang="en-US" dirty="0" err="1"/>
              <a:t>ClustalW</a:t>
            </a:r>
            <a:r>
              <a:rPr lang="en-US" dirty="0"/>
              <a:t>), but we use a simpler greedy guide strategy instead of a full guide tree and profile–profile alignment.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685800" lvl="1" indent="-228600">
              <a:buAutoNum type="arabicPeriod"/>
            </a:pPr>
            <a:r>
              <a:rPr lang="en-US" dirty="0"/>
              <a:t>Most similar messages are aligned first – remaining messages are added progressively </a:t>
            </a:r>
          </a:p>
          <a:p>
            <a:endParaRPr lang="de-DE" dirty="0"/>
          </a:p>
        </p:txBody>
      </p:sp>
      <p:sp>
        <p:nvSpPr>
          <p:cNvPr id="4" name="Slide Number Placeholder 3"/>
          <p:cNvSpPr>
            <a:spLocks noGrp="1"/>
          </p:cNvSpPr>
          <p:nvPr>
            <p:ph type="sldNum" sz="quarter" idx="5"/>
          </p:nvPr>
        </p:nvSpPr>
        <p:spPr/>
        <p:txBody>
          <a:bodyPr/>
          <a:lstStyle/>
          <a:p>
            <a:fld id="{17F6ECB0-4EB5-411D-9EB7-90E2340D28B3}" type="slidenum">
              <a:rPr lang="de-DE" smtClean="0"/>
              <a:t>11</a:t>
            </a:fld>
            <a:endParaRPr lang="de-DE"/>
          </a:p>
        </p:txBody>
      </p:sp>
    </p:spTree>
    <p:extLst>
      <p:ext uri="{BB962C8B-B14F-4D97-AF65-F5344CB8AC3E}">
        <p14:creationId xmlns:p14="http://schemas.microsoft.com/office/powerpoint/2010/main" val="20646915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We defined some constraints on which we can filter out some candidates, because not every candidate keyword is a legitimate keyword</a:t>
            </a:r>
            <a:endParaRPr lang="en-US" dirty="0"/>
          </a:p>
          <a:p>
            <a:endParaRPr lang="en-US" dirty="0"/>
          </a:p>
          <a:p>
            <a:pPr marL="800100" lvl="1" indent="-342900">
              <a:buFont typeface="+mj-lt"/>
              <a:buAutoNum type="arabicPeriod"/>
            </a:pPr>
            <a:r>
              <a:rPr lang="en-US" sz="1600" dirty="0"/>
              <a:t>Max keyword length: if we found a candidate longer than certain length, it should be excluded. </a:t>
            </a:r>
          </a:p>
          <a:p>
            <a:pPr marL="800100" lvl="1" indent="-342900">
              <a:buFont typeface="+mj-lt"/>
              <a:buAutoNum type="arabicPeriod"/>
            </a:pPr>
            <a:r>
              <a:rPr lang="en-US" sz="1600" dirty="0"/>
              <a:t>For the remaining candidates, we compute the following as probabilities: </a:t>
            </a:r>
          </a:p>
          <a:p>
            <a:pPr marL="1257300" lvl="2" indent="-342900">
              <a:buFont typeface="+mj-lt"/>
              <a:buAutoNum type="arabicPeriod"/>
            </a:pPr>
            <a:r>
              <a:rPr lang="en-US" sz="1400" dirty="0"/>
              <a:t>Message similarity (Pm): messages within the same cluster should have high number of identical bytes</a:t>
            </a:r>
          </a:p>
          <a:p>
            <a:pPr marL="1257300" lvl="2" indent="-342900">
              <a:buFont typeface="+mj-lt"/>
              <a:buAutoNum type="arabicPeriod"/>
            </a:pPr>
            <a:r>
              <a:rPr lang="en-US" sz="1400" dirty="0"/>
              <a:t>Remote coupling (</a:t>
            </a:r>
            <a:r>
              <a:rPr lang="en-US" sz="1400" dirty="0" err="1"/>
              <a:t>Pr</a:t>
            </a:r>
            <a:r>
              <a:rPr lang="en-US" sz="1400" dirty="0"/>
              <a:t>): client request should determine the server response. </a:t>
            </a:r>
          </a:p>
          <a:p>
            <a:pPr marL="1257300" lvl="2" indent="-342900">
              <a:buFont typeface="+mj-lt"/>
              <a:buAutoNum type="arabicPeriod"/>
            </a:pPr>
            <a:r>
              <a:rPr lang="en-US" sz="1400" dirty="0"/>
              <a:t>Structure coherence (Ps): messages within the same cluster should share the same field structure.</a:t>
            </a:r>
          </a:p>
          <a:p>
            <a:endParaRPr lang="en-US" dirty="0"/>
          </a:p>
          <a:p>
            <a:endParaRPr lang="en-US" dirty="0"/>
          </a:p>
          <a:p>
            <a:endParaRPr lang="en-US" dirty="0"/>
          </a:p>
          <a:p>
            <a:r>
              <a:rPr lang="en-US" dirty="0"/>
              <a:t>Message similarity: Between every message pair, we should compute # identical bytes divided by total number of bytes</a:t>
            </a:r>
          </a:p>
          <a:p>
            <a:r>
              <a:rPr lang="en-US" dirty="0"/>
              <a:t>This gives a matrix of similarity.</a:t>
            </a:r>
          </a:p>
          <a:p>
            <a:r>
              <a:rPr lang="en-US" dirty="0"/>
              <a:t>This similarity should be divided into: </a:t>
            </a:r>
          </a:p>
          <a:p>
            <a:r>
              <a:rPr lang="en-US" dirty="0"/>
              <a:t>   - </a:t>
            </a:r>
            <a:r>
              <a:rPr lang="en-US" dirty="0" err="1"/>
              <a:t>intrascore</a:t>
            </a:r>
            <a:r>
              <a:rPr lang="en-US" dirty="0"/>
              <a:t>: within the same cluster how much of them are similar to each other. </a:t>
            </a:r>
          </a:p>
          <a:p>
            <a:r>
              <a:rPr lang="en-US" dirty="0"/>
              <a:t>   - </a:t>
            </a:r>
            <a:r>
              <a:rPr lang="en-US" dirty="0" err="1"/>
              <a:t>interscore</a:t>
            </a:r>
            <a:r>
              <a:rPr lang="en-US" dirty="0"/>
              <a:t>: between different cluster how much of them are similar to each other.</a:t>
            </a:r>
          </a:p>
          <a:p>
            <a:r>
              <a:rPr lang="en-US" dirty="0"/>
              <a:t>We should define certain threshold t and compute the accuracy as Pm = 1 – (FMR + FNMR) / 2</a:t>
            </a:r>
          </a:p>
          <a:p>
            <a:r>
              <a:rPr lang="en-US" dirty="0"/>
              <a:t>FMR is False matching rate = (# </a:t>
            </a:r>
            <a:r>
              <a:rPr lang="en-US" dirty="0" err="1"/>
              <a:t>interscores</a:t>
            </a:r>
            <a:r>
              <a:rPr lang="en-US" dirty="0"/>
              <a:t> &gt; threshold) / total inter score</a:t>
            </a:r>
          </a:p>
          <a:p>
            <a:r>
              <a:rPr lang="en-US" dirty="0"/>
              <a:t>In other words, it defines how many of the packets within different cluster are similar to each other.</a:t>
            </a:r>
          </a:p>
          <a:p>
            <a:r>
              <a:rPr lang="en-US" dirty="0"/>
              <a:t>(e.g. they are in the same cluster, but they are not similar to each other)</a:t>
            </a:r>
          </a:p>
          <a:p>
            <a:endParaRPr lang="en-US" dirty="0"/>
          </a:p>
          <a:p>
            <a:endParaRPr lang="en-US" dirty="0"/>
          </a:p>
          <a:p>
            <a:r>
              <a:rPr lang="en-US" dirty="0"/>
              <a:t>FNMR is False non matching rate = ( # </a:t>
            </a:r>
            <a:r>
              <a:rPr lang="en-US" dirty="0" err="1"/>
              <a:t>intrascore</a:t>
            </a:r>
            <a:r>
              <a:rPr lang="en-US" dirty="0"/>
              <a:t> &lt; threshold ) / total intra score</a:t>
            </a:r>
          </a:p>
          <a:p>
            <a:r>
              <a:rPr lang="en-US" dirty="0"/>
              <a:t>In other words it defines how many of packets within different clusters are similar to each other. </a:t>
            </a:r>
          </a:p>
          <a:p>
            <a:r>
              <a:rPr lang="en-US" dirty="0"/>
              <a:t>(e.g. they are in different clusters, but they are similar to each other). </a:t>
            </a:r>
          </a:p>
          <a:p>
            <a:endParaRPr lang="en-US" dirty="0"/>
          </a:p>
          <a:p>
            <a:r>
              <a:rPr lang="en-US" dirty="0"/>
              <a:t>High pm -&gt; good keyword, Low pm -&gt; bad keyword. </a:t>
            </a:r>
          </a:p>
          <a:p>
            <a:endParaRPr lang="en-US" dirty="0"/>
          </a:p>
          <a:p>
            <a:endParaRPr lang="en-US" dirty="0"/>
          </a:p>
          <a:p>
            <a:r>
              <a:rPr lang="en-US" dirty="0"/>
              <a:t>Remote coupling: This evaluate how well client clusters corresponds to server clusters</a:t>
            </a:r>
          </a:p>
          <a:p>
            <a:r>
              <a:rPr lang="en-US" dirty="0"/>
              <a:t>The process goes as follow: </a:t>
            </a:r>
          </a:p>
          <a:p>
            <a:r>
              <a:rPr lang="en-US" dirty="0"/>
              <a:t>   1. We cluster client-to-server messages.</a:t>
            </a:r>
          </a:p>
          <a:p>
            <a:r>
              <a:rPr lang="en-US" dirty="0"/>
              <a:t>   2. We cluster server-to-client messages.</a:t>
            </a:r>
          </a:p>
          <a:p>
            <a:r>
              <a:rPr lang="en-US" dirty="0"/>
              <a:t>   3. then we pair messages by TCP session order. </a:t>
            </a:r>
          </a:p>
          <a:p>
            <a:r>
              <a:rPr lang="en-US" dirty="0"/>
              <a:t>Then for each client cluster: </a:t>
            </a:r>
          </a:p>
          <a:p>
            <a:r>
              <a:rPr lang="en-US" dirty="0"/>
              <a:t>   N: number of client messages in this cluster</a:t>
            </a:r>
          </a:p>
          <a:p>
            <a:r>
              <a:rPr lang="en-US" dirty="0"/>
              <a:t>   M: largest # of corresponding server messages that fall into same server cluster</a:t>
            </a:r>
          </a:p>
          <a:p>
            <a:r>
              <a:rPr lang="en-US" dirty="0"/>
              <a:t>Then we compute remote coupling: </a:t>
            </a:r>
          </a:p>
          <a:p>
            <a:r>
              <a:rPr lang="en-US" dirty="0"/>
              <a:t>   </a:t>
            </a:r>
            <a:r>
              <a:rPr lang="en-US" dirty="0" err="1"/>
              <a:t>Pr</a:t>
            </a:r>
            <a:r>
              <a:rPr lang="en-US" dirty="0"/>
              <a:t> = M / N</a:t>
            </a:r>
          </a:p>
          <a:p>
            <a:r>
              <a:rPr lang="en-US" dirty="0"/>
              <a:t>So </a:t>
            </a:r>
            <a:r>
              <a:rPr lang="en-US" dirty="0" err="1"/>
              <a:t>Pr</a:t>
            </a:r>
            <a:r>
              <a:rPr lang="en-US" dirty="0"/>
              <a:t> evaluate what Is the probability that this cluster shows good cluster, because all client messages should have the same server response. </a:t>
            </a:r>
          </a:p>
          <a:p>
            <a:endParaRPr lang="en-US" dirty="0"/>
          </a:p>
          <a:p>
            <a:r>
              <a:rPr lang="en-US" dirty="0"/>
              <a:t>Then high </a:t>
            </a:r>
            <a:r>
              <a:rPr lang="en-US" dirty="0" err="1"/>
              <a:t>Pr</a:t>
            </a:r>
            <a:r>
              <a:rPr lang="en-US" dirty="0"/>
              <a:t> means good keyword candidate, because </a:t>
            </a:r>
            <a:r>
              <a:rPr lang="en-US" dirty="0" err="1"/>
              <a:t>cliend</a:t>
            </a:r>
            <a:r>
              <a:rPr lang="en-US" dirty="0"/>
              <a:t> request should determine server response. </a:t>
            </a:r>
          </a:p>
          <a:p>
            <a:endParaRPr lang="en-US" dirty="0"/>
          </a:p>
          <a:p>
            <a:endParaRPr lang="en-US" dirty="0"/>
          </a:p>
          <a:p>
            <a:r>
              <a:rPr lang="en-US" dirty="0"/>
              <a:t>3. Structure coherence: </a:t>
            </a:r>
          </a:p>
          <a:p>
            <a:r>
              <a:rPr lang="en-US" dirty="0"/>
              <a:t>   - The main idea is that messages of the same type should have similar aligned structure. </a:t>
            </a:r>
          </a:p>
          <a:p>
            <a:r>
              <a:rPr lang="en-US" dirty="0"/>
              <a:t>The process is as follow: </a:t>
            </a:r>
          </a:p>
          <a:p>
            <a:r>
              <a:rPr lang="en-US" dirty="0"/>
              <a:t>   - For each cluster</a:t>
            </a:r>
          </a:p>
          <a:p>
            <a:r>
              <a:rPr lang="en-US" dirty="0"/>
              <a:t>       - re-align messages inside the cluster</a:t>
            </a:r>
          </a:p>
          <a:p>
            <a:r>
              <a:rPr lang="en-US" dirty="0"/>
              <a:t>       - count the number of gaps per message</a:t>
            </a:r>
          </a:p>
          <a:p>
            <a:r>
              <a:rPr lang="en-US" dirty="0"/>
              <a:t>   - compute Ps = 1 – (average gaps / aligned length)</a:t>
            </a:r>
          </a:p>
          <a:p>
            <a:endParaRPr lang="en-US" dirty="0"/>
          </a:p>
          <a:p>
            <a:r>
              <a:rPr lang="en-US" dirty="0"/>
              <a:t>High Ps means good keyword candidate. </a:t>
            </a:r>
          </a:p>
          <a:p>
            <a:endParaRPr lang="de-DE" dirty="0"/>
          </a:p>
        </p:txBody>
      </p:sp>
      <p:sp>
        <p:nvSpPr>
          <p:cNvPr id="4" name="Slide Number Placeholder 3"/>
          <p:cNvSpPr>
            <a:spLocks noGrp="1"/>
          </p:cNvSpPr>
          <p:nvPr>
            <p:ph type="sldNum" sz="quarter" idx="5"/>
          </p:nvPr>
        </p:nvSpPr>
        <p:spPr/>
        <p:txBody>
          <a:bodyPr/>
          <a:lstStyle/>
          <a:p>
            <a:fld id="{17F6ECB0-4EB5-411D-9EB7-90E2340D28B3}" type="slidenum">
              <a:rPr lang="de-DE" smtClean="0"/>
              <a:t>12</a:t>
            </a:fld>
            <a:endParaRPr lang="de-DE"/>
          </a:p>
        </p:txBody>
      </p:sp>
    </p:spTree>
    <p:extLst>
      <p:ext uri="{BB962C8B-B14F-4D97-AF65-F5344CB8AC3E}">
        <p14:creationId xmlns:p14="http://schemas.microsoft.com/office/powerpoint/2010/main" val="25003283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001"/>
              </a:spcBef>
              <a:buClr>
                <a:srgbClr val="000000"/>
              </a:buClr>
              <a:buFont typeface="Arial"/>
              <a:buChar char="•"/>
            </a:pPr>
            <a:r>
              <a:rPr lang="en-US" sz="1700" dirty="0">
                <a:latin typeface="Bierstadt"/>
              </a:rPr>
              <a:t>Appending of physical reading sequence</a:t>
            </a:r>
          </a:p>
          <a:p>
            <a:pPr lvl="1">
              <a:spcBef>
                <a:spcPts val="1001"/>
              </a:spcBef>
              <a:buClr>
                <a:srgbClr val="000000"/>
              </a:buClr>
              <a:buFont typeface="Arial"/>
              <a:buChar char="•"/>
            </a:pPr>
            <a:r>
              <a:rPr lang="en-US" sz="1600" dirty="0">
                <a:latin typeface="Bierstadt"/>
              </a:rPr>
              <a:t>After we managed to extract the best candidate keyword, we extracted the physical reading sequence after each byte. </a:t>
            </a:r>
          </a:p>
          <a:p>
            <a:pPr lvl="1">
              <a:spcBef>
                <a:spcPts val="499"/>
              </a:spcBef>
              <a:buClr>
                <a:srgbClr val="000000"/>
              </a:buClr>
              <a:buFont typeface="Arial"/>
              <a:buChar char="•"/>
            </a:pPr>
            <a:r>
              <a:rPr lang="en-US" sz="1600" dirty="0">
                <a:latin typeface="Bierstadt"/>
              </a:rPr>
              <a:t>It was asked for the reverse engineering packets for a given value of p, to concatenate  physical reading bytes for p consecutive packets into one single packet.</a:t>
            </a:r>
          </a:p>
          <a:p>
            <a:pPr lvl="1">
              <a:spcBef>
                <a:spcPts val="499"/>
              </a:spcBef>
              <a:buClr>
                <a:srgbClr val="000000"/>
              </a:buClr>
              <a:buFont typeface="Arial"/>
              <a:buChar char="•"/>
            </a:pPr>
            <a:r>
              <a:rPr lang="en-US" sz="1600" dirty="0">
                <a:latin typeface="Bierstadt"/>
              </a:rPr>
              <a:t>The main goal is to focus on the extracted physical readings as the main features instead of the full packets, and to evaluate how aggregating multiple consecutive readings (p = 5, 10, 15) captures temporal behavior relevant to anomaly detection.</a:t>
            </a:r>
          </a:p>
          <a:p>
            <a:endParaRPr lang="de-DE" sz="1700" dirty="0"/>
          </a:p>
          <a:p>
            <a:endParaRPr lang="de-DE" dirty="0"/>
          </a:p>
        </p:txBody>
      </p:sp>
      <p:sp>
        <p:nvSpPr>
          <p:cNvPr id="4" name="Slide Number Placeholder 3"/>
          <p:cNvSpPr>
            <a:spLocks noGrp="1"/>
          </p:cNvSpPr>
          <p:nvPr>
            <p:ph type="sldNum" sz="quarter" idx="5"/>
          </p:nvPr>
        </p:nvSpPr>
        <p:spPr/>
        <p:txBody>
          <a:bodyPr/>
          <a:lstStyle/>
          <a:p>
            <a:fld id="{17F6ECB0-4EB5-411D-9EB7-90E2340D28B3}" type="slidenum">
              <a:rPr lang="de-DE" smtClean="0"/>
              <a:t>13</a:t>
            </a:fld>
            <a:endParaRPr lang="de-DE"/>
          </a:p>
        </p:txBody>
      </p:sp>
    </p:spTree>
    <p:extLst>
      <p:ext uri="{BB962C8B-B14F-4D97-AF65-F5344CB8AC3E}">
        <p14:creationId xmlns:p14="http://schemas.microsoft.com/office/powerpoint/2010/main" val="39649341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buNone/>
                </a:pPr>
                <a:r>
                  <a:rPr lang="en-US" dirty="0"/>
                  <a:t>-for our project we implemented a SDA</a:t>
                </a:r>
              </a:p>
              <a:p>
                <a:pPr marL="0" indent="0">
                  <a:buNone/>
                </a:pPr>
                <a:endParaRPr lang="en-US" dirty="0"/>
              </a:p>
              <a:p>
                <a:pPr marL="0" indent="0">
                  <a:buNone/>
                </a:pPr>
                <a:r>
                  <a:rPr lang="en-US" dirty="0"/>
                  <a:t>-one </a:t>
                </a:r>
                <a:r>
                  <a:rPr lang="en-US" b="1" dirty="0"/>
                  <a:t>use case for the SDA </a:t>
                </a:r>
                <a:r>
                  <a:rPr lang="en-US" dirty="0"/>
                  <a:t>was to extract features from the byte-vectors inside the preprocessed dataset representations</a:t>
                </a:r>
              </a:p>
              <a:p>
                <a:pPr marL="0" indent="0">
                  <a:buNone/>
                </a:pPr>
                <a:r>
                  <a:rPr lang="en-US" dirty="0"/>
                  <a:t> (which were then used as </a:t>
                </a:r>
                <a:r>
                  <a:rPr lang="en-US" b="1" i="1" dirty="0"/>
                  <a:t>input</a:t>
                </a:r>
                <a:r>
                  <a:rPr lang="en-US" dirty="0"/>
                  <a:t> </a:t>
                </a:r>
                <a:r>
                  <a:rPr lang="en-US" b="1" dirty="0"/>
                  <a:t>for</a:t>
                </a:r>
                <a:r>
                  <a:rPr lang="en-US" dirty="0"/>
                  <a:t> all the </a:t>
                </a:r>
                <a:r>
                  <a:rPr lang="en-US" b="1" dirty="0"/>
                  <a:t>traditional ML based </a:t>
                </a:r>
                <a:r>
                  <a:rPr lang="en-US" dirty="0"/>
                  <a:t>detection methods)</a:t>
                </a:r>
              </a:p>
              <a:p>
                <a:pPr marL="514350" indent="-514350">
                  <a:buAutoNum type="arabicPeriod"/>
                </a:pPr>
                <a:endParaRPr lang="en-US" dirty="0"/>
              </a:p>
              <a:p>
                <a:pPr marL="0" indent="0">
                  <a:buNone/>
                </a:pPr>
                <a:r>
                  <a:rPr lang="en-US" dirty="0"/>
                  <a:t>0. prepare the input for the autoencoder: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-each byte-vector (inside representation)</a:t>
                </a:r>
                <a:r>
                  <a:rPr lang="en-US" baseline="0" dirty="0"/>
                  <a:t> </a:t>
                </a:r>
                <a:r>
                  <a:rPr lang="en-US" dirty="0"/>
                  <a:t>was </a:t>
                </a:r>
                <a:r>
                  <a:rPr lang="en-US" b="1" dirty="0"/>
                  <a:t>padded with zeros/truncated to a fixed length </a:t>
                </a:r>
                <a14:m>
                  <m:oMath xmlns:m="http://schemas.openxmlformats.org/officeDocument/2006/math">
                    <m:r>
                      <a:rPr lang="en-US" sz="1200" b="1" i="1" kern="1200">
                        <a:solidFill>
                          <a:schemeClr val="tx1"/>
                        </a:solidFill>
                        <a:latin typeface="Cambria Math" panose="02040503050406030204" pitchFamily="18" charset="0"/>
                        <a:ea typeface="+mn-ea"/>
                        <a:cs typeface="+mn-cs"/>
                      </a:rPr>
                      <m:t>𝑴</m:t>
                    </m:r>
                  </m:oMath>
                </a14:m>
                <a:r>
                  <a:rPr lang="en-US" b="1" dirty="0"/>
                  <a:t> </a:t>
                </a:r>
                <a:r>
                  <a:rPr lang="en-US" dirty="0"/>
                  <a:t>and normalized (to values between 0/1)</a:t>
                </a:r>
              </a:p>
              <a:p>
                <a:pPr marL="171450" indent="-171450">
                  <a:buFont typeface="Symbol" panose="05050102010706020507" pitchFamily="18" charset="2"/>
                  <a:buChar char="Þ"/>
                </a:pPr>
                <a:endParaRPr lang="en-US" dirty="0"/>
              </a:p>
              <a:p>
                <a:pPr marL="0" indent="0">
                  <a:buFont typeface="Symbol" panose="05050102010706020507" pitchFamily="18" charset="2"/>
                  <a:buNone/>
                </a:pPr>
                <a:r>
                  <a:rPr lang="en-US" dirty="0"/>
                  <a:t>(For the experiments we set M to the length of the longest packet in the </a:t>
                </a:r>
                <a:r>
                  <a:rPr lang="de-DE" dirty="0"/>
                  <a:t>representation)</a:t>
                </a:r>
              </a:p>
              <a:p>
                <a:pPr marL="0" indent="0">
                  <a:buFont typeface="Symbol" panose="05050102010706020507" pitchFamily="18" charset="2"/>
                  <a:buNone/>
                </a:pPr>
                <a:endParaRPr lang="en-US" dirty="0"/>
              </a:p>
              <a:p>
                <a:pPr marL="228600" indent="-228600">
                  <a:buFont typeface="Symbol" panose="05050102010706020507" pitchFamily="18" charset="2"/>
                  <a:buAutoNum type="arabicPeriod"/>
                </a:pPr>
                <a:r>
                  <a:rPr lang="en-US" b="1" dirty="0"/>
                  <a:t>Trained the Autoencoder on </a:t>
                </a:r>
                <a:r>
                  <a:rPr lang="en-US" b="1" dirty="0" err="1"/>
                  <a:t>benigne</a:t>
                </a:r>
                <a:r>
                  <a:rPr lang="en-US" b="1" dirty="0"/>
                  <a:t> </a:t>
                </a:r>
                <a:r>
                  <a:rPr lang="en-US" dirty="0"/>
                  <a:t>(</a:t>
                </a:r>
                <a:r>
                  <a:rPr lang="en-US" dirty="0" err="1"/>
                  <a:t>bä-nein</a:t>
                </a:r>
                <a:r>
                  <a:rPr lang="en-US" dirty="0"/>
                  <a:t>) data of the different representations</a:t>
                </a:r>
              </a:p>
              <a:p>
                <a:pPr marL="228600" indent="-228600">
                  <a:buFont typeface="Symbol" panose="05050102010706020507" pitchFamily="18" charset="2"/>
                  <a:buAutoNum type="arabicPeriod"/>
                </a:pPr>
                <a:r>
                  <a:rPr lang="en-US" dirty="0"/>
                  <a:t>Used it to </a:t>
                </a:r>
                <a:r>
                  <a:rPr lang="en-US" b="1" dirty="0"/>
                  <a:t>Encode all byte-vectors </a:t>
                </a:r>
                <a:r>
                  <a:rPr lang="en-US" dirty="0"/>
                  <a:t>from the corresponding representations</a:t>
                </a:r>
              </a:p>
              <a:p>
                <a:pPr marL="171450" indent="-171450">
                  <a:buFont typeface="Symbol" panose="05050102010706020507" pitchFamily="18" charset="2"/>
                  <a:buChar char="Þ"/>
                </a:pPr>
                <a:r>
                  <a:rPr lang="en-US" dirty="0"/>
                  <a:t>For this we </a:t>
                </a:r>
                <a:r>
                  <a:rPr lang="en-US" b="1" dirty="0"/>
                  <a:t>made a prediction </a:t>
                </a:r>
                <a:r>
                  <a:rPr lang="en-US" dirty="0"/>
                  <a:t>and </a:t>
                </a:r>
                <a:r>
                  <a:rPr lang="en-US" b="1" dirty="0"/>
                  <a:t>extracted</a:t>
                </a:r>
                <a:r>
                  <a:rPr lang="en-US" dirty="0"/>
                  <a:t> the </a:t>
                </a:r>
                <a:r>
                  <a:rPr lang="en-US" b="1" dirty="0"/>
                  <a:t>results from the bottleneck layer</a:t>
                </a:r>
              </a:p>
              <a:p>
                <a:pPr marL="0" indent="0">
                  <a:buFont typeface="Symbol" panose="05050102010706020507" pitchFamily="18" charset="2"/>
                  <a:buNone/>
                </a:pPr>
                <a:endParaRPr lang="en-US" dirty="0"/>
              </a:p>
              <a:p>
                <a:pPr marL="0" indent="0">
                  <a:buFont typeface="Symbol" panose="05050102010706020507" pitchFamily="18" charset="2"/>
                  <a:buNone/>
                </a:pPr>
                <a:r>
                  <a:rPr lang="en-US" dirty="0"/>
                  <a:t>(output: </a:t>
                </a:r>
                <a:r>
                  <a:rPr lang="en-US" dirty="0" err="1"/>
                  <a:t>fature</a:t>
                </a:r>
                <a:r>
                  <a:rPr lang="en-US" dirty="0"/>
                  <a:t> vector with 32 elements per input byte-vector)</a:t>
                </a:r>
              </a:p>
              <a:p>
                <a:pPr marL="0" indent="0">
                  <a:buFont typeface="Symbol" panose="05050102010706020507" pitchFamily="18" charset="2"/>
                  <a:buNone/>
                </a:pPr>
                <a:endParaRPr lang="de-DE" dirty="0"/>
              </a:p>
              <a:p>
                <a:pPr marL="0" indent="0">
                  <a:buFont typeface="Symbol" panose="05050102010706020507" pitchFamily="18" charset="2"/>
                  <a:buNone/>
                </a:pPr>
                <a:endParaRPr lang="de-DE" dirty="0"/>
              </a:p>
              <a:p>
                <a:pPr marL="0" indent="0">
                  <a:buFont typeface="Symbol" panose="05050102010706020507" pitchFamily="18" charset="2"/>
                  <a:buNone/>
                </a:pPr>
                <a:r>
                  <a:rPr lang="de-DE" dirty="0"/>
                  <a:t>-----------------------------------------------------</a:t>
                </a:r>
              </a:p>
              <a:p>
                <a:pPr marL="0" indent="0">
                  <a:buFont typeface="Symbol" panose="05050102010706020507" pitchFamily="18" charset="2"/>
                  <a:buNone/>
                </a:pPr>
                <a:endParaRPr lang="de-DE" dirty="0"/>
              </a:p>
              <a:p>
                <a:pPr marL="514350" indent="-514350">
                  <a:buFont typeface="+mj-lt"/>
                  <a:buAutoNum type="arabicPeriod"/>
                </a:pPr>
                <a:r>
                  <a:rPr lang="de-DE" dirty="0"/>
                  <a:t>Tranform each packet to a fixed length vector M (pad/truncate) and  normalize values to [0,1]</a:t>
                </a:r>
              </a:p>
              <a:p>
                <a:pPr marL="514350" indent="-514350">
                  <a:buFont typeface="+mj-lt"/>
                  <a:buAutoNum type="arabicPeriod"/>
                </a:pPr>
                <a:r>
                  <a:rPr lang="de-DE" dirty="0"/>
                  <a:t>Train SDA on the training split (normal packets only)</a:t>
                </a:r>
              </a:p>
              <a:p>
                <a:pPr marL="514350" indent="-514350">
                  <a:buFont typeface="+mj-lt"/>
                  <a:buAutoNum type="arabicPeriod"/>
                </a:pPr>
                <a:r>
                  <a:rPr lang="de-DE" dirty="0"/>
                  <a:t>Use the trained encoder to transform all packets into latent vectors </a:t>
                </a:r>
              </a:p>
              <a:p>
                <a:pPr marL="514350" indent="-514350">
                  <a:buFont typeface="+mj-lt"/>
                  <a:buAutoNum type="arabicPeriod"/>
                </a:pPr>
                <a:r>
                  <a:rPr lang="de-DE" dirty="0"/>
                  <a:t>Extract the latent feature vectors from the bottleneck (encoding) layer</a:t>
                </a:r>
              </a:p>
              <a:p>
                <a:pPr marL="0" indent="0">
                  <a:buFont typeface="Symbol" panose="05050102010706020507" pitchFamily="18" charset="2"/>
                  <a:buNone/>
                </a:pPr>
                <a:endParaRPr lang="en-US" dirty="0"/>
              </a:p>
              <a:p>
                <a:endParaRPr lang="de-DE" dirty="0"/>
              </a:p>
            </p:txBody>
          </p:sp>
        </mc:Choice>
        <mc:Fallback xmlns="">
          <p:sp>
            <p:nvSpPr>
              <p:cNvPr id="3" name="Notes Placeholder 2"/>
              <p:cNvSpPr>
                <a:spLocks noGrp="1"/>
              </p:cNvSpPr>
              <p:nvPr>
                <p:ph type="body" idx="1"/>
              </p:nvPr>
            </p:nvSpPr>
            <p:spPr/>
            <p:txBody>
              <a:bodyPr/>
              <a:lstStyle/>
              <a:p>
                <a:pPr marL="0" indent="0">
                  <a:buNone/>
                </a:pPr>
                <a:r>
                  <a:rPr lang="en-US" dirty="0"/>
                  <a:t>-for our project we implemented a SDA</a:t>
                </a:r>
              </a:p>
              <a:p>
                <a:pPr marL="0" indent="0">
                  <a:buNone/>
                </a:pPr>
                <a:endParaRPr lang="en-US" dirty="0"/>
              </a:p>
              <a:p>
                <a:pPr marL="0" indent="0">
                  <a:buNone/>
                </a:pPr>
                <a:r>
                  <a:rPr lang="en-US" dirty="0"/>
                  <a:t>-one </a:t>
                </a:r>
                <a:r>
                  <a:rPr lang="en-US" b="1" dirty="0"/>
                  <a:t>use case for the SDA </a:t>
                </a:r>
                <a:r>
                  <a:rPr lang="en-US" dirty="0"/>
                  <a:t>was to extract features from the byte-vectors inside the preprocessed dataset representations</a:t>
                </a:r>
              </a:p>
              <a:p>
                <a:pPr marL="0" indent="0">
                  <a:buNone/>
                </a:pPr>
                <a:r>
                  <a:rPr lang="en-US" dirty="0"/>
                  <a:t> (which were then used as </a:t>
                </a:r>
                <a:r>
                  <a:rPr lang="en-US" b="1" i="1" dirty="0"/>
                  <a:t>input</a:t>
                </a:r>
                <a:r>
                  <a:rPr lang="en-US" dirty="0"/>
                  <a:t> </a:t>
                </a:r>
                <a:r>
                  <a:rPr lang="en-US" b="1" dirty="0"/>
                  <a:t>for</a:t>
                </a:r>
                <a:r>
                  <a:rPr lang="en-US" dirty="0"/>
                  <a:t> all the </a:t>
                </a:r>
                <a:r>
                  <a:rPr lang="en-US" b="1" dirty="0"/>
                  <a:t>traditional ML based </a:t>
                </a:r>
                <a:r>
                  <a:rPr lang="en-US" dirty="0"/>
                  <a:t>detection methods)</a:t>
                </a:r>
              </a:p>
              <a:p>
                <a:pPr marL="514350" indent="-514350">
                  <a:buAutoNum type="arabicPeriod"/>
                </a:pPr>
                <a:endParaRPr lang="en-US" dirty="0"/>
              </a:p>
              <a:p>
                <a:pPr marL="0" indent="0">
                  <a:buNone/>
                </a:pPr>
                <a:r>
                  <a:rPr lang="en-US" dirty="0"/>
                  <a:t>0. prepare the input for the autoencoder: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-each byte-vector (inside representation)</a:t>
                </a:r>
                <a:r>
                  <a:rPr lang="en-US" baseline="0" dirty="0"/>
                  <a:t> </a:t>
                </a:r>
                <a:r>
                  <a:rPr lang="en-US" dirty="0"/>
                  <a:t>was </a:t>
                </a:r>
                <a:r>
                  <a:rPr lang="en-US" b="1" dirty="0"/>
                  <a:t>padded with zeros/truncated to a fixed length </a:t>
                </a:r>
                <a:r>
                  <a:rPr lang="en-US" sz="1200" b="1" i="0" kern="1200">
                    <a:solidFill>
                      <a:schemeClr val="tx1"/>
                    </a:solidFill>
                    <a:latin typeface="Cambria Math" panose="02040503050406030204" pitchFamily="18" charset="0"/>
                    <a:ea typeface="+mn-ea"/>
                    <a:cs typeface="+mn-cs"/>
                  </a:rPr>
                  <a:t>𝑴</a:t>
                </a:r>
                <a:r>
                  <a:rPr lang="en-US" b="1" dirty="0"/>
                  <a:t> </a:t>
                </a:r>
                <a:r>
                  <a:rPr lang="en-US" dirty="0"/>
                  <a:t>and normalized (to values between 0/1)</a:t>
                </a:r>
              </a:p>
              <a:p>
                <a:pPr marL="171450" indent="-171450">
                  <a:buFont typeface="Symbol" panose="05050102010706020507" pitchFamily="18" charset="2"/>
                  <a:buChar char="Þ"/>
                </a:pPr>
                <a:endParaRPr lang="en-US" dirty="0"/>
              </a:p>
              <a:p>
                <a:pPr marL="0" indent="0">
                  <a:buFont typeface="Symbol" panose="05050102010706020507" pitchFamily="18" charset="2"/>
                  <a:buNone/>
                </a:pPr>
                <a:r>
                  <a:rPr lang="en-US" dirty="0"/>
                  <a:t>(For the experiments we set M to the length of the longest packet in the </a:t>
                </a:r>
                <a:r>
                  <a:rPr lang="de-DE" dirty="0"/>
                  <a:t>representation)</a:t>
                </a:r>
              </a:p>
              <a:p>
                <a:pPr marL="0" indent="0">
                  <a:buFont typeface="Symbol" panose="05050102010706020507" pitchFamily="18" charset="2"/>
                  <a:buNone/>
                </a:pPr>
                <a:endParaRPr lang="en-US" dirty="0"/>
              </a:p>
              <a:p>
                <a:pPr marL="228600" indent="-228600">
                  <a:buFont typeface="Symbol" panose="05050102010706020507" pitchFamily="18" charset="2"/>
                  <a:buAutoNum type="arabicPeriod"/>
                </a:pPr>
                <a:r>
                  <a:rPr lang="en-US" b="1" dirty="0"/>
                  <a:t>Trained the Autoencoder on </a:t>
                </a:r>
                <a:r>
                  <a:rPr lang="en-US" b="1" dirty="0" err="1"/>
                  <a:t>benigne</a:t>
                </a:r>
                <a:r>
                  <a:rPr lang="en-US" b="1" dirty="0"/>
                  <a:t> </a:t>
                </a:r>
                <a:r>
                  <a:rPr lang="en-US" dirty="0"/>
                  <a:t>(</a:t>
                </a:r>
                <a:r>
                  <a:rPr lang="en-US" dirty="0" err="1"/>
                  <a:t>bä-nein</a:t>
                </a:r>
                <a:r>
                  <a:rPr lang="en-US" dirty="0"/>
                  <a:t>) data of the different representations</a:t>
                </a:r>
              </a:p>
              <a:p>
                <a:pPr marL="228600" indent="-228600">
                  <a:buFont typeface="Symbol" panose="05050102010706020507" pitchFamily="18" charset="2"/>
                  <a:buAutoNum type="arabicPeriod"/>
                </a:pPr>
                <a:r>
                  <a:rPr lang="en-US" dirty="0"/>
                  <a:t>Used it to </a:t>
                </a:r>
                <a:r>
                  <a:rPr lang="en-US" b="1" dirty="0"/>
                  <a:t>Encode all byte-vectors </a:t>
                </a:r>
                <a:r>
                  <a:rPr lang="en-US" dirty="0"/>
                  <a:t>from the corresponding representations</a:t>
                </a:r>
              </a:p>
              <a:p>
                <a:pPr marL="171450" indent="-171450">
                  <a:buFont typeface="Symbol" panose="05050102010706020507" pitchFamily="18" charset="2"/>
                  <a:buChar char="Þ"/>
                </a:pPr>
                <a:r>
                  <a:rPr lang="en-US" dirty="0"/>
                  <a:t>For this we </a:t>
                </a:r>
                <a:r>
                  <a:rPr lang="en-US" b="1" dirty="0"/>
                  <a:t>made a prediction </a:t>
                </a:r>
                <a:r>
                  <a:rPr lang="en-US" dirty="0"/>
                  <a:t>and </a:t>
                </a:r>
                <a:r>
                  <a:rPr lang="en-US" b="1" dirty="0"/>
                  <a:t>extracted</a:t>
                </a:r>
                <a:r>
                  <a:rPr lang="en-US" dirty="0"/>
                  <a:t> the </a:t>
                </a:r>
                <a:r>
                  <a:rPr lang="en-US" b="1" dirty="0"/>
                  <a:t>results from the bottleneck layer</a:t>
                </a:r>
              </a:p>
              <a:p>
                <a:pPr marL="0" indent="0">
                  <a:buFont typeface="Symbol" panose="05050102010706020507" pitchFamily="18" charset="2"/>
                  <a:buNone/>
                </a:pPr>
                <a:endParaRPr lang="en-US" dirty="0"/>
              </a:p>
              <a:p>
                <a:pPr marL="0" indent="0">
                  <a:buFont typeface="Symbol" panose="05050102010706020507" pitchFamily="18" charset="2"/>
                  <a:buNone/>
                </a:pPr>
                <a:r>
                  <a:rPr lang="en-US" dirty="0"/>
                  <a:t>(output: </a:t>
                </a:r>
                <a:r>
                  <a:rPr lang="en-US" dirty="0" err="1"/>
                  <a:t>fature</a:t>
                </a:r>
                <a:r>
                  <a:rPr lang="en-US" dirty="0"/>
                  <a:t> vector with 32 elements per input byte-vector)</a:t>
                </a:r>
              </a:p>
              <a:p>
                <a:pPr marL="0" indent="0">
                  <a:buFont typeface="Symbol" panose="05050102010706020507" pitchFamily="18" charset="2"/>
                  <a:buNone/>
                </a:pPr>
                <a:endParaRPr lang="de-DE" dirty="0"/>
              </a:p>
              <a:p>
                <a:pPr marL="0" indent="0">
                  <a:buFont typeface="Symbol" panose="05050102010706020507" pitchFamily="18" charset="2"/>
                  <a:buNone/>
                </a:pPr>
                <a:endParaRPr lang="de-DE" dirty="0"/>
              </a:p>
              <a:p>
                <a:pPr marL="0" indent="0">
                  <a:buFont typeface="Symbol" panose="05050102010706020507" pitchFamily="18" charset="2"/>
                  <a:buNone/>
                </a:pPr>
                <a:r>
                  <a:rPr lang="de-DE" dirty="0"/>
                  <a:t>-----------------------------------------------------</a:t>
                </a:r>
              </a:p>
              <a:p>
                <a:pPr marL="0" indent="0">
                  <a:buFont typeface="Symbol" panose="05050102010706020507" pitchFamily="18" charset="2"/>
                  <a:buNone/>
                </a:pPr>
                <a:endParaRPr lang="de-DE" dirty="0"/>
              </a:p>
              <a:p>
                <a:pPr marL="514350" indent="-514350">
                  <a:buFont typeface="+mj-lt"/>
                  <a:buAutoNum type="arabicPeriod"/>
                </a:pPr>
                <a:r>
                  <a:rPr lang="de-DE" dirty="0"/>
                  <a:t>Tranform each packet to a fixed length vector M (pad/truncate) and  normalize values to [0,1]</a:t>
                </a:r>
              </a:p>
              <a:p>
                <a:pPr marL="514350" indent="-514350">
                  <a:buFont typeface="+mj-lt"/>
                  <a:buAutoNum type="arabicPeriod"/>
                </a:pPr>
                <a:r>
                  <a:rPr lang="de-DE" dirty="0"/>
                  <a:t>Train SDA on the training split (normal packets only)</a:t>
                </a:r>
              </a:p>
              <a:p>
                <a:pPr marL="514350" indent="-514350">
                  <a:buFont typeface="+mj-lt"/>
                  <a:buAutoNum type="arabicPeriod"/>
                </a:pPr>
                <a:r>
                  <a:rPr lang="de-DE" dirty="0"/>
                  <a:t>Use the trained encoder to transform all packets into latent vectors </a:t>
                </a:r>
              </a:p>
              <a:p>
                <a:pPr marL="514350" indent="-514350">
                  <a:buFont typeface="+mj-lt"/>
                  <a:buAutoNum type="arabicPeriod"/>
                </a:pPr>
                <a:r>
                  <a:rPr lang="de-DE" dirty="0"/>
                  <a:t>Extract the latent feature vectors from the bottleneck (encoding) layer</a:t>
                </a:r>
              </a:p>
              <a:p>
                <a:pPr marL="0" indent="0">
                  <a:buFont typeface="Symbol" panose="05050102010706020507" pitchFamily="18" charset="2"/>
                  <a:buNone/>
                </a:pPr>
                <a:endParaRPr lang="en-US" dirty="0"/>
              </a:p>
              <a:p>
                <a:endParaRPr lang="de-DE" dirty="0"/>
              </a:p>
            </p:txBody>
          </p:sp>
        </mc:Fallback>
      </mc:AlternateContent>
      <p:sp>
        <p:nvSpPr>
          <p:cNvPr id="4" name="Slide Number Placeholder 3"/>
          <p:cNvSpPr>
            <a:spLocks noGrp="1"/>
          </p:cNvSpPr>
          <p:nvPr>
            <p:ph type="sldNum" sz="quarter" idx="5"/>
          </p:nvPr>
        </p:nvSpPr>
        <p:spPr/>
        <p:txBody>
          <a:bodyPr/>
          <a:lstStyle/>
          <a:p>
            <a:fld id="{17F6ECB0-4EB5-411D-9EB7-90E2340D28B3}" type="slidenum">
              <a:rPr lang="de-DE" smtClean="0"/>
              <a:t>15</a:t>
            </a:fld>
            <a:endParaRPr lang="de-DE"/>
          </a:p>
        </p:txBody>
      </p:sp>
    </p:spTree>
    <p:extLst>
      <p:ext uri="{BB962C8B-B14F-4D97-AF65-F5344CB8AC3E}">
        <p14:creationId xmlns:p14="http://schemas.microsoft.com/office/powerpoint/2010/main" val="1589514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-for our project we implemented multiple traditional ML detection methods  using the SKIT-Ih – learn library </a:t>
            </a:r>
          </a:p>
          <a:p>
            <a:r>
              <a:rPr lang="de-DE" dirty="0"/>
              <a:t>=&gt; They were (otoh) evaluated seperately and also </a:t>
            </a:r>
            <a:r>
              <a:rPr lang="de-DE" b="1" dirty="0"/>
              <a:t>combined into </a:t>
            </a:r>
            <a:r>
              <a:rPr lang="de-DE" dirty="0"/>
              <a:t>an </a:t>
            </a:r>
            <a:r>
              <a:rPr lang="de-DE" b="1" dirty="0"/>
              <a:t>Ensemble Classifier </a:t>
            </a:r>
            <a:r>
              <a:rPr lang="de-DE" dirty="0"/>
              <a:t>with 3 different modes</a:t>
            </a:r>
          </a:p>
          <a:p>
            <a:endParaRPr lang="de-DE" dirty="0"/>
          </a:p>
          <a:p>
            <a:r>
              <a:rPr lang="de-DE" dirty="0"/>
              <a:t>-(as illustrated here) it was implemented by </a:t>
            </a:r>
            <a:r>
              <a:rPr lang="de-DE" b="1" dirty="0"/>
              <a:t>training all 3 involved classifiers seperately </a:t>
            </a:r>
            <a:r>
              <a:rPr lang="de-DE" dirty="0"/>
              <a:t>and letting them </a:t>
            </a:r>
            <a:r>
              <a:rPr lang="de-DE" b="1" dirty="0"/>
              <a:t>predict individual results </a:t>
            </a:r>
            <a:r>
              <a:rPr lang="de-DE" dirty="0"/>
              <a:t>(for each datapoint)</a:t>
            </a:r>
          </a:p>
          <a:p>
            <a:r>
              <a:rPr lang="de-DE" dirty="0"/>
              <a:t>-then the ensemble classifier would </a:t>
            </a:r>
            <a:r>
              <a:rPr lang="de-DE" b="1" dirty="0"/>
              <a:t>make</a:t>
            </a:r>
            <a:r>
              <a:rPr lang="de-DE" dirty="0"/>
              <a:t> a </a:t>
            </a:r>
            <a:r>
              <a:rPr lang="de-DE" b="1" dirty="0"/>
              <a:t>decision</a:t>
            </a:r>
            <a:r>
              <a:rPr lang="de-DE" dirty="0"/>
              <a:t> by </a:t>
            </a:r>
            <a:r>
              <a:rPr lang="de-DE" b="1" dirty="0"/>
              <a:t>combining all 3 predictions </a:t>
            </a:r>
            <a:r>
              <a:rPr lang="de-DE" dirty="0"/>
              <a:t>(for each datapoint) </a:t>
            </a:r>
            <a:r>
              <a:rPr lang="de-DE" b="1" dirty="0"/>
              <a:t>while applying </a:t>
            </a:r>
            <a:r>
              <a:rPr lang="de-DE" dirty="0"/>
              <a:t>one of the three </a:t>
            </a:r>
            <a:r>
              <a:rPr lang="de-DE" b="1" dirty="0"/>
              <a:t>modes</a:t>
            </a:r>
            <a:r>
              <a:rPr lang="de-DE" dirty="0"/>
              <a:t> </a:t>
            </a:r>
          </a:p>
          <a:p>
            <a:endParaRPr lang="de-DE" dirty="0"/>
          </a:p>
          <a:p>
            <a:r>
              <a:rPr lang="de-DE" b="1" dirty="0"/>
              <a:t>Prediction Modes:</a:t>
            </a:r>
          </a:p>
          <a:p>
            <a:pPr lvl="1"/>
            <a:r>
              <a:rPr lang="de-DE" sz="1400" dirty="0"/>
              <a:t>Random – randomly select one of the predictions</a:t>
            </a:r>
          </a:p>
          <a:p>
            <a:pPr lvl="1"/>
            <a:r>
              <a:rPr lang="de-DE" sz="1400" dirty="0"/>
              <a:t>Majority – select the majority of equal predictions </a:t>
            </a:r>
          </a:p>
          <a:p>
            <a:pPr lvl="1"/>
            <a:r>
              <a:rPr lang="de-DE" sz="1400" dirty="0"/>
              <a:t>All –classify as attack, if all classifiers predict it as attack</a:t>
            </a:r>
          </a:p>
          <a:p>
            <a:endParaRPr lang="de-DE" dirty="0"/>
          </a:p>
          <a:p>
            <a:endParaRPr lang="de-DE" dirty="0"/>
          </a:p>
          <a:p>
            <a:r>
              <a:rPr lang="de-DE" dirty="0"/>
              <a:t>-given that we had 6 traditional ML detection methods with 3 of them operating as outlier detectors and 3 as binary classifiers</a:t>
            </a:r>
          </a:p>
          <a:p>
            <a:pPr marL="171450" indent="-171450">
              <a:buFont typeface="Wingdings" panose="05000000000000000000" pitchFamily="2" charset="2"/>
              <a:buChar char="è"/>
            </a:pPr>
            <a:r>
              <a:rPr lang="de-DE" dirty="0"/>
              <a:t>We implemented </a:t>
            </a:r>
            <a:r>
              <a:rPr lang="de-DE" b="1" dirty="0"/>
              <a:t>two different operational modes </a:t>
            </a:r>
            <a:r>
              <a:rPr lang="de-DE" dirty="0"/>
              <a:t>for the ensemble classifier </a:t>
            </a:r>
          </a:p>
          <a:p>
            <a:pPr marL="171450" indent="-171450">
              <a:buFont typeface="Wingdings" panose="05000000000000000000" pitchFamily="2" charset="2"/>
              <a:buChar char="è"/>
            </a:pPr>
            <a:r>
              <a:rPr lang="de-DE" dirty="0"/>
              <a:t>One where it </a:t>
            </a:r>
            <a:r>
              <a:rPr lang="de-DE" b="1" dirty="0"/>
              <a:t>operates</a:t>
            </a:r>
            <a:r>
              <a:rPr lang="de-DE" dirty="0"/>
              <a:t> on the </a:t>
            </a:r>
            <a:r>
              <a:rPr lang="de-DE" b="1" dirty="0"/>
              <a:t>3 outlier detectors </a:t>
            </a:r>
            <a:r>
              <a:rPr lang="de-DE" dirty="0"/>
              <a:t>(in one class mode)</a:t>
            </a:r>
          </a:p>
          <a:p>
            <a:pPr marL="171450" indent="-171450">
              <a:buFont typeface="Wingdings" panose="05000000000000000000" pitchFamily="2" charset="2"/>
              <a:buChar char="è"/>
            </a:pPr>
            <a:r>
              <a:rPr lang="de-DE" dirty="0"/>
              <a:t>One where it </a:t>
            </a:r>
            <a:r>
              <a:rPr lang="de-DE" b="1" dirty="0"/>
              <a:t>operates</a:t>
            </a:r>
            <a:r>
              <a:rPr lang="de-DE" dirty="0"/>
              <a:t> on the </a:t>
            </a:r>
            <a:r>
              <a:rPr lang="de-DE" b="1" dirty="0"/>
              <a:t>3 bianry classifiers</a:t>
            </a:r>
          </a:p>
          <a:p>
            <a:endParaRPr lang="de-DE" dirty="0"/>
          </a:p>
        </p:txBody>
      </p:sp>
      <p:sp>
        <p:nvSpPr>
          <p:cNvPr id="4" name="Slide Number Placeholder 3"/>
          <p:cNvSpPr>
            <a:spLocks noGrp="1"/>
          </p:cNvSpPr>
          <p:nvPr>
            <p:ph type="sldNum" sz="quarter" idx="5"/>
          </p:nvPr>
        </p:nvSpPr>
        <p:spPr/>
        <p:txBody>
          <a:bodyPr/>
          <a:lstStyle/>
          <a:p>
            <a:fld id="{17F6ECB0-4EB5-411D-9EB7-90E2340D28B3}" type="slidenum">
              <a:rPr lang="de-DE" smtClean="0"/>
              <a:t>17</a:t>
            </a:fld>
            <a:endParaRPr lang="de-DE"/>
          </a:p>
        </p:txBody>
      </p:sp>
    </p:spTree>
    <p:extLst>
      <p:ext uri="{BB962C8B-B14F-4D97-AF65-F5344CB8AC3E}">
        <p14:creationId xmlns:p14="http://schemas.microsoft.com/office/powerpoint/2010/main" val="15013170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-the </a:t>
            </a:r>
            <a:r>
              <a:rPr lang="de-DE" b="1" dirty="0"/>
              <a:t>second use case </a:t>
            </a:r>
            <a:r>
              <a:rPr lang="de-DE" dirty="0"/>
              <a:t>for the SDA was to implement a </a:t>
            </a:r>
            <a:r>
              <a:rPr lang="de-DE" b="1" dirty="0"/>
              <a:t>reconstruction error </a:t>
            </a:r>
            <a:r>
              <a:rPr lang="de-DE" dirty="0"/>
              <a:t>based </a:t>
            </a:r>
            <a:r>
              <a:rPr lang="de-DE" b="1" dirty="0"/>
              <a:t>anomaly detection method</a:t>
            </a:r>
          </a:p>
          <a:p>
            <a:pPr marL="0" indent="0">
              <a:buFont typeface="Symbol" panose="05050102010706020507" pitchFamily="18" charset="2"/>
              <a:buNone/>
            </a:pPr>
            <a:endParaRPr lang="de-DE" dirty="0"/>
          </a:p>
          <a:p>
            <a:pPr marL="0" indent="0">
              <a:buFont typeface="Symbol" panose="05050102010706020507" pitchFamily="18" charset="2"/>
              <a:buNone/>
            </a:pPr>
            <a:r>
              <a:rPr lang="de-DE" dirty="0"/>
              <a:t>Idea:</a:t>
            </a:r>
          </a:p>
          <a:p>
            <a:pPr marL="0" indent="0">
              <a:buFont typeface="Symbol" panose="05050102010706020507" pitchFamily="18" charset="2"/>
              <a:buNone/>
            </a:pPr>
            <a:r>
              <a:rPr lang="de-DE" dirty="0"/>
              <a:t>-autoencoder is trained on all normal packets </a:t>
            </a:r>
          </a:p>
          <a:p>
            <a:pPr marL="0" indent="0">
              <a:buFont typeface="Symbol" panose="05050102010706020507" pitchFamily="18" charset="2"/>
              <a:buNone/>
            </a:pPr>
            <a:r>
              <a:rPr lang="de-DE" dirty="0"/>
              <a:t>=&gt; Will achieve an observably higher reconstruction - error when processing an attack packet</a:t>
            </a:r>
          </a:p>
          <a:p>
            <a:pPr marL="0" indent="0">
              <a:buFont typeface="Symbol" panose="05050102010706020507" pitchFamily="18" charset="2"/>
              <a:buNone/>
            </a:pPr>
            <a:endParaRPr lang="de-DE" dirty="0"/>
          </a:p>
          <a:p>
            <a:pPr marL="0" indent="0">
              <a:buFont typeface="Symbol" panose="05050102010706020507" pitchFamily="18" charset="2"/>
              <a:buNone/>
            </a:pPr>
            <a:r>
              <a:rPr lang="de-DE" dirty="0"/>
              <a:t>-in order to use it as a classifier we firstly computed the MSE which the trained autoencoder achieved over all normal packets</a:t>
            </a:r>
          </a:p>
          <a:p>
            <a:pPr marL="0" indent="0">
              <a:buFont typeface="Symbol" panose="05050102010706020507" pitchFamily="18" charset="2"/>
              <a:buNone/>
            </a:pPr>
            <a:r>
              <a:rPr lang="de-DE" dirty="0"/>
              <a:t>-then we defined a threshold based on that result</a:t>
            </a:r>
          </a:p>
          <a:p>
            <a:pPr marL="0" indent="0">
              <a:buFont typeface="Symbol" panose="05050102010706020507" pitchFamily="18" charset="2"/>
              <a:buNone/>
            </a:pPr>
            <a:r>
              <a:rPr lang="de-DE" dirty="0"/>
              <a:t>-when the error which the autoencoder computes for a packet will be higher than that threshold it will be classified as attack</a:t>
            </a:r>
          </a:p>
          <a:p>
            <a:pPr marL="0" indent="0">
              <a:buFont typeface="Symbol" panose="05050102010706020507" pitchFamily="18" charset="2"/>
              <a:buNone/>
            </a:pPr>
            <a:endParaRPr lang="de-DE" dirty="0"/>
          </a:p>
          <a:p>
            <a:pPr marL="0" indent="0">
              <a:buFont typeface="Symbol" panose="05050102010706020507" pitchFamily="18" charset="2"/>
              <a:buNone/>
            </a:pPr>
            <a:endParaRPr lang="de-DE" dirty="0"/>
          </a:p>
          <a:p>
            <a:endParaRPr lang="de-DE" dirty="0"/>
          </a:p>
        </p:txBody>
      </p:sp>
      <p:sp>
        <p:nvSpPr>
          <p:cNvPr id="4" name="Slide Number Placeholder 3"/>
          <p:cNvSpPr>
            <a:spLocks noGrp="1"/>
          </p:cNvSpPr>
          <p:nvPr>
            <p:ph type="sldNum" sz="quarter" idx="5"/>
          </p:nvPr>
        </p:nvSpPr>
        <p:spPr/>
        <p:txBody>
          <a:bodyPr/>
          <a:lstStyle/>
          <a:p>
            <a:fld id="{17F6ECB0-4EB5-411D-9EB7-90E2340D28B3}" type="slidenum">
              <a:rPr lang="de-DE" smtClean="0"/>
              <a:t>18</a:t>
            </a:fld>
            <a:endParaRPr lang="de-DE"/>
          </a:p>
        </p:txBody>
      </p:sp>
    </p:spTree>
    <p:extLst>
      <p:ext uri="{BB962C8B-B14F-4D97-AF65-F5344CB8AC3E}">
        <p14:creationId xmlns:p14="http://schemas.microsoft.com/office/powerpoint/2010/main" val="12748652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900" dirty="0"/>
                  <a:t>What is n-gram?</a:t>
                </a:r>
              </a:p>
              <a:p>
                <a:pPr lvl="1"/>
                <a:r>
                  <a:rPr lang="en-US" sz="1700" dirty="0"/>
                  <a:t>It is a contiguous sequence of n bytes</a:t>
                </a:r>
              </a:p>
              <a:p>
                <a:pPr lvl="1"/>
                <a:r>
                  <a:rPr lang="en-US" sz="1700" dirty="0"/>
                  <a:t>Extracted by sliding a window over packet bytes</a:t>
                </a:r>
              </a:p>
              <a:p>
                <a:r>
                  <a:rPr lang="en-US" sz="1900" dirty="0"/>
                  <a:t>How n-gram model network packet?</a:t>
                </a:r>
              </a:p>
              <a:p>
                <a:pPr lvl="1"/>
                <a:r>
                  <a:rPr lang="en-US" sz="1700" dirty="0"/>
                  <a:t>Each packet is represented as a set of bytes</a:t>
                </a:r>
              </a:p>
              <a:p>
                <a:pPr lvl="1"/>
                <a:r>
                  <a:rPr lang="en-US" sz="1700" dirty="0"/>
                  <a:t>Normal traffic produces repetitive and stable n-gram patterns</a:t>
                </a:r>
              </a:p>
              <a:p>
                <a:pPr lvl="1"/>
                <a:r>
                  <a:rPr lang="en-US" sz="1700" dirty="0"/>
                  <a:t>Attacks introduce unseen or rare n-grams</a:t>
                </a:r>
              </a:p>
              <a:p>
                <a:r>
                  <a:rPr lang="en-US" sz="1900" dirty="0"/>
                  <a:t>Training phase: </a:t>
                </a:r>
              </a:p>
              <a:p>
                <a:pPr lvl="1"/>
                <a:r>
                  <a:rPr lang="en-US" sz="1700" dirty="0"/>
                  <a:t>Observe all distinct n-grams in training packets</a:t>
                </a:r>
              </a:p>
              <a:p>
                <a:pPr lvl="1"/>
                <a:r>
                  <a:rPr lang="en-US" sz="1700" dirty="0"/>
                  <a:t>Store seen n-grams in a Bloom filter (space-efficient) </a:t>
                </a:r>
              </a:p>
              <a:p>
                <a:pPr lvl="1"/>
                <a:r>
                  <a:rPr lang="en-US" sz="1700" dirty="0"/>
                  <a:t>Count how often each n-gram appears</a:t>
                </a:r>
              </a:p>
              <a:p>
                <a:pPr lvl="1"/>
                <a:r>
                  <a:rPr lang="en-US" sz="1700" dirty="0"/>
                  <a:t>Compute normalized weights based on frequency. </a:t>
                </a:r>
              </a:p>
              <a:p>
                <a:r>
                  <a:rPr lang="en-US" sz="1900" dirty="0"/>
                  <a:t>Detection Phase (Testing): </a:t>
                </a:r>
              </a:p>
              <a:p>
                <a:pPr lvl="1"/>
                <a:r>
                  <a:rPr lang="en-US" sz="1700" dirty="0"/>
                  <a:t>For each packet</a:t>
                </a:r>
              </a:p>
              <a:p>
                <a:pPr lvl="2"/>
                <a:r>
                  <a:rPr lang="en-US" sz="1400" dirty="0"/>
                  <a:t>Count how many n-grams were seen during testing</a:t>
                </a:r>
              </a:p>
              <a:p>
                <a:pPr lvl="2"/>
                <a:r>
                  <a:rPr lang="en-US" sz="1400" dirty="0"/>
                  <a:t>Compute anomaly score</a:t>
                </a:r>
              </a:p>
              <a:p>
                <a:pPr lvl="3"/>
                <a:r>
                  <a:rPr lang="en-US" dirty="0"/>
                  <a:t>Score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𝑇</m:t>
                        </m:r>
                      </m:den>
                    </m:f>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𝑇</m:t>
                        </m:r>
                      </m:sup>
                      <m:e>
                        <m:r>
                          <a:rPr lang="en-US" b="0" i="1" smtClean="0">
                            <a:latin typeface="Cambria Math" panose="02040503050406030204" pitchFamily="18" charset="0"/>
                          </a:rPr>
                          <m:t>𝑤𝑖</m:t>
                        </m:r>
                        <m:r>
                          <a:rPr lang="en-US" b="0" i="1" smtClean="0">
                            <a:latin typeface="Cambria Math" panose="02040503050406030204" pitchFamily="18" charset="0"/>
                          </a:rPr>
                          <m:t> ∗</m:t>
                        </m:r>
                        <m:r>
                          <a:rPr lang="en-US" b="0" i="1" smtClean="0">
                            <a:latin typeface="Cambria Math" panose="02040503050406030204" pitchFamily="18" charset="0"/>
                          </a:rPr>
                          <m:t>𝑁</m:t>
                        </m:r>
                        <m:r>
                          <a:rPr lang="en-US" b="0" i="1" smtClean="0">
                            <a:latin typeface="Cambria Math" panose="02040503050406030204" pitchFamily="18" charset="0"/>
                          </a:rPr>
                          <m:t>_</m:t>
                        </m:r>
                        <m:r>
                          <a:rPr lang="en-US" b="0" i="1" smtClean="0">
                            <a:latin typeface="Cambria Math" panose="02040503050406030204" pitchFamily="18" charset="0"/>
                          </a:rPr>
                          <m:t>𝑠𝑒𝑒𝑛𝑖</m:t>
                        </m:r>
                      </m:e>
                    </m:nary>
                  </m:oMath>
                </a14:m>
                <a:endParaRPr lang="en-US" dirty="0"/>
              </a:p>
              <a:p>
                <a:pPr lvl="2"/>
                <a:r>
                  <a:rPr lang="en-US" sz="1400" dirty="0"/>
                  <a:t>Low score means attack packet</a:t>
                </a:r>
              </a:p>
              <a:p>
                <a:r>
                  <a:rPr lang="en-US" sz="1900" dirty="0"/>
                  <a:t>Decision Rule:</a:t>
                </a:r>
              </a:p>
              <a:p>
                <a:pPr lvl="1"/>
                <a:r>
                  <a:rPr lang="en-US" sz="1600" dirty="0"/>
                  <a:t>Packet is malicious if Score &lt; threshold</a:t>
                </a:r>
              </a:p>
              <a:p>
                <a:endParaRPr lang="de-DE" dirty="0"/>
              </a:p>
            </p:txBody>
          </p:sp>
        </mc:Choice>
        <mc:Fallback xmlns="">
          <p:sp>
            <p:nvSpPr>
              <p:cNvPr id="3" name="Notes Placeholder 2"/>
              <p:cNvSpPr>
                <a:spLocks noGrp="1"/>
              </p:cNvSpPr>
              <p:nvPr>
                <p:ph type="body" idx="1"/>
              </p:nvPr>
            </p:nvSpPr>
            <p:spPr/>
            <p:txBody>
              <a:bodyPr/>
              <a:lstStyle/>
              <a:p>
                <a:r>
                  <a:rPr lang="en-US" sz="1900" dirty="0"/>
                  <a:t>What is n-gram?</a:t>
                </a:r>
              </a:p>
              <a:p>
                <a:pPr lvl="1"/>
                <a:r>
                  <a:rPr lang="en-US" sz="1700" dirty="0"/>
                  <a:t>It is a contiguous sequence of n bytes</a:t>
                </a:r>
              </a:p>
              <a:p>
                <a:pPr lvl="1"/>
                <a:r>
                  <a:rPr lang="en-US" sz="1700" dirty="0"/>
                  <a:t>Extracted by sliding a window over packet bytes</a:t>
                </a:r>
              </a:p>
              <a:p>
                <a:r>
                  <a:rPr lang="en-US" sz="1900" dirty="0"/>
                  <a:t>How n-gram model network packet?</a:t>
                </a:r>
              </a:p>
              <a:p>
                <a:pPr lvl="1"/>
                <a:r>
                  <a:rPr lang="en-US" sz="1700" dirty="0"/>
                  <a:t>Each packet is represented as a set of bytes</a:t>
                </a:r>
              </a:p>
              <a:p>
                <a:pPr lvl="1"/>
                <a:r>
                  <a:rPr lang="en-US" sz="1700" dirty="0"/>
                  <a:t>Normal traffic produces repetitive and stable n-gram patterns</a:t>
                </a:r>
              </a:p>
              <a:p>
                <a:pPr lvl="1"/>
                <a:r>
                  <a:rPr lang="en-US" sz="1700" dirty="0"/>
                  <a:t>Attacks introduce unseen or rare n-grams</a:t>
                </a:r>
              </a:p>
              <a:p>
                <a:r>
                  <a:rPr lang="en-US" sz="1900" dirty="0"/>
                  <a:t>Training phase: </a:t>
                </a:r>
              </a:p>
              <a:p>
                <a:pPr lvl="1"/>
                <a:r>
                  <a:rPr lang="en-US" sz="1700" dirty="0"/>
                  <a:t>Observe all distinct n-grams in training packets</a:t>
                </a:r>
              </a:p>
              <a:p>
                <a:pPr lvl="1"/>
                <a:r>
                  <a:rPr lang="en-US" sz="1700" dirty="0"/>
                  <a:t>Store seen n-grams in a Bloom filter (space-efficient) </a:t>
                </a:r>
              </a:p>
              <a:p>
                <a:pPr lvl="1"/>
                <a:r>
                  <a:rPr lang="en-US" sz="1700" dirty="0"/>
                  <a:t>Count how often each n-gram appears</a:t>
                </a:r>
              </a:p>
              <a:p>
                <a:pPr lvl="1"/>
                <a:r>
                  <a:rPr lang="en-US" sz="1700" dirty="0"/>
                  <a:t>Compute normalized weights based on frequency. </a:t>
                </a:r>
              </a:p>
              <a:p>
                <a:r>
                  <a:rPr lang="en-US" sz="1900" dirty="0"/>
                  <a:t>Detection Phase (Testing): </a:t>
                </a:r>
              </a:p>
              <a:p>
                <a:pPr lvl="1"/>
                <a:r>
                  <a:rPr lang="en-US" sz="1700" dirty="0"/>
                  <a:t>For each packet</a:t>
                </a:r>
              </a:p>
              <a:p>
                <a:pPr lvl="2"/>
                <a:r>
                  <a:rPr lang="en-US" sz="1400" dirty="0"/>
                  <a:t>Count how many n-grams were seen during testing</a:t>
                </a:r>
              </a:p>
              <a:p>
                <a:pPr lvl="2"/>
                <a:r>
                  <a:rPr lang="en-US" sz="1400" dirty="0"/>
                  <a:t>Compute anomaly score</a:t>
                </a:r>
              </a:p>
              <a:p>
                <a:pPr lvl="3"/>
                <a:r>
                  <a:rPr lang="en-US" dirty="0"/>
                  <a:t>Score = </a:t>
                </a:r>
                <a:r>
                  <a:rPr lang="en-US" b="0" i="0">
                    <a:latin typeface="Cambria Math" panose="02040503050406030204" pitchFamily="18" charset="0"/>
                  </a:rPr>
                  <a:t>1/𝑇 </a:t>
                </a:r>
                <a:r>
                  <a:rPr lang="en-US" i="0">
                    <a:latin typeface="Cambria Math" panose="02040503050406030204" pitchFamily="18" charset="0"/>
                  </a:rPr>
                  <a:t>∑</a:t>
                </a:r>
                <a:r>
                  <a:rPr lang="en-US" b="0" i="0">
                    <a:latin typeface="Cambria Math" panose="02040503050406030204" pitchFamily="18" charset="0"/>
                  </a:rPr>
                  <a:t>_(𝑖=1)^𝑇▒〖𝑤𝑖 ∗𝑁_𝑠𝑒𝑒𝑛𝑖〗</a:t>
                </a:r>
                <a:endParaRPr lang="en-US" dirty="0"/>
              </a:p>
              <a:p>
                <a:pPr lvl="2"/>
                <a:r>
                  <a:rPr lang="en-US" sz="1400" dirty="0"/>
                  <a:t>Low score means attack packet</a:t>
                </a:r>
              </a:p>
              <a:p>
                <a:r>
                  <a:rPr lang="en-US" sz="1900" dirty="0"/>
                  <a:t>Decision Rule:</a:t>
                </a:r>
              </a:p>
              <a:p>
                <a:pPr lvl="1"/>
                <a:r>
                  <a:rPr lang="en-US" sz="1600" dirty="0"/>
                  <a:t>Packet is malicious if Score &lt; threshold</a:t>
                </a:r>
              </a:p>
              <a:p>
                <a:endParaRPr lang="de-DE" dirty="0"/>
              </a:p>
            </p:txBody>
          </p:sp>
        </mc:Fallback>
      </mc:AlternateContent>
      <p:sp>
        <p:nvSpPr>
          <p:cNvPr id="4" name="Slide Number Placeholder 3"/>
          <p:cNvSpPr>
            <a:spLocks noGrp="1"/>
          </p:cNvSpPr>
          <p:nvPr>
            <p:ph type="sldNum" sz="quarter" idx="5"/>
          </p:nvPr>
        </p:nvSpPr>
        <p:spPr/>
        <p:txBody>
          <a:bodyPr/>
          <a:lstStyle/>
          <a:p>
            <a:fld id="{17F6ECB0-4EB5-411D-9EB7-90E2340D28B3}" type="slidenum">
              <a:rPr lang="de-DE" smtClean="0"/>
              <a:t>19</a:t>
            </a:fld>
            <a:endParaRPr lang="de-DE"/>
          </a:p>
        </p:txBody>
      </p:sp>
    </p:spTree>
    <p:extLst>
      <p:ext uri="{BB962C8B-B14F-4D97-AF65-F5344CB8AC3E}">
        <p14:creationId xmlns:p14="http://schemas.microsoft.com/office/powerpoint/2010/main" val="5926052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840" indent="-285840" defTabSz="914400">
              <a:lnSpc>
                <a:spcPct val="100000"/>
              </a:lnSpc>
              <a:buClr>
                <a:srgbClr val="000000"/>
              </a:buClr>
              <a:buFont typeface="Arial"/>
              <a:buChar char="•"/>
            </a:pPr>
            <a:r>
              <a:rPr lang="en-US" sz="1800" b="0" u="none" strike="noStrike" dirty="0">
                <a:solidFill>
                  <a:schemeClr val="dk1"/>
                </a:solidFill>
                <a:effectLst/>
                <a:uFillTx/>
                <a:latin typeface="Bierstadt"/>
              </a:rPr>
              <a:t>What is GAN?</a:t>
            </a:r>
            <a:endParaRPr lang="en-US" sz="1800" b="0" u="none" strike="noStrike" dirty="0">
              <a:solidFill>
                <a:srgbClr val="000000"/>
              </a:solidFill>
              <a:effectLst/>
              <a:uFillTx/>
              <a:latin typeface="Arial"/>
            </a:endParaRPr>
          </a:p>
          <a:p>
            <a:pPr marL="743040" lvl="1" indent="-285840" defTabSz="914400">
              <a:lnSpc>
                <a:spcPct val="100000"/>
              </a:lnSpc>
              <a:buClr>
                <a:srgbClr val="000000"/>
              </a:buClr>
              <a:buFont typeface="Arial"/>
              <a:buChar char="•"/>
            </a:pPr>
            <a:r>
              <a:rPr lang="en-US" sz="1600" b="0" u="none" strike="noStrike" dirty="0">
                <a:solidFill>
                  <a:schemeClr val="dk1"/>
                </a:solidFill>
                <a:effectLst/>
                <a:uFillTx/>
                <a:latin typeface="Bierstadt"/>
              </a:rPr>
              <a:t>Deep learning model with two competing networks. </a:t>
            </a:r>
            <a:endParaRPr lang="en-US" sz="1600" b="0" u="none" strike="noStrike" dirty="0">
              <a:solidFill>
                <a:srgbClr val="000000"/>
              </a:solidFill>
              <a:effectLst/>
              <a:uFillTx/>
              <a:latin typeface="Arial"/>
            </a:endParaRPr>
          </a:p>
          <a:p>
            <a:pPr marL="743040" lvl="1" indent="-285840" defTabSz="914400">
              <a:lnSpc>
                <a:spcPct val="100000"/>
              </a:lnSpc>
              <a:buClr>
                <a:srgbClr val="000000"/>
              </a:buClr>
              <a:buFont typeface="Arial"/>
              <a:buChar char="•"/>
            </a:pPr>
            <a:r>
              <a:rPr lang="en-US" sz="1600" b="0" u="none" strike="noStrike" dirty="0">
                <a:solidFill>
                  <a:schemeClr val="dk1"/>
                </a:solidFill>
                <a:effectLst/>
                <a:uFillTx/>
                <a:latin typeface="Bierstadt"/>
              </a:rPr>
              <a:t>Learns the distribution of normal network packets.</a:t>
            </a:r>
            <a:endParaRPr lang="en-US" sz="1600" b="0" u="none" strike="noStrike" dirty="0">
              <a:solidFill>
                <a:srgbClr val="000000"/>
              </a:solidFill>
              <a:effectLst/>
              <a:uFillTx/>
              <a:latin typeface="Arial"/>
            </a:endParaRPr>
          </a:p>
          <a:p>
            <a:pPr defTabSz="914400">
              <a:lnSpc>
                <a:spcPct val="100000"/>
              </a:lnSpc>
            </a:pPr>
            <a:endParaRPr lang="en-US" sz="1800" b="0" u="none" strike="noStrike" dirty="0">
              <a:solidFill>
                <a:srgbClr val="000000"/>
              </a:solidFill>
              <a:effectLst/>
              <a:uFillTx/>
              <a:latin typeface="Arial"/>
            </a:endParaRPr>
          </a:p>
          <a:p>
            <a:pPr marL="285840" indent="-285840" defTabSz="914400">
              <a:lnSpc>
                <a:spcPct val="100000"/>
              </a:lnSpc>
              <a:buClr>
                <a:srgbClr val="000000"/>
              </a:buClr>
              <a:buFont typeface="Arial"/>
              <a:buChar char="•"/>
            </a:pPr>
            <a:r>
              <a:rPr lang="en-US" sz="1800" b="0" u="none" strike="noStrike" dirty="0">
                <a:solidFill>
                  <a:schemeClr val="dk1"/>
                </a:solidFill>
                <a:effectLst/>
                <a:uFillTx/>
                <a:latin typeface="Bierstadt"/>
              </a:rPr>
              <a:t>How GAN is used for anomaly detection? </a:t>
            </a:r>
            <a:endParaRPr lang="en-US" sz="1800" b="0" u="none" strike="noStrike" dirty="0">
              <a:solidFill>
                <a:srgbClr val="000000"/>
              </a:solidFill>
              <a:effectLst/>
              <a:uFillTx/>
              <a:latin typeface="Arial"/>
            </a:endParaRPr>
          </a:p>
          <a:p>
            <a:pPr marL="743040" lvl="1" indent="-285840" defTabSz="914400">
              <a:lnSpc>
                <a:spcPct val="100000"/>
              </a:lnSpc>
              <a:buClr>
                <a:srgbClr val="000000"/>
              </a:buClr>
              <a:buFont typeface="Arial"/>
              <a:buChar char="•"/>
            </a:pPr>
            <a:r>
              <a:rPr lang="en-US" sz="1600" b="0" u="none" strike="noStrike" dirty="0">
                <a:solidFill>
                  <a:schemeClr val="dk1"/>
                </a:solidFill>
                <a:effectLst/>
                <a:uFillTx/>
                <a:latin typeface="Bierstadt"/>
              </a:rPr>
              <a:t>Trained mainly on benign traffic.</a:t>
            </a:r>
            <a:endParaRPr lang="en-US" sz="1600" b="0" u="none" strike="noStrike" dirty="0">
              <a:solidFill>
                <a:srgbClr val="000000"/>
              </a:solidFill>
              <a:effectLst/>
              <a:uFillTx/>
              <a:latin typeface="Arial"/>
            </a:endParaRPr>
          </a:p>
          <a:p>
            <a:pPr marL="743040" lvl="1" indent="-285840" defTabSz="914400">
              <a:lnSpc>
                <a:spcPct val="100000"/>
              </a:lnSpc>
              <a:buClr>
                <a:srgbClr val="000000"/>
              </a:buClr>
              <a:buFont typeface="Arial"/>
              <a:buChar char="•"/>
            </a:pPr>
            <a:r>
              <a:rPr lang="en-US" sz="1600" b="0" u="none" strike="noStrike" dirty="0">
                <a:solidFill>
                  <a:schemeClr val="dk1"/>
                </a:solidFill>
                <a:effectLst/>
                <a:uFillTx/>
                <a:latin typeface="Bierstadt"/>
              </a:rPr>
              <a:t>Learns what normal packets look like.</a:t>
            </a:r>
            <a:endParaRPr lang="en-US" sz="1600" b="0" u="none" strike="noStrike" dirty="0">
              <a:solidFill>
                <a:srgbClr val="000000"/>
              </a:solidFill>
              <a:effectLst/>
              <a:uFillTx/>
              <a:latin typeface="Arial"/>
            </a:endParaRPr>
          </a:p>
          <a:p>
            <a:pPr marL="743040" lvl="1" indent="-285840" defTabSz="914400">
              <a:lnSpc>
                <a:spcPct val="100000"/>
              </a:lnSpc>
              <a:buClr>
                <a:srgbClr val="000000"/>
              </a:buClr>
              <a:buFont typeface="Arial"/>
              <a:buChar char="•"/>
            </a:pPr>
            <a:r>
              <a:rPr lang="en-US" sz="1600" b="0" u="none" strike="noStrike" dirty="0">
                <a:solidFill>
                  <a:schemeClr val="dk1"/>
                </a:solidFill>
                <a:effectLst/>
                <a:uFillTx/>
                <a:latin typeface="Bierstadt"/>
              </a:rPr>
              <a:t>During testing: </a:t>
            </a:r>
            <a:endParaRPr lang="en-US" sz="1600" b="0" u="none" strike="noStrike" dirty="0">
              <a:solidFill>
                <a:srgbClr val="000000"/>
              </a:solidFill>
              <a:effectLst/>
              <a:uFillTx/>
              <a:latin typeface="Arial"/>
            </a:endParaRPr>
          </a:p>
          <a:p>
            <a:pPr marL="1200240" lvl="2" indent="-285840" defTabSz="914400">
              <a:lnSpc>
                <a:spcPct val="100000"/>
              </a:lnSpc>
              <a:buClr>
                <a:srgbClr val="000000"/>
              </a:buClr>
              <a:buFont typeface="Arial"/>
              <a:buChar char="•"/>
            </a:pPr>
            <a:r>
              <a:rPr lang="en-US" sz="1400" b="0" u="none" strike="noStrike" dirty="0">
                <a:solidFill>
                  <a:schemeClr val="dk1"/>
                </a:solidFill>
                <a:effectLst/>
                <a:uFillTx/>
                <a:latin typeface="Bierstadt"/>
              </a:rPr>
              <a:t>Abnormal packets differ from learned distribution</a:t>
            </a:r>
            <a:endParaRPr lang="en-US" sz="1400" b="0" u="none" strike="noStrike" dirty="0">
              <a:solidFill>
                <a:srgbClr val="000000"/>
              </a:solidFill>
              <a:effectLst/>
              <a:uFillTx/>
              <a:latin typeface="Arial"/>
            </a:endParaRPr>
          </a:p>
          <a:p>
            <a:pPr marL="1200240" lvl="2" indent="-285840" defTabSz="914400">
              <a:lnSpc>
                <a:spcPct val="100000"/>
              </a:lnSpc>
              <a:buClr>
                <a:srgbClr val="000000"/>
              </a:buClr>
              <a:buFont typeface="Arial"/>
              <a:buChar char="•"/>
            </a:pPr>
            <a:r>
              <a:rPr lang="en-US" sz="1400" b="0" u="none" strike="noStrike" dirty="0">
                <a:solidFill>
                  <a:schemeClr val="dk1"/>
                </a:solidFill>
                <a:effectLst/>
                <a:uFillTx/>
                <a:latin typeface="Bierstadt"/>
              </a:rPr>
              <a:t>Detected using either </a:t>
            </a:r>
            <a:endParaRPr lang="en-US" sz="1400" b="0" u="none" strike="noStrike" dirty="0">
              <a:solidFill>
                <a:srgbClr val="000000"/>
              </a:solidFill>
              <a:effectLst/>
              <a:uFillTx/>
              <a:latin typeface="Arial"/>
            </a:endParaRPr>
          </a:p>
          <a:p>
            <a:pPr marL="1657440" lvl="3" indent="-285840" defTabSz="914400">
              <a:lnSpc>
                <a:spcPct val="100000"/>
              </a:lnSpc>
              <a:buClr>
                <a:srgbClr val="000000"/>
              </a:buClr>
              <a:buFont typeface="Arial"/>
              <a:buChar char="•"/>
            </a:pPr>
            <a:r>
              <a:rPr lang="en-US" sz="1400" b="0" u="none" strike="noStrike" dirty="0">
                <a:solidFill>
                  <a:schemeClr val="dk1"/>
                </a:solidFill>
                <a:effectLst/>
                <a:uFillTx/>
                <a:latin typeface="Bierstadt"/>
              </a:rPr>
              <a:t>Discriminator</a:t>
            </a:r>
            <a:endParaRPr lang="en-US" sz="1400" b="0" u="none" strike="noStrike" dirty="0">
              <a:solidFill>
                <a:srgbClr val="000000"/>
              </a:solidFill>
              <a:effectLst/>
              <a:uFillTx/>
              <a:latin typeface="Arial"/>
            </a:endParaRPr>
          </a:p>
          <a:p>
            <a:pPr marL="1657440" lvl="3" indent="-285840" defTabSz="914400">
              <a:lnSpc>
                <a:spcPct val="100000"/>
              </a:lnSpc>
              <a:buClr>
                <a:srgbClr val="000000"/>
              </a:buClr>
              <a:buFont typeface="Arial"/>
              <a:buChar char="•"/>
            </a:pPr>
            <a:r>
              <a:rPr lang="en-US" sz="1400" b="0" u="none" strike="noStrike" dirty="0">
                <a:solidFill>
                  <a:schemeClr val="dk1"/>
                </a:solidFill>
                <a:effectLst/>
                <a:uFillTx/>
                <a:latin typeface="Bierstadt"/>
              </a:rPr>
              <a:t>Generator</a:t>
            </a:r>
            <a:endParaRPr lang="en-US" dirty="0"/>
          </a:p>
          <a:p>
            <a:r>
              <a:rPr lang="en-US" dirty="0"/>
              <a:t>Key idea: </a:t>
            </a:r>
          </a:p>
          <a:p>
            <a:r>
              <a:rPr lang="en-US" dirty="0"/>
              <a:t>We can learn to recognize or generate the normal data, but we can not do the same for anomalies, and this is how we can use them as classifiers.</a:t>
            </a:r>
          </a:p>
          <a:p>
            <a:endParaRPr lang="en-US" dirty="0"/>
          </a:p>
          <a:p>
            <a:endParaRPr lang="de-DE" dirty="0"/>
          </a:p>
        </p:txBody>
      </p:sp>
      <p:sp>
        <p:nvSpPr>
          <p:cNvPr id="4" name="Slide Number Placeholder 3"/>
          <p:cNvSpPr>
            <a:spLocks noGrp="1"/>
          </p:cNvSpPr>
          <p:nvPr>
            <p:ph type="sldNum" sz="quarter" idx="5"/>
          </p:nvPr>
        </p:nvSpPr>
        <p:spPr/>
        <p:txBody>
          <a:bodyPr/>
          <a:lstStyle/>
          <a:p>
            <a:fld id="{17F6ECB0-4EB5-411D-9EB7-90E2340D28B3}" type="slidenum">
              <a:rPr lang="de-DE" smtClean="0"/>
              <a:t>20</a:t>
            </a:fld>
            <a:endParaRPr lang="de-DE"/>
          </a:p>
        </p:txBody>
      </p:sp>
    </p:spTree>
    <p:extLst>
      <p:ext uri="{BB962C8B-B14F-4D97-AF65-F5344CB8AC3E}">
        <p14:creationId xmlns:p14="http://schemas.microsoft.com/office/powerpoint/2010/main" val="15205106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the discriminator?</a:t>
            </a:r>
          </a:p>
          <a:p>
            <a:pPr lvl="1"/>
            <a:r>
              <a:rPr lang="en-US" dirty="0"/>
              <a:t>A CNN-based binary classifier</a:t>
            </a:r>
          </a:p>
          <a:p>
            <a:pPr lvl="1"/>
            <a:r>
              <a:rPr lang="en-US" dirty="0"/>
              <a:t>Distinguishes between:</a:t>
            </a:r>
          </a:p>
          <a:p>
            <a:pPr lvl="2"/>
            <a:r>
              <a:rPr lang="en-US" dirty="0"/>
              <a:t>Real packets from the dataset</a:t>
            </a:r>
          </a:p>
          <a:p>
            <a:pPr lvl="2"/>
            <a:r>
              <a:rPr lang="en-US" dirty="0"/>
              <a:t>Fake packets generated by the generator</a:t>
            </a:r>
          </a:p>
          <a:p>
            <a:endParaRPr lang="en-US" dirty="0"/>
          </a:p>
          <a:p>
            <a:r>
              <a:rPr lang="en-US" dirty="0"/>
              <a:t>What is Generator?</a:t>
            </a:r>
          </a:p>
          <a:p>
            <a:pPr lvl="1"/>
            <a:r>
              <a:rPr lang="en-US" dirty="0"/>
              <a:t>Generates fake network packets</a:t>
            </a:r>
          </a:p>
          <a:p>
            <a:pPr lvl="1"/>
            <a:r>
              <a:rPr lang="en-US" dirty="0"/>
              <a:t>Input:</a:t>
            </a:r>
          </a:p>
          <a:p>
            <a:pPr lvl="2"/>
            <a:r>
              <a:rPr lang="en-US" dirty="0"/>
              <a:t>Random noise vector</a:t>
            </a:r>
          </a:p>
          <a:p>
            <a:pPr lvl="1"/>
            <a:r>
              <a:rPr lang="en-US" dirty="0"/>
              <a:t>Output:</a:t>
            </a:r>
          </a:p>
          <a:p>
            <a:pPr lvl="2"/>
            <a:r>
              <a:rPr lang="en-US" dirty="0"/>
              <a:t>Synthetic packet bytes that resemble real traffic</a:t>
            </a:r>
          </a:p>
          <a:p>
            <a:endParaRPr lang="en-US" dirty="0"/>
          </a:p>
          <a:p>
            <a:endParaRPr lang="en-US" dirty="0"/>
          </a:p>
          <a:p>
            <a:endParaRPr lang="en-US" dirty="0"/>
          </a:p>
          <a:p>
            <a:r>
              <a:rPr lang="en-US" dirty="0"/>
              <a:t>Using the generator as </a:t>
            </a:r>
            <a:r>
              <a:rPr lang="en-US" dirty="0" err="1"/>
              <a:t>classifer</a:t>
            </a:r>
            <a:r>
              <a:rPr lang="en-US" dirty="0"/>
              <a:t> happens in that way: </a:t>
            </a:r>
          </a:p>
          <a:p>
            <a:r>
              <a:rPr lang="en-US" dirty="0"/>
              <a:t>   - The generator is trained to model normal ICS traffic.</a:t>
            </a:r>
          </a:p>
          <a:p>
            <a:r>
              <a:rPr lang="en-US" dirty="0"/>
              <a:t>   - So during inference:</a:t>
            </a:r>
          </a:p>
          <a:p>
            <a:r>
              <a:rPr lang="en-US" dirty="0"/>
              <a:t>       - if the input packet is well reconstructed or well matched, then this should be normal </a:t>
            </a:r>
          </a:p>
          <a:p>
            <a:r>
              <a:rPr lang="en-US" dirty="0"/>
              <a:t>       - if it is poorly reconstructed, then it is anomaly. </a:t>
            </a:r>
          </a:p>
          <a:p>
            <a:r>
              <a:rPr lang="en-US" dirty="0"/>
              <a:t>       - we use mean square distance function to measure how similar are these two packets.</a:t>
            </a:r>
          </a:p>
          <a:p>
            <a:r>
              <a:rPr lang="en-US" dirty="0"/>
              <a:t>Using Discriminator as classifier:</a:t>
            </a:r>
          </a:p>
          <a:p>
            <a:r>
              <a:rPr lang="en-US" dirty="0"/>
              <a:t>   - This is normal, because Discriminator is already binary classifier which is trained to differentiate between benign traffic, and generated traffic.</a:t>
            </a:r>
          </a:p>
          <a:p>
            <a:endParaRPr lang="en-US" dirty="0"/>
          </a:p>
          <a:p>
            <a:r>
              <a:rPr lang="en-US" dirty="0"/>
              <a:t>What does </a:t>
            </a:r>
            <a:r>
              <a:rPr lang="en-US" dirty="0" err="1"/>
              <a:t>upsampling</a:t>
            </a:r>
            <a:r>
              <a:rPr lang="en-US" dirty="0"/>
              <a:t> mean? </a:t>
            </a:r>
          </a:p>
          <a:p>
            <a:r>
              <a:rPr lang="en-US" dirty="0"/>
              <a:t>   - it means increasing in the size or resolution of data so that is has more points than before.</a:t>
            </a:r>
          </a:p>
          <a:p>
            <a:r>
              <a:rPr lang="en-US" dirty="0"/>
              <a:t>   - So in generator its main goal is to increase the length of the feature representation so the model can turn a small, compressed noise vector into a full-length sequence of realistic ICS packet bytes; so after the fully connected layer produces a short, dense feature map, </a:t>
            </a:r>
            <a:r>
              <a:rPr lang="en-US" dirty="0" err="1"/>
              <a:t>upsampling</a:t>
            </a:r>
            <a:r>
              <a:rPr lang="en-US" dirty="0"/>
              <a:t> extends it, giving the following Conv1D layers enough detail from a tiny vector.</a:t>
            </a:r>
          </a:p>
          <a:p>
            <a:r>
              <a:rPr lang="en-US" dirty="0"/>
              <a:t>   - Without </a:t>
            </a:r>
            <a:r>
              <a:rPr lang="en-US" dirty="0" err="1"/>
              <a:t>upsampling</a:t>
            </a:r>
            <a:r>
              <a:rPr lang="en-US" dirty="0"/>
              <a:t>, generator would struggle to produce packets with realistic size and structure. </a:t>
            </a:r>
          </a:p>
          <a:p>
            <a:endParaRPr lang="en-US" dirty="0"/>
          </a:p>
          <a:p>
            <a:endParaRPr lang="en-US" dirty="0"/>
          </a:p>
          <a:p>
            <a:endParaRPr lang="en-US" dirty="0"/>
          </a:p>
          <a:p>
            <a:endParaRPr lang="en-US" dirty="0"/>
          </a:p>
          <a:p>
            <a:endParaRPr lang="en-US" dirty="0"/>
          </a:p>
          <a:p>
            <a:r>
              <a:rPr lang="en-US" dirty="0" err="1"/>
              <a:t>LeakyReLU</a:t>
            </a:r>
            <a:r>
              <a:rPr lang="en-US" dirty="0"/>
              <a:t> usually is used to not give 0 value for –</a:t>
            </a:r>
            <a:r>
              <a:rPr lang="en-US" dirty="0" err="1"/>
              <a:t>ve</a:t>
            </a:r>
            <a:r>
              <a:rPr lang="en-US" dirty="0"/>
              <a:t> points, which roughly helps the neuron not to be completely excluded. </a:t>
            </a:r>
          </a:p>
          <a:p>
            <a:endParaRPr lang="en-US" dirty="0"/>
          </a:p>
          <a:p>
            <a:endParaRPr lang="en-US" dirty="0"/>
          </a:p>
          <a:p>
            <a:endParaRPr lang="en-US" dirty="0"/>
          </a:p>
          <a:p>
            <a:endParaRPr lang="en-US" dirty="0"/>
          </a:p>
          <a:p>
            <a:endParaRPr lang="en-US" dirty="0"/>
          </a:p>
          <a:p>
            <a:endParaRPr lang="en-US" dirty="0"/>
          </a:p>
          <a:p>
            <a:endParaRPr lang="de-DE" dirty="0"/>
          </a:p>
        </p:txBody>
      </p:sp>
      <p:sp>
        <p:nvSpPr>
          <p:cNvPr id="4" name="Slide Number Placeholder 3"/>
          <p:cNvSpPr>
            <a:spLocks noGrp="1"/>
          </p:cNvSpPr>
          <p:nvPr>
            <p:ph type="sldNum" sz="quarter" idx="5"/>
          </p:nvPr>
        </p:nvSpPr>
        <p:spPr/>
        <p:txBody>
          <a:bodyPr/>
          <a:lstStyle/>
          <a:p>
            <a:fld id="{17F6ECB0-4EB5-411D-9EB7-90E2340D28B3}" type="slidenum">
              <a:rPr lang="de-DE" smtClean="0"/>
              <a:t>21</a:t>
            </a:fld>
            <a:endParaRPr lang="de-DE"/>
          </a:p>
        </p:txBody>
      </p:sp>
    </p:spTree>
    <p:extLst>
      <p:ext uri="{BB962C8B-B14F-4D97-AF65-F5344CB8AC3E}">
        <p14:creationId xmlns:p14="http://schemas.microsoft.com/office/powerpoint/2010/main" val="21553194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final method was </a:t>
            </a:r>
            <a:r>
              <a:rPr lang="en-US" dirty="0" err="1"/>
              <a:t>ResNet</a:t>
            </a:r>
            <a:r>
              <a:rPr lang="en-US" dirty="0"/>
              <a:t>:</a:t>
            </a:r>
          </a:p>
          <a:p>
            <a:r>
              <a:rPr lang="en-US" dirty="0"/>
              <a:t>Its core idea is to learn changes to the input instead of relearning everything from scratch.</a:t>
            </a:r>
          </a:p>
          <a:p>
            <a:r>
              <a:rPr lang="en-US" dirty="0"/>
              <a:t>Each residual block takes an input x, passes it through two convolutional layers with batch normalization and </a:t>
            </a:r>
            <a:r>
              <a:rPr lang="en-US" dirty="0" err="1"/>
              <a:t>relu</a:t>
            </a:r>
            <a:r>
              <a:rPr lang="en-US" dirty="0"/>
              <a:t> activation function, and it learns function f(x)</a:t>
            </a:r>
          </a:p>
          <a:p>
            <a:r>
              <a:rPr lang="en-US" dirty="0"/>
              <a:t>Then the residual connection adds the original input to the learned features x + F(X)</a:t>
            </a:r>
          </a:p>
          <a:p>
            <a:r>
              <a:rPr lang="en-US" dirty="0"/>
              <a:t>This shortcut allows information and gradients to flow directly through the network, preventing vanishing gradients and enabling much deeper models. </a:t>
            </a:r>
          </a:p>
          <a:p>
            <a:r>
              <a:rPr lang="en-US" dirty="0"/>
              <a:t>Then at the end of the 4 stages, we pass the output to two fully connected layers, and then uses these high-level features to perform the classification. </a:t>
            </a:r>
          </a:p>
          <a:p>
            <a:endParaRPr lang="en-US" dirty="0"/>
          </a:p>
          <a:p>
            <a:endParaRPr lang="en-US" dirty="0"/>
          </a:p>
          <a:p>
            <a:r>
              <a:rPr lang="en-US" dirty="0"/>
              <a:t>Residual connection is skip connection, so it means that the layer learns a correction on top of its input, so instead of learning H(x), it learns f(x) = H(x) – x, and at the end it produces x + F(X)</a:t>
            </a:r>
          </a:p>
          <a:p>
            <a:endParaRPr lang="en-US" dirty="0"/>
          </a:p>
          <a:p>
            <a:endParaRPr lang="en-US" dirty="0"/>
          </a:p>
          <a:p>
            <a:r>
              <a:rPr lang="en-US" dirty="0"/>
              <a:t>Difference between CONV layers, and FCL? </a:t>
            </a:r>
          </a:p>
          <a:p>
            <a:r>
              <a:rPr lang="en-US" dirty="0"/>
              <a:t>Conv layers look at  small local patterns and reuse the same filter everywhere. </a:t>
            </a:r>
          </a:p>
          <a:p>
            <a:endParaRPr lang="en-US" dirty="0"/>
          </a:p>
          <a:p>
            <a:r>
              <a:rPr lang="en-US" dirty="0"/>
              <a:t>Fully layers connect every input to every output, so they do not care about local structures, instead they combine all extracted features.</a:t>
            </a:r>
          </a:p>
          <a:p>
            <a:endParaRPr lang="de-DE" dirty="0"/>
          </a:p>
        </p:txBody>
      </p:sp>
      <p:sp>
        <p:nvSpPr>
          <p:cNvPr id="4" name="Slide Number Placeholder 3"/>
          <p:cNvSpPr>
            <a:spLocks noGrp="1"/>
          </p:cNvSpPr>
          <p:nvPr>
            <p:ph type="sldNum" sz="quarter" idx="5"/>
          </p:nvPr>
        </p:nvSpPr>
        <p:spPr/>
        <p:txBody>
          <a:bodyPr/>
          <a:lstStyle/>
          <a:p>
            <a:fld id="{17F6ECB0-4EB5-411D-9EB7-90E2340D28B3}" type="slidenum">
              <a:rPr lang="de-DE" smtClean="0"/>
              <a:t>22</a:t>
            </a:fld>
            <a:endParaRPr lang="de-DE"/>
          </a:p>
        </p:txBody>
      </p:sp>
    </p:spTree>
    <p:extLst>
      <p:ext uri="{BB962C8B-B14F-4D97-AF65-F5344CB8AC3E}">
        <p14:creationId xmlns:p14="http://schemas.microsoft.com/office/powerpoint/2010/main" val="12051106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-besides performing hyperparameter tuning for each detection method / modeel</a:t>
            </a:r>
          </a:p>
          <a:p>
            <a:r>
              <a:rPr lang="de-DE" dirty="0"/>
              <a:t>-we also worked with 3 different evaluation scenarios</a:t>
            </a:r>
          </a:p>
          <a:p>
            <a:endParaRPr lang="de-DE" dirty="0"/>
          </a:p>
          <a:p>
            <a:r>
              <a:rPr lang="de-DE" dirty="0"/>
              <a:t>In all scenarios the test data includes all attack types and normal data but the training data differs</a:t>
            </a:r>
          </a:p>
          <a:p>
            <a:r>
              <a:rPr lang="de-DE" dirty="0"/>
              <a:t> </a:t>
            </a:r>
          </a:p>
          <a:p>
            <a:r>
              <a:rPr lang="de-DE" dirty="0"/>
              <a:t>-in scenario 1 it only contains normal data</a:t>
            </a:r>
          </a:p>
          <a:p>
            <a:pPr marL="171450" indent="-171450">
              <a:buFont typeface="Symbol" panose="05050102010706020507" pitchFamily="18" charset="2"/>
              <a:buChar char="Þ"/>
            </a:pPr>
            <a:r>
              <a:rPr lang="de-DE" dirty="0"/>
              <a:t>Making it suitable only for the outlier detectors of the classic ML models we used – as well as the autoencoder detection and Gan detection method</a:t>
            </a:r>
          </a:p>
          <a:p>
            <a:pPr marL="171450" indent="-171450">
              <a:buFont typeface="Symbol" panose="05050102010706020507" pitchFamily="18" charset="2"/>
              <a:buChar char="Þ"/>
            </a:pPr>
            <a:endParaRPr lang="de-DE" dirty="0"/>
          </a:p>
          <a:p>
            <a:pPr marL="0" indent="0">
              <a:buFont typeface="Symbol" panose="05050102010706020507" pitchFamily="18" charset="2"/>
              <a:buNone/>
            </a:pPr>
            <a:r>
              <a:rPr lang="de-DE" dirty="0"/>
              <a:t>-scenarios 2 and 3 can be used to evaluate the ML classsifiers that are trained based on normal data and the two deep learning classifiers CNN and ResNet</a:t>
            </a:r>
          </a:p>
          <a:p>
            <a:pPr marL="0" indent="0">
              <a:buFont typeface="Symbol" panose="05050102010706020507" pitchFamily="18" charset="2"/>
              <a:buNone/>
            </a:pPr>
            <a:r>
              <a:rPr lang="de-DE" dirty="0"/>
              <a:t>-scneraio 2: 2 of the attack types are removed for the training </a:t>
            </a:r>
          </a:p>
          <a:p>
            <a:pPr marL="0" indent="0">
              <a:buFont typeface="Symbol" panose="05050102010706020507" pitchFamily="18" charset="2"/>
              <a:buNone/>
            </a:pPr>
            <a:r>
              <a:rPr lang="de-DE" dirty="0"/>
              <a:t>-and in scenario 3 only one attack type is included in the training data</a:t>
            </a:r>
          </a:p>
          <a:p>
            <a:pPr marL="0" indent="0">
              <a:buFont typeface="Symbol" panose="05050102010706020507" pitchFamily="18" charset="2"/>
              <a:buNone/>
            </a:pPr>
            <a:endParaRPr lang="de-DE" dirty="0"/>
          </a:p>
          <a:p>
            <a:pPr marL="0" indent="0">
              <a:buFont typeface="Symbol" panose="05050102010706020507" pitchFamily="18" charset="2"/>
              <a:buNone/>
            </a:pPr>
            <a:endParaRPr lang="de-DE" dirty="0"/>
          </a:p>
          <a:p>
            <a:endParaRPr lang="de-DE" dirty="0"/>
          </a:p>
        </p:txBody>
      </p:sp>
      <p:sp>
        <p:nvSpPr>
          <p:cNvPr id="4" name="Slide Number Placeholder 3"/>
          <p:cNvSpPr>
            <a:spLocks noGrp="1"/>
          </p:cNvSpPr>
          <p:nvPr>
            <p:ph type="sldNum" sz="quarter" idx="5"/>
          </p:nvPr>
        </p:nvSpPr>
        <p:spPr/>
        <p:txBody>
          <a:bodyPr/>
          <a:lstStyle/>
          <a:p>
            <a:fld id="{17F6ECB0-4EB5-411D-9EB7-90E2340D28B3}" type="slidenum">
              <a:rPr lang="de-DE" smtClean="0"/>
              <a:t>25</a:t>
            </a:fld>
            <a:endParaRPr lang="de-DE"/>
          </a:p>
        </p:txBody>
      </p:sp>
    </p:spTree>
    <p:extLst>
      <p:ext uri="{BB962C8B-B14F-4D97-AF65-F5344CB8AC3E}">
        <p14:creationId xmlns:p14="http://schemas.microsoft.com/office/powerpoint/2010/main" val="4985740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training  and test splits were created using K-Folds with 5 iterations</a:t>
            </a:r>
          </a:p>
          <a:p>
            <a:endParaRPr lang="en-US" dirty="0"/>
          </a:p>
          <a:p>
            <a:r>
              <a:rPr lang="en-US" dirty="0"/>
              <a:t>HOW DOES IT WORK in general?</a:t>
            </a:r>
          </a:p>
          <a:p>
            <a:r>
              <a:rPr lang="en-US" dirty="0"/>
              <a:t> Divide the dataset into K equal sized folds</a:t>
            </a:r>
          </a:p>
          <a:p>
            <a:r>
              <a:rPr lang="en-US" dirty="0"/>
              <a:t> Train the model on K-1 folds and test on the remaining fold.</a:t>
            </a:r>
          </a:p>
          <a:p>
            <a:r>
              <a:rPr lang="en-US" dirty="0"/>
              <a:t> Repeat K times, using a different fold as the test set each time.</a:t>
            </a:r>
          </a:p>
          <a:p>
            <a:r>
              <a:rPr lang="en-US" dirty="0"/>
              <a:t>For the evaluations it computes the average performance across all K runs.</a:t>
            </a:r>
          </a:p>
          <a:p>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mn-cs"/>
              </a:rPr>
              <a:t>-&gt; How did we implement it in order to create the specific data for each scenario:</a:t>
            </a:r>
          </a:p>
          <a:p>
            <a:r>
              <a:rPr lang="en-US" dirty="0"/>
              <a:t>&gt;for the experiments we always used k fold with runs (k=5)</a:t>
            </a:r>
          </a:p>
          <a:p>
            <a:endParaRPr lang="en-US" dirty="0"/>
          </a:p>
          <a:p>
            <a:endParaRPr lang="en-US" dirty="0"/>
          </a:p>
          <a:p>
            <a:r>
              <a:rPr lang="en-US" dirty="0"/>
              <a:t>K-fold splits are </a:t>
            </a:r>
            <a:r>
              <a:rPr lang="en-US" b="1" dirty="0"/>
              <a:t>computed separately </a:t>
            </a:r>
            <a:r>
              <a:rPr lang="en-US" dirty="0"/>
              <a:t>for </a:t>
            </a:r>
            <a:r>
              <a:rPr lang="en-US" b="1" dirty="0"/>
              <a:t>benign</a:t>
            </a:r>
            <a:r>
              <a:rPr lang="en-US" dirty="0"/>
              <a:t> (control) data and for </a:t>
            </a:r>
            <a:r>
              <a:rPr lang="en-US" b="1" dirty="0"/>
              <a:t>each attack type</a:t>
            </a:r>
            <a:r>
              <a:rPr lang="en-US" dirty="0"/>
              <a:t>.</a:t>
            </a:r>
            <a:br>
              <a:rPr lang="en-US" dirty="0"/>
            </a:br>
            <a:r>
              <a:rPr lang="en-US" dirty="0"/>
              <a:t>For each run, the </a:t>
            </a:r>
            <a:r>
              <a:rPr lang="en-US" b="1" dirty="0"/>
              <a:t>test set </a:t>
            </a:r>
            <a:r>
              <a:rPr lang="en-US" dirty="0"/>
              <a:t>consists of the </a:t>
            </a:r>
            <a:r>
              <a:rPr lang="en-US" b="1" dirty="0"/>
              <a:t>validation folds </a:t>
            </a:r>
            <a:r>
              <a:rPr lang="en-US" dirty="0"/>
              <a:t>of </a:t>
            </a:r>
            <a:r>
              <a:rPr lang="en-US" b="1" dirty="0"/>
              <a:t>benign</a:t>
            </a:r>
            <a:r>
              <a:rPr lang="en-US" dirty="0"/>
              <a:t> data and </a:t>
            </a:r>
            <a:r>
              <a:rPr lang="en-US" b="1" dirty="0"/>
              <a:t>all attack types.</a:t>
            </a:r>
            <a:br>
              <a:rPr lang="en-US" dirty="0"/>
            </a:br>
            <a:r>
              <a:rPr lang="en-US" dirty="0"/>
              <a:t>The </a:t>
            </a:r>
            <a:r>
              <a:rPr lang="en-US" b="1" dirty="0"/>
              <a:t>training set</a:t>
            </a:r>
            <a:r>
              <a:rPr lang="en-US" dirty="0"/>
              <a:t> always includes all </a:t>
            </a:r>
            <a:r>
              <a:rPr lang="en-US" b="1" dirty="0"/>
              <a:t>benign training folds </a:t>
            </a:r>
            <a:r>
              <a:rPr lang="en-US" dirty="0"/>
              <a:t>and </a:t>
            </a:r>
            <a:r>
              <a:rPr lang="en-US" b="1" dirty="0"/>
              <a:t>only the training folds </a:t>
            </a:r>
            <a:r>
              <a:rPr lang="en-US" dirty="0"/>
              <a:t>of the attack types specified by the </a:t>
            </a:r>
            <a:r>
              <a:rPr lang="en-US" b="1" dirty="0"/>
              <a:t>respective scenario.</a:t>
            </a:r>
          </a:p>
          <a:p>
            <a:endParaRPr lang="en-US" dirty="0"/>
          </a:p>
          <a:p>
            <a:endParaRPr lang="en-US" dirty="0"/>
          </a:p>
          <a:p>
            <a:r>
              <a:rPr lang="en-US" dirty="0"/>
              <a:t>------------------------------------------------------------------------------------</a:t>
            </a:r>
          </a:p>
          <a:p>
            <a:r>
              <a:rPr lang="en-US" dirty="0"/>
              <a:t>Attributes: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Each data point appears EXACTLY ONCE in a test set across all k folds.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All folds are disjoint (no index appears in more than one fold).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The union of all folds contains every data point exactly once.</a:t>
            </a:r>
          </a:p>
          <a:p>
            <a:endParaRPr lang="de-DE" dirty="0"/>
          </a:p>
        </p:txBody>
      </p:sp>
      <p:sp>
        <p:nvSpPr>
          <p:cNvPr id="4" name="Slide Number Placeholder 3"/>
          <p:cNvSpPr>
            <a:spLocks noGrp="1"/>
          </p:cNvSpPr>
          <p:nvPr>
            <p:ph type="sldNum" sz="quarter" idx="5"/>
          </p:nvPr>
        </p:nvSpPr>
        <p:spPr/>
        <p:txBody>
          <a:bodyPr/>
          <a:lstStyle/>
          <a:p>
            <a:fld id="{17F6ECB0-4EB5-411D-9EB7-90E2340D28B3}" type="slidenum">
              <a:rPr lang="de-DE" smtClean="0"/>
              <a:t>26</a:t>
            </a:fld>
            <a:endParaRPr lang="de-DE"/>
          </a:p>
        </p:txBody>
      </p:sp>
    </p:spTree>
    <p:extLst>
      <p:ext uri="{BB962C8B-B14F-4D97-AF65-F5344CB8AC3E}">
        <p14:creationId xmlns:p14="http://schemas.microsoft.com/office/powerpoint/2010/main" val="38549973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-here you can see the results for the standard ML classifiers</a:t>
            </a:r>
          </a:p>
          <a:p>
            <a:endParaRPr lang="de-DE" dirty="0"/>
          </a:p>
          <a:p>
            <a:r>
              <a:rPr lang="de-DE" dirty="0"/>
              <a:t>-Raw presentation outperformed the reverse engineered representation for each classifier</a:t>
            </a:r>
          </a:p>
          <a:p>
            <a:r>
              <a:rPr lang="de-DE" dirty="0"/>
              <a:t>-kNN and BSVM performed best (in scenario 2)</a:t>
            </a:r>
          </a:p>
          <a:p>
            <a:r>
              <a:rPr lang="de-DE" dirty="0"/>
              <a:t>-kNN best overall</a:t>
            </a:r>
          </a:p>
          <a:p>
            <a:endParaRPr lang="de-DE" dirty="0"/>
          </a:p>
          <a:p>
            <a:r>
              <a:rPr lang="de-DE" dirty="0"/>
              <a:t>-ee only predicted one class =&gt; result 0</a:t>
            </a:r>
          </a:p>
          <a:p>
            <a:endParaRPr lang="de-DE" dirty="0"/>
          </a:p>
          <a:p>
            <a:r>
              <a:rPr lang="de-DE" dirty="0"/>
              <a:t>-evaluation scenario 2 seems to work best, were the models have been traiined on multiple attack data</a:t>
            </a:r>
          </a:p>
          <a:p>
            <a:endParaRPr lang="de-DE" dirty="0"/>
          </a:p>
        </p:txBody>
      </p:sp>
      <p:sp>
        <p:nvSpPr>
          <p:cNvPr id="4" name="Slide Number Placeholder 3"/>
          <p:cNvSpPr>
            <a:spLocks noGrp="1"/>
          </p:cNvSpPr>
          <p:nvPr>
            <p:ph type="sldNum" sz="quarter" idx="5"/>
          </p:nvPr>
        </p:nvSpPr>
        <p:spPr/>
        <p:txBody>
          <a:bodyPr/>
          <a:lstStyle/>
          <a:p>
            <a:fld id="{17F6ECB0-4EB5-411D-9EB7-90E2340D28B3}" type="slidenum">
              <a:rPr lang="de-DE" smtClean="0"/>
              <a:t>28</a:t>
            </a:fld>
            <a:endParaRPr lang="de-DE"/>
          </a:p>
        </p:txBody>
      </p:sp>
    </p:spTree>
    <p:extLst>
      <p:ext uri="{BB962C8B-B14F-4D97-AF65-F5344CB8AC3E}">
        <p14:creationId xmlns:p14="http://schemas.microsoft.com/office/powerpoint/2010/main" val="21669636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-best results for raw (one exception)</a:t>
            </a:r>
          </a:p>
          <a:p>
            <a:endParaRPr lang="de-DE" dirty="0"/>
          </a:p>
          <a:p>
            <a:r>
              <a:rPr lang="de-DE" dirty="0"/>
              <a:t>-consistent results between modes for evaluation scenario 2</a:t>
            </a:r>
          </a:p>
          <a:p>
            <a:endParaRPr lang="de-DE" dirty="0"/>
          </a:p>
          <a:p>
            <a:r>
              <a:rPr lang="de-DE" dirty="0"/>
              <a:t>-always bad results for scenario 3n are outstandingly bad (posibly because of lack of attack data)</a:t>
            </a:r>
          </a:p>
          <a:p>
            <a:endParaRPr lang="de-DE" dirty="0"/>
          </a:p>
          <a:p>
            <a:r>
              <a:rPr lang="de-DE" dirty="0"/>
              <a:t>-F1-score drops for the outlier detectors in scenario 1 </a:t>
            </a:r>
          </a:p>
          <a:p>
            <a:r>
              <a:rPr lang="de-DE" dirty="0"/>
              <a:t>=&gt; Indicating that one of the coutlier detectors perform bad (which is the case for EE)</a:t>
            </a:r>
          </a:p>
          <a:p>
            <a:endParaRPr lang="de-DE" dirty="0"/>
          </a:p>
          <a:p>
            <a:r>
              <a:rPr lang="de-DE" dirty="0"/>
              <a:t>COINCIDEN</a:t>
            </a:r>
          </a:p>
        </p:txBody>
      </p:sp>
      <p:sp>
        <p:nvSpPr>
          <p:cNvPr id="4" name="Slide Number Placeholder 3"/>
          <p:cNvSpPr>
            <a:spLocks noGrp="1"/>
          </p:cNvSpPr>
          <p:nvPr>
            <p:ph type="sldNum" sz="quarter" idx="5"/>
          </p:nvPr>
        </p:nvSpPr>
        <p:spPr/>
        <p:txBody>
          <a:bodyPr/>
          <a:lstStyle/>
          <a:p>
            <a:fld id="{17F6ECB0-4EB5-411D-9EB7-90E2340D28B3}" type="slidenum">
              <a:rPr lang="de-DE" smtClean="0"/>
              <a:t>29</a:t>
            </a:fld>
            <a:endParaRPr lang="de-DE"/>
          </a:p>
        </p:txBody>
      </p:sp>
    </p:spTree>
    <p:extLst>
      <p:ext uri="{BB962C8B-B14F-4D97-AF65-F5344CB8AC3E}">
        <p14:creationId xmlns:p14="http://schemas.microsoft.com/office/powerpoint/2010/main" val="39673090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Autoencoder / SDA</a:t>
            </a:r>
          </a:p>
          <a:p>
            <a:r>
              <a:rPr lang="en-US" b="1" dirty="0"/>
              <a:t>Very strong performance on raw packets (F1 ≈ 0.99)</a:t>
            </a:r>
            <a:r>
              <a:rPr lang="en-US" dirty="0"/>
              <a:t>.</a:t>
            </a:r>
          </a:p>
          <a:p>
            <a:r>
              <a:rPr lang="en-US" dirty="0"/>
              <a:t>Performance remains </a:t>
            </a:r>
            <a:r>
              <a:rPr lang="en-US" b="1" dirty="0"/>
              <a:t>high for re5 and re10</a:t>
            </a:r>
            <a:r>
              <a:rPr lang="en-US" dirty="0"/>
              <a:t>, showing that </a:t>
            </a:r>
            <a:r>
              <a:rPr lang="en-US" b="1" dirty="0"/>
              <a:t>reverse-engineered physical readings still preserve most discriminative information</a:t>
            </a:r>
            <a:r>
              <a:rPr lang="en-US" dirty="0"/>
              <a:t>.</a:t>
            </a:r>
          </a:p>
          <a:p>
            <a:r>
              <a:rPr lang="en-US" dirty="0"/>
              <a:t>Noticeable drop at </a:t>
            </a:r>
            <a:r>
              <a:rPr lang="en-US" b="1" dirty="0"/>
              <a:t>re15</a:t>
            </a:r>
            <a:r>
              <a:rPr lang="en-US" dirty="0"/>
              <a:t>, indicating that </a:t>
            </a:r>
            <a:r>
              <a:rPr lang="en-US" b="1" dirty="0"/>
              <a:t>too much temporal aggregation can dilute anomalies</a:t>
            </a:r>
            <a:r>
              <a:rPr lang="en-US" dirty="0"/>
              <a:t>.</a:t>
            </a:r>
          </a:p>
          <a:p>
            <a:r>
              <a:rPr lang="en-US" b="1" dirty="0"/>
              <a:t>Interpretation:</a:t>
            </a:r>
            <a:br>
              <a:rPr lang="en-US" dirty="0"/>
            </a:br>
            <a:r>
              <a:rPr lang="en-US" dirty="0"/>
              <a:t>Autoencoders are effective because they model </a:t>
            </a:r>
            <a:r>
              <a:rPr lang="en-US" b="1" dirty="0"/>
              <a:t>normal system behavior</a:t>
            </a:r>
            <a:r>
              <a:rPr lang="en-US" dirty="0"/>
              <a:t> directly via reconstruction error.</a:t>
            </a:r>
          </a:p>
          <a:p>
            <a:endParaRPr lang="en-US" dirty="0"/>
          </a:p>
          <a:p>
            <a:endParaRPr lang="en-US" dirty="0"/>
          </a:p>
          <a:p>
            <a:r>
              <a:rPr lang="en-US" b="1" dirty="0"/>
              <a:t>GAN (Discriminator vs Generator)</a:t>
            </a:r>
          </a:p>
          <a:p>
            <a:r>
              <a:rPr lang="en-US" dirty="0"/>
              <a:t>GAN performance is </a:t>
            </a:r>
            <a:r>
              <a:rPr lang="en-US" b="1" dirty="0"/>
              <a:t>unstable and clearly lower</a:t>
            </a:r>
            <a:r>
              <a:rPr lang="en-US" dirty="0"/>
              <a:t> than other methods.</a:t>
            </a:r>
          </a:p>
          <a:p>
            <a:r>
              <a:rPr lang="en-US" dirty="0"/>
              <a:t>The </a:t>
            </a:r>
            <a:r>
              <a:rPr lang="en-US" b="1" dirty="0"/>
              <a:t>discriminator</a:t>
            </a:r>
            <a:r>
              <a:rPr lang="en-US" dirty="0"/>
              <a:t> performs better than the generator, but still poorly compared to SDA and N-grams.</a:t>
            </a:r>
          </a:p>
          <a:p>
            <a:r>
              <a:rPr lang="en-US" dirty="0"/>
              <a:t>Generator-based detection struggles, especially on raw data, and we assume that is because of the difficulty of constructing valid raw packet from noise input. </a:t>
            </a:r>
          </a:p>
          <a:p>
            <a:r>
              <a:rPr lang="en-US" b="1" dirty="0"/>
              <a:t>Interpretation:</a:t>
            </a:r>
            <a:br>
              <a:rPr lang="en-US" dirty="0"/>
            </a:br>
            <a:r>
              <a:rPr lang="en-US" dirty="0"/>
              <a:t>The generator fails because raw network packets are too strict and detailed, making it hard for the GAN to learn and recreate them correctly.</a:t>
            </a:r>
          </a:p>
          <a:p>
            <a:r>
              <a:rPr lang="en-US" dirty="0"/>
              <a:t>Strict means that data must follow very precise and fixed rules.</a:t>
            </a:r>
          </a:p>
          <a:p>
            <a:endParaRPr lang="en-US" dirty="0"/>
          </a:p>
          <a:p>
            <a:r>
              <a:rPr lang="en-US" b="1" dirty="0"/>
              <a:t>N-grams (N = 2 vs 5)</a:t>
            </a:r>
          </a:p>
          <a:p>
            <a:r>
              <a:rPr lang="en-US" b="1" dirty="0"/>
              <a:t>Excellent performance on raw packets (F1 ≈ 0.996)</a:t>
            </a:r>
            <a:r>
              <a:rPr lang="en-US" dirty="0"/>
              <a:t>.</a:t>
            </a:r>
          </a:p>
          <a:p>
            <a:r>
              <a:rPr lang="en-US" dirty="0"/>
              <a:t>F1 drops after reverse engineering but remains </a:t>
            </a:r>
            <a:r>
              <a:rPr lang="en-US" b="1" dirty="0"/>
              <a:t>stable across p = 5, 10, 15</a:t>
            </a:r>
            <a:r>
              <a:rPr lang="en-US" dirty="0"/>
              <a:t>.</a:t>
            </a:r>
          </a:p>
          <a:p>
            <a:r>
              <a:rPr lang="en-US" dirty="0"/>
              <a:t>Similar performance for </a:t>
            </a:r>
            <a:r>
              <a:rPr lang="en-US" b="1" dirty="0"/>
              <a:t>2-gram and 5-gram</a:t>
            </a:r>
            <a:r>
              <a:rPr lang="en-US" dirty="0"/>
              <a:t>, suggesting limited sensitivity to N.</a:t>
            </a:r>
          </a:p>
          <a:p>
            <a:r>
              <a:rPr lang="en-US" b="1" dirty="0"/>
              <a:t>Interpretation:</a:t>
            </a:r>
            <a:br>
              <a:rPr lang="en-US" dirty="0"/>
            </a:br>
            <a:r>
              <a:rPr lang="en-US" dirty="0"/>
              <a:t>N-grams capture </a:t>
            </a:r>
            <a:r>
              <a:rPr lang="en-US" b="1" dirty="0"/>
              <a:t>local byte patterns effectively</a:t>
            </a:r>
            <a:r>
              <a:rPr lang="en-US" dirty="0"/>
              <a:t>, but </a:t>
            </a:r>
            <a:r>
              <a:rPr lang="en-US" b="1" dirty="0"/>
              <a:t>lose discriminative power</a:t>
            </a:r>
            <a:r>
              <a:rPr lang="en-US" dirty="0"/>
              <a:t> when only physical readings are available.</a:t>
            </a:r>
          </a:p>
          <a:p>
            <a:endParaRPr lang="en-US" dirty="0"/>
          </a:p>
          <a:p>
            <a:endParaRPr lang="en-US" dirty="0"/>
          </a:p>
          <a:p>
            <a:endParaRPr lang="en-US" dirty="0"/>
          </a:p>
          <a:p>
            <a:r>
              <a:rPr lang="en-US" b="1" dirty="0"/>
              <a:t>Key takeaways (one-liner)</a:t>
            </a:r>
          </a:p>
          <a:p>
            <a:r>
              <a:rPr lang="en-US" dirty="0"/>
              <a:t>“Autoencoders are the most robust method, N-grams are strong but rely on raw packet structure, and GANs are not well-suited for reliable anomaly detection in ICS byte-level data.”</a:t>
            </a:r>
          </a:p>
          <a:p>
            <a:endParaRPr lang="en-US" dirty="0"/>
          </a:p>
          <a:p>
            <a:endParaRPr lang="en-US" dirty="0"/>
          </a:p>
          <a:p>
            <a:endParaRPr lang="en-US" dirty="0"/>
          </a:p>
          <a:p>
            <a:endParaRPr lang="en-US" dirty="0"/>
          </a:p>
          <a:p>
            <a:r>
              <a:rPr lang="de-DE" dirty="0"/>
              <a:t>SDA is used as a classifier by computing the construction error, if we managed to reconstruct the packet properly, then it is considered as normal, otherwise it is considered as attack, and this can be computed using distance function. </a:t>
            </a:r>
          </a:p>
          <a:p>
            <a:endParaRPr lang="de-DE" dirty="0"/>
          </a:p>
        </p:txBody>
      </p:sp>
      <p:sp>
        <p:nvSpPr>
          <p:cNvPr id="4" name="Slide Number Placeholder 3"/>
          <p:cNvSpPr>
            <a:spLocks noGrp="1"/>
          </p:cNvSpPr>
          <p:nvPr>
            <p:ph type="sldNum" sz="quarter" idx="5"/>
          </p:nvPr>
        </p:nvSpPr>
        <p:spPr/>
        <p:txBody>
          <a:bodyPr/>
          <a:lstStyle/>
          <a:p>
            <a:fld id="{17F6ECB0-4EB5-411D-9EB7-90E2340D28B3}" type="slidenum">
              <a:rPr lang="de-DE" smtClean="0"/>
              <a:t>30</a:t>
            </a:fld>
            <a:endParaRPr lang="de-DE"/>
          </a:p>
        </p:txBody>
      </p:sp>
    </p:spTree>
    <p:extLst>
      <p:ext uri="{BB962C8B-B14F-4D97-AF65-F5344CB8AC3E}">
        <p14:creationId xmlns:p14="http://schemas.microsoft.com/office/powerpoint/2010/main" val="30145864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CNN vs </a:t>
            </a:r>
            <a:r>
              <a:rPr lang="en-US" b="1" dirty="0" err="1"/>
              <a:t>ResNet</a:t>
            </a:r>
            <a:r>
              <a:rPr lang="en-US" b="1" dirty="0"/>
              <a:t> – F1 Score Analysis</a:t>
            </a:r>
          </a:p>
          <a:p>
            <a:r>
              <a:rPr lang="en-US" b="1" dirty="0"/>
              <a:t>CNN performs extremely well on raw packets</a:t>
            </a:r>
            <a:r>
              <a:rPr lang="en-US" dirty="0"/>
              <a:t>, especially in Scenario 2 (F1 ≈ 0.99), showing that convolutional models can directly exploit low-level byte patterns.</a:t>
            </a:r>
          </a:p>
          <a:p>
            <a:r>
              <a:rPr lang="en-US" dirty="0"/>
              <a:t>CNN performance </a:t>
            </a:r>
            <a:r>
              <a:rPr lang="en-US" b="1" dirty="0"/>
              <a:t>drops significantly in Scenario 3</a:t>
            </a:r>
            <a:r>
              <a:rPr lang="en-US" dirty="0"/>
              <a:t>, particularly after reverse engineering, indicating that CNNs are </a:t>
            </a:r>
            <a:r>
              <a:rPr lang="en-US" b="1" dirty="0"/>
              <a:t>sensitive to distribution shifts and reduced packet context, and also difficulty of detecting previously unseen attacking packets</a:t>
            </a:r>
            <a:r>
              <a:rPr lang="en-US" dirty="0"/>
              <a:t>.</a:t>
            </a:r>
          </a:p>
          <a:p>
            <a:r>
              <a:rPr lang="en-US" b="1" dirty="0" err="1"/>
              <a:t>ResNet</a:t>
            </a:r>
            <a:r>
              <a:rPr lang="en-US" b="1" dirty="0"/>
              <a:t> is more stable than CNN</a:t>
            </a:r>
            <a:r>
              <a:rPr lang="en-US" dirty="0"/>
              <a:t> when using reverse-engineered data, especially when </a:t>
            </a:r>
            <a:r>
              <a:rPr lang="en-US" b="1" dirty="0"/>
              <a:t>statistical features are included</a:t>
            </a:r>
            <a:r>
              <a:rPr lang="en-US" dirty="0"/>
              <a:t>.</a:t>
            </a:r>
          </a:p>
          <a:p>
            <a:r>
              <a:rPr lang="en-US" dirty="0"/>
              <a:t>Adding </a:t>
            </a:r>
            <a:r>
              <a:rPr lang="en-US" b="1" dirty="0"/>
              <a:t>statistical features (</a:t>
            </a:r>
            <a:r>
              <a:rPr lang="en-US" b="1" dirty="0" err="1"/>
              <a:t>use_stats</a:t>
            </a:r>
            <a:r>
              <a:rPr lang="en-US" b="1" dirty="0"/>
              <a:t> = 1)</a:t>
            </a:r>
            <a:r>
              <a:rPr lang="en-US" dirty="0"/>
              <a:t> clearly improves </a:t>
            </a:r>
            <a:r>
              <a:rPr lang="en-US" dirty="0" err="1"/>
              <a:t>ResNet</a:t>
            </a:r>
            <a:r>
              <a:rPr lang="en-US" dirty="0"/>
              <a:t> performance, reaching its best F1 when combined with re10 / re15.</a:t>
            </a:r>
          </a:p>
          <a:p>
            <a:r>
              <a:rPr lang="en-US" dirty="0"/>
              <a:t>This shows that </a:t>
            </a:r>
            <a:r>
              <a:rPr lang="en-US" b="1" dirty="0" err="1"/>
              <a:t>ResNet</a:t>
            </a:r>
            <a:r>
              <a:rPr lang="en-US" b="1" dirty="0"/>
              <a:t> benefits from residual connections and auxiliary features</a:t>
            </a:r>
            <a:r>
              <a:rPr lang="en-US" dirty="0"/>
              <a:t>, making it better suited for </a:t>
            </a:r>
            <a:r>
              <a:rPr lang="en-US" b="1" dirty="0"/>
              <a:t>more challenging and realistic scenarios</a:t>
            </a:r>
            <a:r>
              <a:rPr lang="en-US" dirty="0"/>
              <a:t>.</a:t>
            </a:r>
          </a:p>
          <a:p>
            <a:endParaRPr lang="en-US" dirty="0"/>
          </a:p>
          <a:p>
            <a:endParaRPr lang="de-DE" dirty="0"/>
          </a:p>
        </p:txBody>
      </p:sp>
      <p:sp>
        <p:nvSpPr>
          <p:cNvPr id="4" name="Slide Number Placeholder 3"/>
          <p:cNvSpPr>
            <a:spLocks noGrp="1"/>
          </p:cNvSpPr>
          <p:nvPr>
            <p:ph type="sldNum" sz="quarter" idx="5"/>
          </p:nvPr>
        </p:nvSpPr>
        <p:spPr/>
        <p:txBody>
          <a:bodyPr/>
          <a:lstStyle/>
          <a:p>
            <a:fld id="{17F6ECB0-4EB5-411D-9EB7-90E2340D28B3}" type="slidenum">
              <a:rPr lang="de-DE" smtClean="0"/>
              <a:t>31</a:t>
            </a:fld>
            <a:endParaRPr lang="de-DE"/>
          </a:p>
        </p:txBody>
      </p:sp>
    </p:spTree>
    <p:extLst>
      <p:ext uri="{BB962C8B-B14F-4D97-AF65-F5344CB8AC3E}">
        <p14:creationId xmlns:p14="http://schemas.microsoft.com/office/powerpoint/2010/main" val="968455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t>N-gram:</a:t>
            </a:r>
          </a:p>
          <a:p>
            <a:pPr lvl="1"/>
            <a:r>
              <a:rPr lang="en-US" sz="1600" dirty="0"/>
              <a:t>Effective and efficient classifiers especially when combined with </a:t>
            </a:r>
            <a:r>
              <a:rPr lang="en-US" sz="1600" b="1" dirty="0"/>
              <a:t>Bloom filters</a:t>
            </a:r>
            <a:r>
              <a:rPr lang="en-US" sz="1600" dirty="0"/>
              <a:t>.</a:t>
            </a:r>
          </a:p>
          <a:p>
            <a:pPr lvl="1"/>
            <a:r>
              <a:rPr lang="en-US" sz="1600" dirty="0"/>
              <a:t>Performance is insensitive to the choice of N. </a:t>
            </a:r>
          </a:p>
          <a:p>
            <a:r>
              <a:rPr lang="en-US" sz="2000" dirty="0"/>
              <a:t>SDA:</a:t>
            </a:r>
          </a:p>
          <a:p>
            <a:pPr lvl="1"/>
            <a:r>
              <a:rPr lang="en-US" sz="1600" dirty="0"/>
              <a:t>Achieves near-perfect F1-scores for raw, re5, and re10.</a:t>
            </a:r>
          </a:p>
          <a:p>
            <a:pPr lvl="1"/>
            <a:r>
              <a:rPr lang="en-US" sz="1600" dirty="0"/>
              <a:t>Indicating that it is successfully learns a compact representations</a:t>
            </a:r>
          </a:p>
          <a:p>
            <a:pPr lvl="1"/>
            <a:r>
              <a:rPr lang="en-US" sz="1600" dirty="0"/>
              <a:t>Can reliably identify deviations as anomalies. </a:t>
            </a:r>
          </a:p>
          <a:p>
            <a:r>
              <a:rPr lang="en-US" sz="1800" dirty="0"/>
              <a:t>GAN:</a:t>
            </a:r>
          </a:p>
          <a:p>
            <a:pPr lvl="1"/>
            <a:r>
              <a:rPr lang="en-US" sz="1600" dirty="0"/>
              <a:t>Poor classification performance (low average F1-Score).</a:t>
            </a:r>
          </a:p>
          <a:p>
            <a:pPr lvl="1"/>
            <a:r>
              <a:rPr lang="en-US" sz="1600" dirty="0"/>
              <a:t>Highly inconsistent results across experiments.</a:t>
            </a:r>
          </a:p>
          <a:p>
            <a:r>
              <a:rPr lang="en-US" sz="1800" dirty="0" err="1"/>
              <a:t>ResNet</a:t>
            </a:r>
            <a:r>
              <a:rPr lang="en-US" sz="1800" dirty="0"/>
              <a:t>: </a:t>
            </a:r>
          </a:p>
          <a:p>
            <a:pPr lvl="1"/>
            <a:r>
              <a:rPr lang="en-US" sz="1600" dirty="0"/>
              <a:t>Performs reasonably on raw bytes (F1 ≈ 80%).</a:t>
            </a:r>
          </a:p>
          <a:p>
            <a:pPr lvl="1"/>
            <a:r>
              <a:rPr lang="en-US" sz="1600" dirty="0"/>
              <a:t>Reverse engineering provides limited benefit when trained on both normal and attack data. </a:t>
            </a:r>
          </a:p>
          <a:p>
            <a:pPr lvl="1"/>
            <a:r>
              <a:rPr lang="en-US" sz="1600" dirty="0"/>
              <a:t>Fails without attack samples, which means not suitable for detecting unseen attacks.</a:t>
            </a:r>
          </a:p>
          <a:p>
            <a:endParaRPr lang="en-US" dirty="0"/>
          </a:p>
          <a:p>
            <a:endParaRPr lang="de-DE" dirty="0"/>
          </a:p>
          <a:p>
            <a:endParaRPr lang="en-US" dirty="0"/>
          </a:p>
          <a:p>
            <a:endParaRPr lang="de-DE" dirty="0"/>
          </a:p>
          <a:p>
            <a:endParaRPr lang="de-DE" dirty="0"/>
          </a:p>
          <a:p>
            <a:r>
              <a:rPr lang="de-DE" dirty="0"/>
              <a:t>----------------------------original slide:</a:t>
            </a:r>
          </a:p>
          <a:p>
            <a:endParaRPr lang="de-DE" dirty="0"/>
          </a:p>
          <a:p>
            <a:r>
              <a:rPr lang="en-US" sz="1800" dirty="0"/>
              <a:t>N-gram:</a:t>
            </a:r>
          </a:p>
          <a:p>
            <a:pPr lvl="1"/>
            <a:r>
              <a:rPr lang="en-US" sz="1600" dirty="0"/>
              <a:t>Effective and efficient classifiers especially when combined with </a:t>
            </a:r>
            <a:r>
              <a:rPr lang="en-US" sz="1600" b="1" dirty="0"/>
              <a:t>Bloom filters</a:t>
            </a:r>
            <a:r>
              <a:rPr lang="en-US" sz="1600" dirty="0"/>
              <a:t>.</a:t>
            </a:r>
          </a:p>
          <a:p>
            <a:pPr lvl="1"/>
            <a:r>
              <a:rPr lang="en-US" sz="1600" dirty="0"/>
              <a:t>Performance is insensitive to the choice of N. </a:t>
            </a:r>
          </a:p>
          <a:p>
            <a:r>
              <a:rPr lang="en-US" sz="2000" dirty="0"/>
              <a:t>SDA:</a:t>
            </a:r>
          </a:p>
          <a:p>
            <a:pPr lvl="1"/>
            <a:r>
              <a:rPr lang="en-US" sz="1600" dirty="0"/>
              <a:t>Achieves near-perfect F1-scores for raw, re5, and re10.</a:t>
            </a:r>
          </a:p>
          <a:p>
            <a:pPr lvl="1"/>
            <a:r>
              <a:rPr lang="en-US" sz="1600" dirty="0"/>
              <a:t>Indicating that it is successfully learns a compact representations</a:t>
            </a:r>
          </a:p>
          <a:p>
            <a:pPr lvl="1"/>
            <a:r>
              <a:rPr lang="en-US" sz="1600" dirty="0"/>
              <a:t>Can reliably identify deviations as anomalies. </a:t>
            </a:r>
          </a:p>
          <a:p>
            <a:r>
              <a:rPr lang="en-US" sz="1800" dirty="0"/>
              <a:t>GAN:</a:t>
            </a:r>
          </a:p>
          <a:p>
            <a:pPr lvl="1"/>
            <a:r>
              <a:rPr lang="en-US" sz="1600" dirty="0"/>
              <a:t>Poor classification performance (low average F1-Score).</a:t>
            </a:r>
          </a:p>
          <a:p>
            <a:pPr lvl="1"/>
            <a:r>
              <a:rPr lang="en-US" sz="1600" dirty="0"/>
              <a:t>Highly inconsistent results across experiments.</a:t>
            </a:r>
          </a:p>
          <a:p>
            <a:r>
              <a:rPr lang="en-US" sz="1800" dirty="0" err="1"/>
              <a:t>ResNet</a:t>
            </a:r>
            <a:r>
              <a:rPr lang="en-US" sz="1800" dirty="0"/>
              <a:t>: </a:t>
            </a:r>
          </a:p>
          <a:p>
            <a:pPr lvl="1"/>
            <a:r>
              <a:rPr lang="en-US" sz="1600" dirty="0"/>
              <a:t>Performs reasonably on raw bytes (F1 ≈ 80%).</a:t>
            </a:r>
          </a:p>
          <a:p>
            <a:pPr lvl="1"/>
            <a:r>
              <a:rPr lang="en-US" sz="1600" dirty="0"/>
              <a:t>Reverse engineering provides limited benefit when trained on both normal and attack data. </a:t>
            </a:r>
          </a:p>
          <a:p>
            <a:pPr lvl="1"/>
            <a:r>
              <a:rPr lang="en-US" sz="1600" dirty="0"/>
              <a:t>Fails without attack samples, which means not suitable for detecting unseen attacks.</a:t>
            </a:r>
          </a:p>
          <a:p>
            <a:endParaRPr lang="de-DE" dirty="0"/>
          </a:p>
        </p:txBody>
      </p:sp>
      <p:sp>
        <p:nvSpPr>
          <p:cNvPr id="4" name="Slide Number Placeholder 3"/>
          <p:cNvSpPr>
            <a:spLocks noGrp="1"/>
          </p:cNvSpPr>
          <p:nvPr>
            <p:ph type="sldNum" sz="quarter" idx="5"/>
          </p:nvPr>
        </p:nvSpPr>
        <p:spPr/>
        <p:txBody>
          <a:bodyPr/>
          <a:lstStyle/>
          <a:p>
            <a:fld id="{17F6ECB0-4EB5-411D-9EB7-90E2340D28B3}" type="slidenum">
              <a:rPr lang="de-DE" smtClean="0"/>
              <a:t>33</a:t>
            </a:fld>
            <a:endParaRPr lang="de-DE"/>
          </a:p>
        </p:txBody>
      </p:sp>
    </p:spTree>
    <p:extLst>
      <p:ext uri="{BB962C8B-B14F-4D97-AF65-F5344CB8AC3E}">
        <p14:creationId xmlns:p14="http://schemas.microsoft.com/office/powerpoint/2010/main" val="11076273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BD356-234C-76CC-52D6-A4F8D51284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9DB136-A28B-10BC-3485-6B816BB303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B7D324-F4FE-4773-0B95-EEDA70553C5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We suggest that it is because of having smallest number of samples after aggregation</a:t>
            </a:r>
          </a:p>
          <a:p>
            <a:endParaRPr lang="en-US" dirty="0"/>
          </a:p>
          <a:p>
            <a:endParaRPr lang="de-DE" dirty="0"/>
          </a:p>
        </p:txBody>
      </p:sp>
      <p:sp>
        <p:nvSpPr>
          <p:cNvPr id="4" name="Slide Number Placeholder 3">
            <a:extLst>
              <a:ext uri="{FF2B5EF4-FFF2-40B4-BE49-F238E27FC236}">
                <a16:creationId xmlns:a16="http://schemas.microsoft.com/office/drawing/2014/main" id="{B70628A4-82E3-92C2-CC38-6CF727779D51}"/>
              </a:ext>
            </a:extLst>
          </p:cNvPr>
          <p:cNvSpPr>
            <a:spLocks noGrp="1"/>
          </p:cNvSpPr>
          <p:nvPr>
            <p:ph type="sldNum" sz="quarter" idx="5"/>
          </p:nvPr>
        </p:nvSpPr>
        <p:spPr/>
        <p:txBody>
          <a:bodyPr/>
          <a:lstStyle/>
          <a:p>
            <a:fld id="{17F6ECB0-4EB5-411D-9EB7-90E2340D28B3}" type="slidenum">
              <a:rPr lang="de-DE" smtClean="0"/>
              <a:t>34</a:t>
            </a:fld>
            <a:endParaRPr lang="de-DE"/>
          </a:p>
        </p:txBody>
      </p:sp>
    </p:spTree>
    <p:extLst>
      <p:ext uri="{BB962C8B-B14F-4D97-AF65-F5344CB8AC3E}">
        <p14:creationId xmlns:p14="http://schemas.microsoft.com/office/powerpoint/2010/main" val="26115788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8ABA0-7308-E57E-530B-3E657DC4E3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190DD7-4E07-5BFA-ACED-4C2D03B4D4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5A929A-CEB3-4B41-F508-8C8E6E240C3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We suggest that it is because of having smallest number of samples after aggregation</a:t>
            </a:r>
          </a:p>
          <a:p>
            <a:endParaRPr lang="en-US" dirty="0"/>
          </a:p>
          <a:p>
            <a:endParaRPr lang="de-DE" dirty="0"/>
          </a:p>
          <a:p>
            <a:r>
              <a:rPr lang="de-DE" dirty="0"/>
              <a:t>Other alternative features can be: </a:t>
            </a:r>
          </a:p>
          <a:p>
            <a:r>
              <a:rPr lang="de-DE" dirty="0"/>
              <a:t>Request-response ratio, n-gram frequency, physical responses sizes, session lengths, frequent bytes.</a:t>
            </a:r>
          </a:p>
        </p:txBody>
      </p:sp>
      <p:sp>
        <p:nvSpPr>
          <p:cNvPr id="4" name="Slide Number Placeholder 3">
            <a:extLst>
              <a:ext uri="{FF2B5EF4-FFF2-40B4-BE49-F238E27FC236}">
                <a16:creationId xmlns:a16="http://schemas.microsoft.com/office/drawing/2014/main" id="{6BA12107-90A8-94F7-653C-7425436E86FF}"/>
              </a:ext>
            </a:extLst>
          </p:cNvPr>
          <p:cNvSpPr>
            <a:spLocks noGrp="1"/>
          </p:cNvSpPr>
          <p:nvPr>
            <p:ph type="sldNum" sz="quarter" idx="5"/>
          </p:nvPr>
        </p:nvSpPr>
        <p:spPr/>
        <p:txBody>
          <a:bodyPr/>
          <a:lstStyle/>
          <a:p>
            <a:fld id="{17F6ECB0-4EB5-411D-9EB7-90E2340D28B3}" type="slidenum">
              <a:rPr lang="de-DE" smtClean="0"/>
              <a:t>35</a:t>
            </a:fld>
            <a:endParaRPr lang="de-DE"/>
          </a:p>
        </p:txBody>
      </p:sp>
    </p:spTree>
    <p:extLst>
      <p:ext uri="{BB962C8B-B14F-4D97-AF65-F5344CB8AC3E}">
        <p14:creationId xmlns:p14="http://schemas.microsoft.com/office/powerpoint/2010/main" val="13494105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-99,8% of the traffic we found inside the electra pcpa files belonged to the S7Comm protocol (according to the port number and header signature we found ) </a:t>
            </a:r>
          </a:p>
          <a:p>
            <a:r>
              <a:rPr lang="de-DE" dirty="0"/>
              <a:t>-other protocols found were mainly responsible for background network traffic (eg NTP for time control and DHCP for management of IP addresses)</a:t>
            </a:r>
          </a:p>
          <a:p>
            <a:r>
              <a:rPr lang="de-DE" dirty="0"/>
              <a:t>-&gt; We also had non-application protocol ere we didnt analyse the protocol </a:t>
            </a:r>
          </a:p>
          <a:p>
            <a:endParaRPr lang="de-DE" dirty="0"/>
          </a:p>
          <a:p>
            <a:r>
              <a:rPr lang="de-DE" dirty="0"/>
              <a:t>-we also measured the packet length and found out that the lognest packet overall was 466 bytes long (ncluding the header)</a:t>
            </a:r>
          </a:p>
          <a:p>
            <a:r>
              <a:rPr lang="de-DE" dirty="0"/>
              <a:t>-the analysis of the frame length (for s7Comm!) exposed some differences between the normal and the attack traffic</a:t>
            </a:r>
          </a:p>
          <a:p>
            <a:r>
              <a:rPr lang="de-DE" dirty="0"/>
              <a:t>-the normal traffic seems to contain some longer outliers compared to the attack traffic (since the median is similar but the mean fram length and standard derivation is higher for the normal packets)</a:t>
            </a:r>
          </a:p>
          <a:p>
            <a:endParaRPr lang="de-DE" dirty="0"/>
          </a:p>
          <a:p>
            <a:r>
              <a:rPr lang="de-DE" dirty="0"/>
              <a:t>-differences also showed in the inter arrival time  were the average was slightly higher in the normal traffic </a:t>
            </a:r>
          </a:p>
          <a:p>
            <a:r>
              <a:rPr lang="de-DE" dirty="0"/>
              <a:t>-also the inter arrival time is way more inconsistent for the attack packets </a:t>
            </a:r>
          </a:p>
          <a:p>
            <a:r>
              <a:rPr lang="de-DE" dirty="0"/>
              <a:t>-IAT was measured within one communication session</a:t>
            </a:r>
          </a:p>
          <a:p>
            <a:endParaRPr lang="de-DE" dirty="0"/>
          </a:p>
          <a:p>
            <a:pPr marL="171450" indent="-171450">
              <a:buFont typeface="Symbol" panose="05050102010706020507" pitchFamily="18" charset="2"/>
              <a:buChar char="Þ"/>
            </a:pPr>
            <a:r>
              <a:rPr lang="de-DE" dirty="0"/>
              <a:t>Grouping by each IP address belonging together</a:t>
            </a:r>
          </a:p>
          <a:p>
            <a:pPr marL="0" indent="0">
              <a:buFont typeface="Symbol" panose="05050102010706020507" pitchFamily="18" charset="2"/>
              <a:buNone/>
            </a:pPr>
            <a:endParaRPr lang="de-DE" dirty="0"/>
          </a:p>
          <a:p>
            <a:pPr marL="0" indent="0">
              <a:buFont typeface="Symbol" panose="05050102010706020507" pitchFamily="18" charset="2"/>
              <a:buNone/>
            </a:pPr>
            <a:r>
              <a:rPr lang="de-DE" dirty="0"/>
              <a:t>-normal traffic has some longer outliers</a:t>
            </a:r>
          </a:p>
          <a:p>
            <a:pPr marL="0" indent="0">
              <a:buFont typeface="Symbol" panose="05050102010706020507" pitchFamily="18" charset="2"/>
              <a:buNone/>
            </a:pPr>
            <a:endParaRPr lang="de-DE" dirty="0"/>
          </a:p>
          <a:p>
            <a:pPr marL="0" indent="0">
              <a:buFont typeface="Symbol" panose="05050102010706020507" pitchFamily="18" charset="2"/>
              <a:buNone/>
            </a:pPr>
            <a:r>
              <a:rPr lang="de-DE" dirty="0"/>
              <a:t>Normal:</a:t>
            </a:r>
          </a:p>
          <a:p>
            <a:pPr marL="0" indent="0">
              <a:buFont typeface="Symbol" panose="05050102010706020507" pitchFamily="18" charset="2"/>
              <a:buNone/>
            </a:pPr>
            <a:r>
              <a:rPr lang="de-DE" dirty="0"/>
              <a:t>10.10.10.10__10.10.10.20             s7comm           0.076238     0.247161    0.000498</a:t>
            </a:r>
          </a:p>
          <a:p>
            <a:pPr marL="0" indent="0">
              <a:buFont typeface="Symbol" panose="05050102010706020507" pitchFamily="18" charset="2"/>
              <a:buNone/>
            </a:pPr>
            <a:endParaRPr lang="de-DE" dirty="0"/>
          </a:p>
          <a:p>
            <a:pPr marL="0" indent="0">
              <a:buFont typeface="Symbol" panose="05050102010706020507" pitchFamily="18" charset="2"/>
              <a:buNone/>
            </a:pPr>
            <a:r>
              <a:rPr lang="de-DE" dirty="0"/>
              <a:t>Attack:</a:t>
            </a:r>
          </a:p>
          <a:p>
            <a:pPr marL="171450" indent="-171450">
              <a:buFont typeface="Symbol" panose="05050102010706020507" pitchFamily="18" charset="2"/>
              <a:buChar char="Þ"/>
            </a:pPr>
            <a:r>
              <a:rPr lang="de-DE" dirty="0"/>
              <a:t>10.10.10.10__10.10.10.20             s7comm            0.075641     0.245002     0.000505</a:t>
            </a:r>
          </a:p>
          <a:p>
            <a:pPr marL="171450" indent="-171450">
              <a:buFont typeface="Symbol" panose="05050102010706020507" pitchFamily="18" charset="2"/>
              <a:buChar char="Þ"/>
            </a:pPr>
            <a:r>
              <a:rPr lang="de-DE" dirty="0"/>
              <a:t>10.10.10</a:t>
            </a:r>
          </a:p>
          <a:p>
            <a:pPr marL="171450" indent="-171450">
              <a:buFont typeface="Symbol" panose="05050102010706020507" pitchFamily="18" charset="2"/>
              <a:buChar char="Þ"/>
            </a:pPr>
            <a:r>
              <a:rPr lang="de-DE" dirty="0"/>
              <a:t>.10__10.10.10.66             s7comm            0.021749     4.841117     0.001307</a:t>
            </a:r>
          </a:p>
          <a:p>
            <a:pPr marL="171450" indent="-171450">
              <a:buFont typeface="Symbol" panose="05050102010706020507" pitchFamily="18" charset="2"/>
              <a:buChar char="Þ"/>
            </a:pPr>
            <a:endParaRPr lang="de-DE" dirty="0"/>
          </a:p>
          <a:p>
            <a:pPr marL="171450" indent="-171450">
              <a:buFont typeface="Symbol" panose="05050102010706020507" pitchFamily="18" charset="2"/>
              <a:buChar char="Þ"/>
            </a:pPr>
            <a:endParaRPr lang="de-DE" dirty="0"/>
          </a:p>
          <a:p>
            <a:endParaRPr lang="de-DE" dirty="0"/>
          </a:p>
        </p:txBody>
      </p:sp>
      <p:sp>
        <p:nvSpPr>
          <p:cNvPr id="4" name="Slide Number Placeholder 3"/>
          <p:cNvSpPr>
            <a:spLocks noGrp="1"/>
          </p:cNvSpPr>
          <p:nvPr>
            <p:ph type="sldNum" sz="quarter" idx="5"/>
          </p:nvPr>
        </p:nvSpPr>
        <p:spPr/>
        <p:txBody>
          <a:bodyPr/>
          <a:lstStyle/>
          <a:p>
            <a:fld id="{17F6ECB0-4EB5-411D-9EB7-90E2340D28B3}" type="slidenum">
              <a:rPr lang="de-DE" smtClean="0"/>
              <a:t>38</a:t>
            </a:fld>
            <a:endParaRPr lang="de-DE"/>
          </a:p>
        </p:txBody>
      </p:sp>
    </p:spTree>
    <p:extLst>
      <p:ext uri="{BB962C8B-B14F-4D97-AF65-F5344CB8AC3E}">
        <p14:creationId xmlns:p14="http://schemas.microsoft.com/office/powerpoint/2010/main" val="9238837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nSpc>
                <a:spcPct val="100000"/>
              </a:lnSpc>
              <a:buNone/>
            </a:pPr>
            <a:r>
              <a:rPr lang="en-US" sz="1200" b="0" u="none" strike="noStrike" dirty="0">
                <a:solidFill>
                  <a:srgbClr val="000000"/>
                </a:solidFill>
                <a:effectLst/>
                <a:uFillTx/>
                <a:latin typeface="Arial"/>
              </a:rPr>
              <a:t>Read about this image from page 13 in the SDA paper:  https://www.jmlr.org/papers/volume11/vincent10a/vincent10a.pdf?source=post_page</a:t>
            </a:r>
          </a:p>
          <a:p>
            <a:pPr indent="0">
              <a:lnSpc>
                <a:spcPct val="100000"/>
              </a:lnSpc>
              <a:buNone/>
            </a:pPr>
            <a:endParaRPr lang="en-US" sz="1200" b="0" u="none" strike="noStrike" dirty="0">
              <a:solidFill>
                <a:srgbClr val="000000"/>
              </a:solidFill>
              <a:effectLst/>
              <a:uFillTx/>
              <a:latin typeface="Arial"/>
            </a:endParaRPr>
          </a:p>
          <a:p>
            <a:pPr indent="0">
              <a:lnSpc>
                <a:spcPct val="100000"/>
              </a:lnSpc>
              <a:buNone/>
            </a:pPr>
            <a:r>
              <a:rPr lang="en-US" sz="1200" b="0" u="none" strike="noStrike" dirty="0">
                <a:solidFill>
                  <a:srgbClr val="000000"/>
                </a:solidFill>
                <a:effectLst/>
                <a:uFillTx/>
                <a:latin typeface="Arial"/>
              </a:rPr>
              <a:t>Latent features are the final compressed internal representation of the input learned by the encoder.</a:t>
            </a:r>
          </a:p>
          <a:p>
            <a:pPr indent="0">
              <a:lnSpc>
                <a:spcPct val="100000"/>
              </a:lnSpc>
              <a:buNone/>
            </a:pPr>
            <a:r>
              <a:rPr lang="en-US" sz="1200" b="0" u="none" strike="noStrike" dirty="0">
                <a:solidFill>
                  <a:srgbClr val="000000"/>
                </a:solidFill>
                <a:effectLst/>
                <a:uFillTx/>
                <a:latin typeface="Arial"/>
              </a:rPr>
              <a:t>We can think of it as what the network believes really matters in the input.</a:t>
            </a:r>
          </a:p>
          <a:p>
            <a:endParaRPr lang="de-DE" dirty="0"/>
          </a:p>
        </p:txBody>
      </p:sp>
      <p:sp>
        <p:nvSpPr>
          <p:cNvPr id="4" name="Slide Number Placeholder 3"/>
          <p:cNvSpPr>
            <a:spLocks noGrp="1"/>
          </p:cNvSpPr>
          <p:nvPr>
            <p:ph type="sldNum" sz="quarter" idx="5"/>
          </p:nvPr>
        </p:nvSpPr>
        <p:spPr/>
        <p:txBody>
          <a:bodyPr/>
          <a:lstStyle/>
          <a:p>
            <a:fld id="{17F6ECB0-4EB5-411D-9EB7-90E2340D28B3}" type="slidenum">
              <a:rPr lang="de-DE" smtClean="0"/>
              <a:t>39</a:t>
            </a:fld>
            <a:endParaRPr lang="de-DE"/>
          </a:p>
        </p:txBody>
      </p:sp>
    </p:spTree>
    <p:extLst>
      <p:ext uri="{BB962C8B-B14F-4D97-AF65-F5344CB8AC3E}">
        <p14:creationId xmlns:p14="http://schemas.microsoft.com/office/powerpoint/2010/main" val="34368782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a:p>
            <a:r>
              <a:rPr lang="de-DE" dirty="0"/>
              <a:t>-the CNN (Convolutional Neural nettwork) was implemented using tensorflow</a:t>
            </a:r>
          </a:p>
          <a:p>
            <a:r>
              <a:rPr lang="de-DE" dirty="0"/>
              <a:t>-it takes the preprocessed datasets as an input (not the features)</a:t>
            </a:r>
          </a:p>
          <a:p>
            <a:r>
              <a:rPr lang="de-DE" dirty="0"/>
              <a:t>-as for the autoencoder, all features need to be provided with the same length – so the packet bytes are being cut/padded again to a length of M </a:t>
            </a:r>
          </a:p>
          <a:p>
            <a:r>
              <a:rPr lang="de-DE" dirty="0"/>
              <a:t>-for the experiments we set M again to the length of the longest packet</a:t>
            </a:r>
          </a:p>
          <a:p>
            <a:endParaRPr lang="de-DE" dirty="0"/>
          </a:p>
          <a:p>
            <a:r>
              <a:rPr lang="de-DE" dirty="0"/>
              <a:t>(Input Shape)</a:t>
            </a:r>
          </a:p>
          <a:p>
            <a:endParaRPr lang="de-DE" dirty="0"/>
          </a:p>
          <a:p>
            <a:r>
              <a:rPr lang="de-DE" b="1" dirty="0"/>
              <a:t>Architecture: </a:t>
            </a:r>
          </a:p>
          <a:p>
            <a:endParaRPr lang="de-DE" b="0" dirty="0"/>
          </a:p>
          <a:p>
            <a:endParaRPr lang="de-DE" b="0" dirty="0"/>
          </a:p>
          <a:p>
            <a:r>
              <a:rPr lang="de-DE" b="0" dirty="0"/>
              <a:t>-Input shape (M,1)</a:t>
            </a:r>
          </a:p>
          <a:p>
            <a:endParaRPr lang="de-DE" b="0" dirty="0"/>
          </a:p>
          <a:p>
            <a:r>
              <a:rPr lang="de-DE" b="0" dirty="0"/>
              <a:t>-each of the first 4 blocks consists of </a:t>
            </a:r>
          </a:p>
          <a:p>
            <a:r>
              <a:rPr lang="de-DE" b="0" dirty="0"/>
              <a:t>	-&gt; two convolustion layers</a:t>
            </a:r>
          </a:p>
          <a:p>
            <a:r>
              <a:rPr lang="de-DE" b="0" dirty="0"/>
              <a:t>		=&gt; essential building block as they löearn patterns from the input data (by applying trainable filters across the sequence)</a:t>
            </a:r>
          </a:p>
          <a:p>
            <a:r>
              <a:rPr lang="de-DE" b="0" dirty="0"/>
              <a:t>	-&gt; two Batch Normalization layeres</a:t>
            </a:r>
          </a:p>
          <a:p>
            <a:r>
              <a:rPr lang="de-DE" b="0" dirty="0"/>
              <a:t>		=&gt; normalize the output of the convolutional layer</a:t>
            </a:r>
          </a:p>
          <a:p>
            <a:r>
              <a:rPr lang="de-DE" b="0" dirty="0"/>
              <a:t>	-&gt; two acitvation fucntions </a:t>
            </a:r>
          </a:p>
          <a:p>
            <a:r>
              <a:rPr lang="de-DE" b="0" dirty="0"/>
              <a:t>		=&gt; introduce non-linearity to the output</a:t>
            </a:r>
          </a:p>
          <a:p>
            <a:r>
              <a:rPr lang="de-DE" b="0" dirty="0"/>
              <a:t>	-&gt; two Dropout Layers</a:t>
            </a:r>
          </a:p>
          <a:p>
            <a:r>
              <a:rPr lang="de-DE" b="0" dirty="0"/>
              <a:t>		=&gt; randomly zeros a fraction of input units to reduce overfitting </a:t>
            </a:r>
          </a:p>
          <a:p>
            <a:endParaRPr lang="de-DE" b="0" dirty="0"/>
          </a:p>
          <a:p>
            <a:r>
              <a:rPr lang="de-DE" b="0" dirty="0"/>
              <a:t>-downsampling is applied between blocks (either MaxPooling after each block or stride-2 at the first convolution of bloks 2-4)</a:t>
            </a:r>
          </a:p>
          <a:p>
            <a:r>
              <a:rPr lang="de-DE" b="0" dirty="0"/>
              <a:t>(main job of the first for blocks is feature detection/extraction)</a:t>
            </a:r>
          </a:p>
          <a:p>
            <a:endParaRPr lang="de-DE" b="0" dirty="0"/>
          </a:p>
          <a:p>
            <a:r>
              <a:rPr lang="de-DE" b="0" i="1" dirty="0">
                <a:solidFill>
                  <a:schemeClr val="accent2">
                    <a:lumMod val="60000"/>
                    <a:lumOff val="40000"/>
                  </a:schemeClr>
                </a:solidFill>
              </a:rPr>
              <a:t>**((=&gt; Output Shape (M,L) – L is channel dimension of conv layer (reduced by downsampling)))</a:t>
            </a:r>
          </a:p>
          <a:p>
            <a:endParaRPr lang="de-DE" b="0" dirty="0"/>
          </a:p>
          <a:p>
            <a:r>
              <a:rPr lang="de-DE" b="0" dirty="0"/>
              <a:t>-after passing the first 4 blocks a Global Average pooling layer is applied </a:t>
            </a:r>
          </a:p>
          <a:p>
            <a:r>
              <a:rPr lang="de-DE" b="0" dirty="0"/>
              <a:t>(it reduces the multidimensional output of the 4 blocks into the expectd 1D shape of the dense layer)</a:t>
            </a:r>
          </a:p>
          <a:p>
            <a:endParaRPr lang="de-DE" b="0" dirty="0"/>
          </a:p>
          <a:p>
            <a:endParaRPr lang="de-DE" b="0" dirty="0"/>
          </a:p>
          <a:p>
            <a:r>
              <a:rPr lang="de-DE" b="0" dirty="0"/>
              <a:t>-then 2 fully connected (dens) layers are applied</a:t>
            </a:r>
          </a:p>
          <a:p>
            <a:r>
              <a:rPr lang="de-DE" b="0" dirty="0"/>
              <a:t>(main job -&gt; integrate features into predictions)</a:t>
            </a:r>
          </a:p>
          <a:p>
            <a:endParaRPr lang="de-DE" b="0" dirty="0"/>
          </a:p>
          <a:p>
            <a:endParaRPr lang="de-DE" b="0" dirty="0"/>
          </a:p>
          <a:p>
            <a:r>
              <a:rPr lang="de-DE" b="0" dirty="0"/>
              <a:t>-the model uses adam optimizer and categorial cross entropy as loss functions</a:t>
            </a:r>
          </a:p>
          <a:p>
            <a:r>
              <a:rPr lang="de-DE" b="0" dirty="0"/>
              <a:t>-for the other parameters (as eg the activation function and the downsampling strategy, globalavergae pooling method or the kernel size and regulators for the conv layer)  have been determined using grid search</a:t>
            </a:r>
          </a:p>
          <a:p>
            <a:endParaRPr lang="de-DE" b="0" dirty="0"/>
          </a:p>
          <a:p>
            <a:endParaRPr lang="de-DE" dirty="0"/>
          </a:p>
        </p:txBody>
      </p:sp>
      <p:sp>
        <p:nvSpPr>
          <p:cNvPr id="4" name="Slide Number Placeholder 3"/>
          <p:cNvSpPr>
            <a:spLocks noGrp="1"/>
          </p:cNvSpPr>
          <p:nvPr>
            <p:ph type="sldNum" sz="quarter" idx="5"/>
          </p:nvPr>
        </p:nvSpPr>
        <p:spPr/>
        <p:txBody>
          <a:bodyPr/>
          <a:lstStyle/>
          <a:p>
            <a:fld id="{17F6ECB0-4EB5-411D-9EB7-90E2340D28B3}" type="slidenum">
              <a:rPr lang="de-DE" smtClean="0"/>
              <a:t>40</a:t>
            </a:fld>
            <a:endParaRPr lang="de-DE"/>
          </a:p>
        </p:txBody>
      </p:sp>
    </p:spTree>
    <p:extLst>
      <p:ext uri="{BB962C8B-B14F-4D97-AF65-F5344CB8AC3E}">
        <p14:creationId xmlns:p14="http://schemas.microsoft.com/office/powerpoint/2010/main" val="19637246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-one feature = one byte of the encoded output packet</a:t>
            </a:r>
          </a:p>
          <a:p>
            <a:endParaRPr lang="de-DE" dirty="0"/>
          </a:p>
          <a:p>
            <a:r>
              <a:rPr lang="de-DE" dirty="0"/>
              <a:t>-shows the most important features, measured with permutation importance</a:t>
            </a:r>
          </a:p>
          <a:p>
            <a:r>
              <a:rPr lang="de-DE" dirty="0"/>
              <a:t>-negative values =&gt; feature hurts the performance</a:t>
            </a:r>
          </a:p>
          <a:p>
            <a:endParaRPr lang="de-DE" dirty="0"/>
          </a:p>
        </p:txBody>
      </p:sp>
      <p:sp>
        <p:nvSpPr>
          <p:cNvPr id="4" name="Slide Number Placeholder 3"/>
          <p:cNvSpPr>
            <a:spLocks noGrp="1"/>
          </p:cNvSpPr>
          <p:nvPr>
            <p:ph type="sldNum" sz="quarter" idx="5"/>
          </p:nvPr>
        </p:nvSpPr>
        <p:spPr/>
        <p:txBody>
          <a:bodyPr/>
          <a:lstStyle/>
          <a:p>
            <a:fld id="{17F6ECB0-4EB5-411D-9EB7-90E2340D28B3}" type="slidenum">
              <a:rPr lang="de-DE" smtClean="0"/>
              <a:t>42</a:t>
            </a:fld>
            <a:endParaRPr lang="de-DE"/>
          </a:p>
        </p:txBody>
      </p:sp>
    </p:spTree>
    <p:extLst>
      <p:ext uri="{BB962C8B-B14F-4D97-AF65-F5344CB8AC3E}">
        <p14:creationId xmlns:p14="http://schemas.microsoft.com/office/powerpoint/2010/main" val="27699599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-s1: overlaps mostly for EE and LOF</a:t>
            </a:r>
          </a:p>
          <a:p>
            <a:r>
              <a:rPr lang="de-DE" dirty="0"/>
              <a:t>-s2: overlaps mostly for RF and BSVM</a:t>
            </a:r>
          </a:p>
          <a:p>
            <a:r>
              <a:rPr lang="de-DE" dirty="0"/>
              <a:t>-.S3: most errors happen for all the 3 classifiers</a:t>
            </a:r>
          </a:p>
          <a:p>
            <a:endParaRPr lang="de-DE" dirty="0"/>
          </a:p>
        </p:txBody>
      </p:sp>
      <p:sp>
        <p:nvSpPr>
          <p:cNvPr id="4" name="Slide Number Placeholder 3"/>
          <p:cNvSpPr>
            <a:spLocks noGrp="1"/>
          </p:cNvSpPr>
          <p:nvPr>
            <p:ph type="sldNum" sz="quarter" idx="5"/>
          </p:nvPr>
        </p:nvSpPr>
        <p:spPr/>
        <p:txBody>
          <a:bodyPr/>
          <a:lstStyle/>
          <a:p>
            <a:fld id="{17F6ECB0-4EB5-411D-9EB7-90E2340D28B3}" type="slidenum">
              <a:rPr lang="de-DE" smtClean="0"/>
              <a:t>44</a:t>
            </a:fld>
            <a:endParaRPr lang="de-DE"/>
          </a:p>
        </p:txBody>
      </p:sp>
    </p:spTree>
    <p:extLst>
      <p:ext uri="{BB962C8B-B14F-4D97-AF65-F5344CB8AC3E}">
        <p14:creationId xmlns:p14="http://schemas.microsoft.com/office/powerpoint/2010/main" val="35265417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seite blau | einfach">
    <p:spTree>
      <p:nvGrpSpPr>
        <p:cNvPr id="1" name=""/>
        <p:cNvGrpSpPr/>
        <p:nvPr/>
      </p:nvGrpSpPr>
      <p:grpSpPr>
        <a:xfrm>
          <a:off x="0" y="0"/>
          <a:ext cx="0" cy="0"/>
          <a:chOff x="0" y="0"/>
          <a:chExt cx="0" cy="0"/>
        </a:xfrm>
      </p:grpSpPr>
      <p:sp>
        <p:nvSpPr>
          <p:cNvPr id="8" name="Date Placeholder 3"/>
          <p:cNvSpPr>
            <a:spLocks noGrp="1"/>
          </p:cNvSpPr>
          <p:nvPr>
            <p:ph type="dt" sz="half" idx="10"/>
          </p:nvPr>
        </p:nvSpPr>
        <p:spPr>
          <a:xfrm>
            <a:off x="575733" y="6491818"/>
            <a:ext cx="2640000" cy="180000"/>
          </a:xfrm>
          <a:prstGeom prst="rect">
            <a:avLst/>
          </a:prstGeom>
        </p:spPr>
        <p:txBody>
          <a:bodyPr lIns="0" tIns="0" rIns="0" bIns="0"/>
          <a:lstStyle>
            <a:lvl1pPr>
              <a:defRPr sz="1200">
                <a:solidFill>
                  <a:schemeClr val="bg1"/>
                </a:solidFill>
              </a:defRPr>
            </a:lvl1pPr>
          </a:lstStyle>
          <a:p>
            <a:fld id="{95EB1FC5-5990-45F4-AD2A-1858B63D4D2B}" type="datetime6">
              <a:rPr lang="en-US" smtClean="0"/>
              <a:t>February 26</a:t>
            </a:fld>
            <a:endParaRPr lang="de-DE" dirty="0"/>
          </a:p>
        </p:txBody>
      </p:sp>
      <p:sp>
        <p:nvSpPr>
          <p:cNvPr id="4" name="Textplatzhalter 2"/>
          <p:cNvSpPr>
            <a:spLocks noGrp="1"/>
          </p:cNvSpPr>
          <p:nvPr>
            <p:ph type="body" sz="quarter" idx="11" hasCustomPrompt="1"/>
          </p:nvPr>
        </p:nvSpPr>
        <p:spPr>
          <a:xfrm>
            <a:off x="4567238" y="1449387"/>
            <a:ext cx="7048500" cy="3428913"/>
          </a:xfrm>
          <a:prstGeom prst="rect">
            <a:avLst/>
          </a:prstGeom>
        </p:spPr>
        <p:txBody>
          <a:bodyPr lIns="0" tIns="0" rIns="0" bIns="0" anchor="ctr"/>
          <a:lstStyle>
            <a:lvl1pPr marL="0" indent="0">
              <a:buNone/>
              <a:defRPr sz="2200" b="1">
                <a:solidFill>
                  <a:schemeClr val="bg1"/>
                </a:solidFill>
              </a:defRPr>
            </a:lvl1pPr>
            <a:lvl2pPr marL="457200" indent="0">
              <a:buNone/>
              <a:defRPr sz="2200" b="1">
                <a:solidFill>
                  <a:schemeClr val="bg1"/>
                </a:solidFill>
              </a:defRPr>
            </a:lvl2pPr>
            <a:lvl3pPr marL="914400" indent="0">
              <a:buNone/>
              <a:defRPr sz="2200" b="1">
                <a:solidFill>
                  <a:schemeClr val="bg1"/>
                </a:solidFill>
              </a:defRPr>
            </a:lvl3pPr>
            <a:lvl4pPr marL="1371600" indent="0">
              <a:buNone/>
              <a:defRPr sz="2200" b="1">
                <a:solidFill>
                  <a:schemeClr val="bg1"/>
                </a:solidFill>
              </a:defRPr>
            </a:lvl4pPr>
            <a:lvl5pPr marL="1828800" indent="0">
              <a:buNone/>
              <a:defRPr sz="2200" b="1">
                <a:solidFill>
                  <a:schemeClr val="bg1"/>
                </a:solidFill>
              </a:defRPr>
            </a:lvl5pPr>
          </a:lstStyle>
          <a:p>
            <a:pPr lvl="0"/>
            <a:r>
              <a:rPr lang="de-DE" dirty="0"/>
              <a:t>Test</a:t>
            </a:r>
          </a:p>
          <a:p>
            <a:pPr lvl="0"/>
            <a:endParaRPr lang="de-DE" dirty="0"/>
          </a:p>
        </p:txBody>
      </p:sp>
    </p:spTree>
    <p:extLst>
      <p:ext uri="{BB962C8B-B14F-4D97-AF65-F5344CB8AC3E}">
        <p14:creationId xmlns:p14="http://schemas.microsoft.com/office/powerpoint/2010/main" val="114230486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elseite blau | mit Untertitel">
    <p:spTree>
      <p:nvGrpSpPr>
        <p:cNvPr id="1" name=""/>
        <p:cNvGrpSpPr/>
        <p:nvPr/>
      </p:nvGrpSpPr>
      <p:grpSpPr>
        <a:xfrm>
          <a:off x="0" y="0"/>
          <a:ext cx="0" cy="0"/>
          <a:chOff x="0" y="0"/>
          <a:chExt cx="0" cy="0"/>
        </a:xfrm>
      </p:grpSpPr>
      <p:sp>
        <p:nvSpPr>
          <p:cNvPr id="8" name="Date Placeholder 3"/>
          <p:cNvSpPr>
            <a:spLocks noGrp="1"/>
          </p:cNvSpPr>
          <p:nvPr>
            <p:ph type="dt" sz="half" idx="10"/>
          </p:nvPr>
        </p:nvSpPr>
        <p:spPr>
          <a:xfrm>
            <a:off x="575733" y="6491818"/>
            <a:ext cx="2640000" cy="180000"/>
          </a:xfrm>
          <a:prstGeom prst="rect">
            <a:avLst/>
          </a:prstGeom>
        </p:spPr>
        <p:txBody>
          <a:bodyPr lIns="0" tIns="0" rIns="0" bIns="0"/>
          <a:lstStyle>
            <a:lvl1pPr>
              <a:defRPr sz="1200">
                <a:solidFill>
                  <a:schemeClr val="bg1"/>
                </a:solidFill>
              </a:defRPr>
            </a:lvl1pPr>
          </a:lstStyle>
          <a:p>
            <a:fld id="{7CB2BC34-6B16-40DE-89BB-FFB46058D6CD}" type="datetime6">
              <a:rPr lang="en-US" smtClean="0"/>
              <a:t>February 26</a:t>
            </a:fld>
            <a:endParaRPr lang="de-DE" dirty="0"/>
          </a:p>
        </p:txBody>
      </p:sp>
      <p:sp>
        <p:nvSpPr>
          <p:cNvPr id="5" name="Textplatzhalter 2"/>
          <p:cNvSpPr>
            <a:spLocks noGrp="1"/>
          </p:cNvSpPr>
          <p:nvPr>
            <p:ph type="body" sz="quarter" idx="11" hasCustomPrompt="1"/>
          </p:nvPr>
        </p:nvSpPr>
        <p:spPr>
          <a:xfrm>
            <a:off x="6089994" y="1449388"/>
            <a:ext cx="5525743" cy="1946956"/>
          </a:xfrm>
          <a:prstGeom prst="rect">
            <a:avLst/>
          </a:prstGeom>
        </p:spPr>
        <p:txBody>
          <a:bodyPr lIns="0" tIns="0" rIns="0" bIns="0" anchor="b"/>
          <a:lstStyle>
            <a:lvl1pPr marL="0" indent="0">
              <a:buNone/>
              <a:defRPr sz="2200" b="1">
                <a:solidFill>
                  <a:schemeClr val="bg1"/>
                </a:solidFill>
              </a:defRPr>
            </a:lvl1pPr>
            <a:lvl2pPr marL="457200" indent="0">
              <a:buNone/>
              <a:defRPr sz="2200" b="1">
                <a:solidFill>
                  <a:schemeClr val="bg1"/>
                </a:solidFill>
              </a:defRPr>
            </a:lvl2pPr>
            <a:lvl3pPr marL="914400" indent="0">
              <a:buNone/>
              <a:defRPr sz="2200" b="1">
                <a:solidFill>
                  <a:schemeClr val="bg1"/>
                </a:solidFill>
              </a:defRPr>
            </a:lvl3pPr>
            <a:lvl4pPr marL="1371600" indent="0">
              <a:buNone/>
              <a:defRPr sz="2200" b="1">
                <a:solidFill>
                  <a:schemeClr val="bg1"/>
                </a:solidFill>
              </a:defRPr>
            </a:lvl4pPr>
            <a:lvl5pPr marL="1828800" indent="0">
              <a:buNone/>
              <a:defRPr sz="2200" b="1">
                <a:solidFill>
                  <a:schemeClr val="bg1"/>
                </a:solidFill>
              </a:defRPr>
            </a:lvl5pPr>
          </a:lstStyle>
          <a:p>
            <a:pPr lvl="0"/>
            <a:r>
              <a:rPr lang="de-DE"/>
              <a:t>TEXTMASTERFORMAT BEARBEITEN</a:t>
            </a:r>
            <a:endParaRPr lang="de-DE" dirty="0"/>
          </a:p>
        </p:txBody>
      </p:sp>
      <p:sp>
        <p:nvSpPr>
          <p:cNvPr id="6" name="Textplatzhalter 2"/>
          <p:cNvSpPr>
            <a:spLocks noGrp="1"/>
          </p:cNvSpPr>
          <p:nvPr>
            <p:ph type="body" sz="quarter" idx="12"/>
          </p:nvPr>
        </p:nvSpPr>
        <p:spPr>
          <a:xfrm>
            <a:off x="6089994" y="3614090"/>
            <a:ext cx="5525743" cy="1946956"/>
          </a:xfrm>
          <a:prstGeom prst="rect">
            <a:avLst/>
          </a:prstGeom>
        </p:spPr>
        <p:txBody>
          <a:bodyPr lIns="0" tIns="0" rIns="0" bIns="0" anchor="t"/>
          <a:lstStyle>
            <a:lvl1pPr marL="0" indent="0">
              <a:buNone/>
              <a:defRPr sz="2200" b="0">
                <a:solidFill>
                  <a:schemeClr val="bg1"/>
                </a:solidFill>
              </a:defRPr>
            </a:lvl1pPr>
            <a:lvl2pPr marL="457200" indent="0">
              <a:buNone/>
              <a:defRPr sz="2200" b="1">
                <a:solidFill>
                  <a:schemeClr val="bg1"/>
                </a:solidFill>
              </a:defRPr>
            </a:lvl2pPr>
            <a:lvl3pPr marL="914400" indent="0">
              <a:buNone/>
              <a:defRPr sz="2200" b="1">
                <a:solidFill>
                  <a:schemeClr val="bg1"/>
                </a:solidFill>
              </a:defRPr>
            </a:lvl3pPr>
            <a:lvl4pPr marL="1371600" indent="0">
              <a:buNone/>
              <a:defRPr sz="2200" b="1">
                <a:solidFill>
                  <a:schemeClr val="bg1"/>
                </a:solidFill>
              </a:defRPr>
            </a:lvl4pPr>
            <a:lvl5pPr marL="1828800" indent="0">
              <a:buNone/>
              <a:defRPr sz="2200" b="1">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089309811"/>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seite | einfach">
    <p:spTree>
      <p:nvGrpSpPr>
        <p:cNvPr id="1" name=""/>
        <p:cNvGrpSpPr/>
        <p:nvPr/>
      </p:nvGrpSpPr>
      <p:grpSpPr>
        <a:xfrm>
          <a:off x="0" y="0"/>
          <a:ext cx="0" cy="0"/>
          <a:chOff x="0" y="0"/>
          <a:chExt cx="0" cy="0"/>
        </a:xfrm>
      </p:grpSpPr>
      <p:sp>
        <p:nvSpPr>
          <p:cNvPr id="8" name="Date Placeholder 3"/>
          <p:cNvSpPr>
            <a:spLocks noGrp="1"/>
          </p:cNvSpPr>
          <p:nvPr>
            <p:ph type="dt" sz="half" idx="10"/>
          </p:nvPr>
        </p:nvSpPr>
        <p:spPr>
          <a:xfrm>
            <a:off x="575733" y="6491818"/>
            <a:ext cx="2640000" cy="180000"/>
          </a:xfrm>
          <a:prstGeom prst="rect">
            <a:avLst/>
          </a:prstGeom>
        </p:spPr>
        <p:txBody>
          <a:bodyPr lIns="0" tIns="0" rIns="0" bIns="0"/>
          <a:lstStyle>
            <a:lvl1pPr>
              <a:defRPr sz="1200">
                <a:solidFill>
                  <a:schemeClr val="bg2"/>
                </a:solidFill>
              </a:defRPr>
            </a:lvl1pPr>
          </a:lstStyle>
          <a:p>
            <a:fld id="{F4AD6D9C-BBE0-4A4C-B118-542AFB14C75D}" type="datetime6">
              <a:rPr lang="en-US" smtClean="0"/>
              <a:t>February 26</a:t>
            </a:fld>
            <a:endParaRPr lang="de-DE" dirty="0"/>
          </a:p>
        </p:txBody>
      </p:sp>
      <p:sp>
        <p:nvSpPr>
          <p:cNvPr id="5" name="Textplatzhalter 2"/>
          <p:cNvSpPr>
            <a:spLocks noGrp="1"/>
          </p:cNvSpPr>
          <p:nvPr>
            <p:ph type="body" sz="quarter" idx="11" hasCustomPrompt="1"/>
          </p:nvPr>
        </p:nvSpPr>
        <p:spPr>
          <a:xfrm>
            <a:off x="4567238" y="1449387"/>
            <a:ext cx="7048500" cy="3428913"/>
          </a:xfrm>
          <a:prstGeom prst="rect">
            <a:avLst/>
          </a:prstGeom>
        </p:spPr>
        <p:txBody>
          <a:bodyPr lIns="0" tIns="0" rIns="0" bIns="0" anchor="ctr"/>
          <a:lstStyle>
            <a:lvl1pPr marL="0" indent="0">
              <a:buNone/>
              <a:defRPr sz="2200" b="1">
                <a:solidFill>
                  <a:schemeClr val="bg2"/>
                </a:solidFill>
              </a:defRPr>
            </a:lvl1pPr>
            <a:lvl2pPr marL="457200" indent="0">
              <a:buNone/>
              <a:defRPr sz="2200" b="1">
                <a:solidFill>
                  <a:schemeClr val="bg1"/>
                </a:solidFill>
              </a:defRPr>
            </a:lvl2pPr>
            <a:lvl3pPr marL="914400" indent="0">
              <a:buNone/>
              <a:defRPr sz="2200" b="1">
                <a:solidFill>
                  <a:schemeClr val="bg1"/>
                </a:solidFill>
              </a:defRPr>
            </a:lvl3pPr>
            <a:lvl4pPr marL="1371600" indent="0">
              <a:buNone/>
              <a:defRPr sz="2200" b="1">
                <a:solidFill>
                  <a:schemeClr val="bg1"/>
                </a:solidFill>
              </a:defRPr>
            </a:lvl4pPr>
            <a:lvl5pPr marL="1828800" indent="0">
              <a:buNone/>
              <a:defRPr sz="2200" b="1">
                <a:solidFill>
                  <a:schemeClr val="bg1"/>
                </a:solidFill>
              </a:defRPr>
            </a:lvl5pPr>
          </a:lstStyle>
          <a:p>
            <a:pPr lvl="0"/>
            <a:r>
              <a:rPr lang="de-DE" dirty="0"/>
              <a:t>TEXTMASTERFORMAT BEARBEITEN</a:t>
            </a:r>
          </a:p>
        </p:txBody>
      </p:sp>
    </p:spTree>
    <p:extLst>
      <p:ext uri="{BB962C8B-B14F-4D97-AF65-F5344CB8AC3E}">
        <p14:creationId xmlns:p14="http://schemas.microsoft.com/office/powerpoint/2010/main" val="266499344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seite | mit Untertitel">
    <p:spTree>
      <p:nvGrpSpPr>
        <p:cNvPr id="1" name=""/>
        <p:cNvGrpSpPr/>
        <p:nvPr/>
      </p:nvGrpSpPr>
      <p:grpSpPr>
        <a:xfrm>
          <a:off x="0" y="0"/>
          <a:ext cx="0" cy="0"/>
          <a:chOff x="0" y="0"/>
          <a:chExt cx="0" cy="0"/>
        </a:xfrm>
      </p:grpSpPr>
      <p:sp>
        <p:nvSpPr>
          <p:cNvPr id="8" name="Date Placeholder 3"/>
          <p:cNvSpPr>
            <a:spLocks noGrp="1"/>
          </p:cNvSpPr>
          <p:nvPr>
            <p:ph type="dt" sz="half" idx="10"/>
          </p:nvPr>
        </p:nvSpPr>
        <p:spPr>
          <a:xfrm>
            <a:off x="575733" y="6491818"/>
            <a:ext cx="2640000" cy="180000"/>
          </a:xfrm>
          <a:prstGeom prst="rect">
            <a:avLst/>
          </a:prstGeom>
        </p:spPr>
        <p:txBody>
          <a:bodyPr lIns="0" tIns="0" rIns="0" bIns="0"/>
          <a:lstStyle>
            <a:lvl1pPr>
              <a:defRPr sz="1200">
                <a:solidFill>
                  <a:schemeClr val="bg2"/>
                </a:solidFill>
              </a:defRPr>
            </a:lvl1pPr>
          </a:lstStyle>
          <a:p>
            <a:fld id="{AD4C6D5A-A7F2-41F0-BF3D-92F00DE8D490}" type="datetime6">
              <a:rPr lang="en-US" smtClean="0"/>
              <a:t>February 26</a:t>
            </a:fld>
            <a:endParaRPr lang="de-DE" dirty="0"/>
          </a:p>
        </p:txBody>
      </p:sp>
      <p:sp>
        <p:nvSpPr>
          <p:cNvPr id="5" name="Textplatzhalter 2"/>
          <p:cNvSpPr>
            <a:spLocks noGrp="1"/>
          </p:cNvSpPr>
          <p:nvPr>
            <p:ph type="body" sz="quarter" idx="11" hasCustomPrompt="1"/>
          </p:nvPr>
        </p:nvSpPr>
        <p:spPr>
          <a:xfrm>
            <a:off x="6089994" y="1449388"/>
            <a:ext cx="5525743" cy="1946956"/>
          </a:xfrm>
          <a:prstGeom prst="rect">
            <a:avLst/>
          </a:prstGeom>
        </p:spPr>
        <p:txBody>
          <a:bodyPr lIns="0" tIns="0" rIns="0" bIns="0" anchor="b"/>
          <a:lstStyle>
            <a:lvl1pPr marL="0" indent="0">
              <a:buNone/>
              <a:defRPr sz="2200" b="1">
                <a:solidFill>
                  <a:schemeClr val="bg2"/>
                </a:solidFill>
              </a:defRPr>
            </a:lvl1pPr>
            <a:lvl2pPr marL="457200" indent="0">
              <a:buNone/>
              <a:defRPr sz="2200" b="1">
                <a:solidFill>
                  <a:schemeClr val="bg1"/>
                </a:solidFill>
              </a:defRPr>
            </a:lvl2pPr>
            <a:lvl3pPr marL="914400" indent="0">
              <a:buNone/>
              <a:defRPr sz="2200" b="1">
                <a:solidFill>
                  <a:schemeClr val="bg1"/>
                </a:solidFill>
              </a:defRPr>
            </a:lvl3pPr>
            <a:lvl4pPr marL="1371600" indent="0">
              <a:buNone/>
              <a:defRPr sz="2200" b="1">
                <a:solidFill>
                  <a:schemeClr val="bg1"/>
                </a:solidFill>
              </a:defRPr>
            </a:lvl4pPr>
            <a:lvl5pPr marL="1828800" indent="0">
              <a:buNone/>
              <a:defRPr sz="2200" b="1">
                <a:solidFill>
                  <a:schemeClr val="bg1"/>
                </a:solidFill>
              </a:defRPr>
            </a:lvl5pPr>
          </a:lstStyle>
          <a:p>
            <a:pPr lvl="0"/>
            <a:r>
              <a:rPr lang="de-DE" dirty="0"/>
              <a:t>TEXTMASTERFORMAT BEARBEITEN</a:t>
            </a:r>
          </a:p>
        </p:txBody>
      </p:sp>
      <p:sp>
        <p:nvSpPr>
          <p:cNvPr id="6" name="Textplatzhalter 2"/>
          <p:cNvSpPr>
            <a:spLocks noGrp="1"/>
          </p:cNvSpPr>
          <p:nvPr>
            <p:ph type="body" sz="quarter" idx="12"/>
          </p:nvPr>
        </p:nvSpPr>
        <p:spPr>
          <a:xfrm>
            <a:off x="6089994" y="3614090"/>
            <a:ext cx="5525743" cy="1946956"/>
          </a:xfrm>
          <a:prstGeom prst="rect">
            <a:avLst/>
          </a:prstGeom>
        </p:spPr>
        <p:txBody>
          <a:bodyPr lIns="0" tIns="0" rIns="0" bIns="0" anchor="t"/>
          <a:lstStyle>
            <a:lvl1pPr marL="0" indent="0">
              <a:buNone/>
              <a:defRPr sz="2200" b="0">
                <a:solidFill>
                  <a:schemeClr val="bg2"/>
                </a:solidFill>
              </a:defRPr>
            </a:lvl1pPr>
            <a:lvl2pPr marL="457200" indent="0">
              <a:buNone/>
              <a:defRPr sz="2200" b="1">
                <a:solidFill>
                  <a:schemeClr val="bg1"/>
                </a:solidFill>
              </a:defRPr>
            </a:lvl2pPr>
            <a:lvl3pPr marL="914400" indent="0">
              <a:buNone/>
              <a:defRPr sz="2200" b="1">
                <a:solidFill>
                  <a:schemeClr val="bg1"/>
                </a:solidFill>
              </a:defRPr>
            </a:lvl3pPr>
            <a:lvl4pPr marL="1371600" indent="0">
              <a:buNone/>
              <a:defRPr sz="2200" b="1">
                <a:solidFill>
                  <a:schemeClr val="bg1"/>
                </a:solidFill>
              </a:defRPr>
            </a:lvl4pPr>
            <a:lvl5pPr marL="1828800" indent="0">
              <a:buNone/>
              <a:defRPr sz="2200" b="1">
                <a:solidFill>
                  <a:schemeClr val="bg1"/>
                </a:solidFill>
              </a:defRPr>
            </a:lvl5pPr>
          </a:lstStyle>
          <a:p>
            <a:pPr lvl="0"/>
            <a:r>
              <a:rPr lang="de-DE" dirty="0"/>
              <a:t>Textmasterformat bearbeiten</a:t>
            </a:r>
          </a:p>
        </p:txBody>
      </p:sp>
    </p:spTree>
    <p:extLst>
      <p:ext uri="{BB962C8B-B14F-4D97-AF65-F5344CB8AC3E}">
        <p14:creationId xmlns:p14="http://schemas.microsoft.com/office/powerpoint/2010/main" val="3698594694"/>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Kapitelseite blau">
    <p:spTree>
      <p:nvGrpSpPr>
        <p:cNvPr id="1" name=""/>
        <p:cNvGrpSpPr/>
        <p:nvPr/>
      </p:nvGrpSpPr>
      <p:grpSpPr>
        <a:xfrm>
          <a:off x="0" y="0"/>
          <a:ext cx="0" cy="0"/>
          <a:chOff x="0" y="0"/>
          <a:chExt cx="0" cy="0"/>
        </a:xfrm>
      </p:grpSpPr>
      <p:sp>
        <p:nvSpPr>
          <p:cNvPr id="8" name="Date Placeholder 3"/>
          <p:cNvSpPr>
            <a:spLocks noGrp="1"/>
          </p:cNvSpPr>
          <p:nvPr>
            <p:ph type="dt" sz="half" idx="10"/>
          </p:nvPr>
        </p:nvSpPr>
        <p:spPr>
          <a:xfrm>
            <a:off x="575733" y="6491818"/>
            <a:ext cx="2640000" cy="180000"/>
          </a:xfrm>
          <a:prstGeom prst="rect">
            <a:avLst/>
          </a:prstGeom>
        </p:spPr>
        <p:txBody>
          <a:bodyPr lIns="0" tIns="0" rIns="0" bIns="0"/>
          <a:lstStyle>
            <a:lvl1pPr>
              <a:defRPr sz="1200">
                <a:solidFill>
                  <a:schemeClr val="bg1"/>
                </a:solidFill>
              </a:defRPr>
            </a:lvl1pPr>
          </a:lstStyle>
          <a:p>
            <a:fld id="{0E73328E-6E53-44B7-9CDE-9AD43A8A8582}" type="datetime6">
              <a:rPr lang="en-US" smtClean="0"/>
              <a:t>February 26</a:t>
            </a:fld>
            <a:endParaRPr lang="de-DE" dirty="0"/>
          </a:p>
        </p:txBody>
      </p:sp>
      <p:sp>
        <p:nvSpPr>
          <p:cNvPr id="7" name="Textplatzhalter 2"/>
          <p:cNvSpPr>
            <a:spLocks noGrp="1"/>
          </p:cNvSpPr>
          <p:nvPr>
            <p:ph type="body" sz="quarter" idx="11" hasCustomPrompt="1"/>
          </p:nvPr>
        </p:nvSpPr>
        <p:spPr>
          <a:xfrm>
            <a:off x="1303813" y="1449388"/>
            <a:ext cx="5525743" cy="1946956"/>
          </a:xfrm>
          <a:prstGeom prst="rect">
            <a:avLst/>
          </a:prstGeom>
        </p:spPr>
        <p:txBody>
          <a:bodyPr lIns="0" tIns="0" rIns="0" bIns="0" anchor="b"/>
          <a:lstStyle>
            <a:lvl1pPr marL="0" indent="0">
              <a:buNone/>
              <a:defRPr sz="2200" b="0">
                <a:solidFill>
                  <a:schemeClr val="bg1"/>
                </a:solidFill>
              </a:defRPr>
            </a:lvl1pPr>
            <a:lvl2pPr marL="457200" indent="0">
              <a:buNone/>
              <a:defRPr sz="2200" b="1">
                <a:solidFill>
                  <a:schemeClr val="bg1"/>
                </a:solidFill>
              </a:defRPr>
            </a:lvl2pPr>
            <a:lvl3pPr marL="914400" indent="0">
              <a:buNone/>
              <a:defRPr sz="2200" b="1">
                <a:solidFill>
                  <a:schemeClr val="bg1"/>
                </a:solidFill>
              </a:defRPr>
            </a:lvl3pPr>
            <a:lvl4pPr marL="1371600" indent="0">
              <a:buNone/>
              <a:defRPr sz="2200" b="1">
                <a:solidFill>
                  <a:schemeClr val="bg1"/>
                </a:solidFill>
              </a:defRPr>
            </a:lvl4pPr>
            <a:lvl5pPr marL="1828800" indent="0">
              <a:buNone/>
              <a:defRPr sz="2200" b="1">
                <a:solidFill>
                  <a:schemeClr val="bg1"/>
                </a:solidFill>
              </a:defRPr>
            </a:lvl5pPr>
          </a:lstStyle>
          <a:p>
            <a:pPr lvl="0"/>
            <a:r>
              <a:rPr lang="de-DE" dirty="0"/>
              <a:t>01</a:t>
            </a:r>
          </a:p>
        </p:txBody>
      </p:sp>
      <p:sp>
        <p:nvSpPr>
          <p:cNvPr id="9" name="Textplatzhalter 2"/>
          <p:cNvSpPr>
            <a:spLocks noGrp="1"/>
          </p:cNvSpPr>
          <p:nvPr>
            <p:ph type="body" sz="quarter" idx="12" hasCustomPrompt="1"/>
          </p:nvPr>
        </p:nvSpPr>
        <p:spPr>
          <a:xfrm>
            <a:off x="1303813" y="3614090"/>
            <a:ext cx="5525743" cy="1946956"/>
          </a:xfrm>
          <a:prstGeom prst="rect">
            <a:avLst/>
          </a:prstGeom>
        </p:spPr>
        <p:txBody>
          <a:bodyPr lIns="0" tIns="0" rIns="0" bIns="0" anchor="t"/>
          <a:lstStyle>
            <a:lvl1pPr marL="0" indent="0">
              <a:buNone/>
              <a:defRPr sz="2200" b="1">
                <a:solidFill>
                  <a:schemeClr val="bg1"/>
                </a:solidFill>
              </a:defRPr>
            </a:lvl1pPr>
            <a:lvl2pPr marL="457200" indent="0">
              <a:buNone/>
              <a:defRPr sz="2200" b="1">
                <a:solidFill>
                  <a:schemeClr val="bg1"/>
                </a:solidFill>
              </a:defRPr>
            </a:lvl2pPr>
            <a:lvl3pPr marL="914400" indent="0">
              <a:buNone/>
              <a:defRPr sz="2200" b="1">
                <a:solidFill>
                  <a:schemeClr val="bg1"/>
                </a:solidFill>
              </a:defRPr>
            </a:lvl3pPr>
            <a:lvl4pPr marL="1371600" indent="0">
              <a:buNone/>
              <a:defRPr sz="2200" b="1">
                <a:solidFill>
                  <a:schemeClr val="bg1"/>
                </a:solidFill>
              </a:defRPr>
            </a:lvl4pPr>
            <a:lvl5pPr marL="1828800" indent="0">
              <a:buNone/>
              <a:defRPr sz="2200" b="1">
                <a:solidFill>
                  <a:schemeClr val="bg1"/>
                </a:solidFill>
              </a:defRPr>
            </a:lvl5pPr>
          </a:lstStyle>
          <a:p>
            <a:pPr lvl="0"/>
            <a:r>
              <a:rPr lang="de-DE" dirty="0"/>
              <a:t>TEXTMASTERFORMAT BEARBEITEN</a:t>
            </a:r>
          </a:p>
        </p:txBody>
      </p:sp>
    </p:spTree>
    <p:extLst>
      <p:ext uri="{BB962C8B-B14F-4D97-AF65-F5344CB8AC3E}">
        <p14:creationId xmlns:p14="http://schemas.microsoft.com/office/powerpoint/2010/main" val="48129456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apitelseite weiß">
    <p:spTree>
      <p:nvGrpSpPr>
        <p:cNvPr id="1" name=""/>
        <p:cNvGrpSpPr/>
        <p:nvPr/>
      </p:nvGrpSpPr>
      <p:grpSpPr>
        <a:xfrm>
          <a:off x="0" y="0"/>
          <a:ext cx="0" cy="0"/>
          <a:chOff x="0" y="0"/>
          <a:chExt cx="0" cy="0"/>
        </a:xfrm>
      </p:grpSpPr>
      <p:sp>
        <p:nvSpPr>
          <p:cNvPr id="8" name="Date Placeholder 3"/>
          <p:cNvSpPr>
            <a:spLocks noGrp="1"/>
          </p:cNvSpPr>
          <p:nvPr>
            <p:ph type="dt" sz="half" idx="10"/>
          </p:nvPr>
        </p:nvSpPr>
        <p:spPr>
          <a:xfrm>
            <a:off x="575733" y="6491818"/>
            <a:ext cx="2640000" cy="180000"/>
          </a:xfrm>
          <a:prstGeom prst="rect">
            <a:avLst/>
          </a:prstGeom>
        </p:spPr>
        <p:txBody>
          <a:bodyPr lIns="0" tIns="0" rIns="0" bIns="0"/>
          <a:lstStyle>
            <a:lvl1pPr>
              <a:defRPr sz="1200">
                <a:solidFill>
                  <a:schemeClr val="bg2"/>
                </a:solidFill>
              </a:defRPr>
            </a:lvl1pPr>
          </a:lstStyle>
          <a:p>
            <a:fld id="{09E94A48-AA6E-43C0-832D-D09DFECF9B06}" type="datetime6">
              <a:rPr lang="en-US" smtClean="0"/>
              <a:t>February 26</a:t>
            </a:fld>
            <a:endParaRPr lang="de-DE" dirty="0"/>
          </a:p>
        </p:txBody>
      </p:sp>
      <p:sp>
        <p:nvSpPr>
          <p:cNvPr id="7" name="Textplatzhalter 2"/>
          <p:cNvSpPr>
            <a:spLocks noGrp="1"/>
          </p:cNvSpPr>
          <p:nvPr>
            <p:ph type="body" sz="quarter" idx="11" hasCustomPrompt="1"/>
          </p:nvPr>
        </p:nvSpPr>
        <p:spPr>
          <a:xfrm>
            <a:off x="1303813" y="1449388"/>
            <a:ext cx="5525743" cy="1946956"/>
          </a:xfrm>
          <a:prstGeom prst="rect">
            <a:avLst/>
          </a:prstGeom>
        </p:spPr>
        <p:txBody>
          <a:bodyPr lIns="0" tIns="0" rIns="0" bIns="0" anchor="b"/>
          <a:lstStyle>
            <a:lvl1pPr marL="0" indent="0">
              <a:buNone/>
              <a:defRPr sz="2200" b="0">
                <a:solidFill>
                  <a:schemeClr val="bg2"/>
                </a:solidFill>
              </a:defRPr>
            </a:lvl1pPr>
            <a:lvl2pPr marL="457200" indent="0">
              <a:buNone/>
              <a:defRPr sz="2200" b="1">
                <a:solidFill>
                  <a:schemeClr val="bg1"/>
                </a:solidFill>
              </a:defRPr>
            </a:lvl2pPr>
            <a:lvl3pPr marL="914400" indent="0">
              <a:buNone/>
              <a:defRPr sz="2200" b="1">
                <a:solidFill>
                  <a:schemeClr val="bg1"/>
                </a:solidFill>
              </a:defRPr>
            </a:lvl3pPr>
            <a:lvl4pPr marL="1371600" indent="0">
              <a:buNone/>
              <a:defRPr sz="2200" b="1">
                <a:solidFill>
                  <a:schemeClr val="bg1"/>
                </a:solidFill>
              </a:defRPr>
            </a:lvl4pPr>
            <a:lvl5pPr marL="1828800" indent="0">
              <a:buNone/>
              <a:defRPr sz="2200" b="1">
                <a:solidFill>
                  <a:schemeClr val="bg1"/>
                </a:solidFill>
              </a:defRPr>
            </a:lvl5pPr>
          </a:lstStyle>
          <a:p>
            <a:pPr lvl="0"/>
            <a:r>
              <a:rPr lang="de-DE" dirty="0"/>
              <a:t>01</a:t>
            </a:r>
          </a:p>
        </p:txBody>
      </p:sp>
      <p:sp>
        <p:nvSpPr>
          <p:cNvPr id="9" name="Textplatzhalter 2"/>
          <p:cNvSpPr>
            <a:spLocks noGrp="1"/>
          </p:cNvSpPr>
          <p:nvPr>
            <p:ph type="body" sz="quarter" idx="12" hasCustomPrompt="1"/>
          </p:nvPr>
        </p:nvSpPr>
        <p:spPr>
          <a:xfrm>
            <a:off x="1303813" y="3614090"/>
            <a:ext cx="5525743" cy="1946956"/>
          </a:xfrm>
          <a:prstGeom prst="rect">
            <a:avLst/>
          </a:prstGeom>
        </p:spPr>
        <p:txBody>
          <a:bodyPr lIns="0" tIns="0" rIns="0" bIns="0" anchor="t"/>
          <a:lstStyle>
            <a:lvl1pPr marL="0" indent="0">
              <a:buNone/>
              <a:defRPr sz="2200" b="1">
                <a:solidFill>
                  <a:schemeClr val="bg2"/>
                </a:solidFill>
              </a:defRPr>
            </a:lvl1pPr>
            <a:lvl2pPr marL="457200" indent="0">
              <a:buNone/>
              <a:defRPr sz="2200" b="1">
                <a:solidFill>
                  <a:schemeClr val="bg1"/>
                </a:solidFill>
              </a:defRPr>
            </a:lvl2pPr>
            <a:lvl3pPr marL="914400" indent="0">
              <a:buNone/>
              <a:defRPr sz="2200" b="1">
                <a:solidFill>
                  <a:schemeClr val="bg1"/>
                </a:solidFill>
              </a:defRPr>
            </a:lvl3pPr>
            <a:lvl4pPr marL="1371600" indent="0">
              <a:buNone/>
              <a:defRPr sz="2200" b="1">
                <a:solidFill>
                  <a:schemeClr val="bg1"/>
                </a:solidFill>
              </a:defRPr>
            </a:lvl4pPr>
            <a:lvl5pPr marL="1828800" indent="0">
              <a:buNone/>
              <a:defRPr sz="2200" b="1">
                <a:solidFill>
                  <a:schemeClr val="bg1"/>
                </a:solidFill>
              </a:defRPr>
            </a:lvl5pPr>
          </a:lstStyle>
          <a:p>
            <a:pPr lvl="0"/>
            <a:r>
              <a:rPr lang="de-DE" dirty="0"/>
              <a:t>TEXTMASTERFORMAT BEARBEITEN</a:t>
            </a:r>
          </a:p>
        </p:txBody>
      </p:sp>
    </p:spTree>
    <p:extLst>
      <p:ext uri="{BB962C8B-B14F-4D97-AF65-F5344CB8AC3E}">
        <p14:creationId xmlns:p14="http://schemas.microsoft.com/office/powerpoint/2010/main" val="404316468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halt Folientitel zweizeilig | einspalti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6DBBF05-8230-418C-AE99-A421A2A78E6C}" type="datetime6">
              <a:rPr lang="en-US" smtClean="0"/>
              <a:t>February 26</a:t>
            </a:fld>
            <a:endParaRPr lang="de-DE" dirty="0"/>
          </a:p>
        </p:txBody>
      </p:sp>
      <p:sp>
        <p:nvSpPr>
          <p:cNvPr id="5" name="Footer Placeholder 4"/>
          <p:cNvSpPr>
            <a:spLocks noGrp="1"/>
          </p:cNvSpPr>
          <p:nvPr>
            <p:ph type="ftr" sz="quarter" idx="11"/>
          </p:nvPr>
        </p:nvSpPr>
        <p:spPr/>
        <p:txBody>
          <a:bodyPr/>
          <a:lstStyle/>
          <a:p>
            <a:endParaRPr lang="de-DE" dirty="0"/>
          </a:p>
        </p:txBody>
      </p:sp>
      <p:sp>
        <p:nvSpPr>
          <p:cNvPr id="6" name="Slide Number Placeholder 5"/>
          <p:cNvSpPr>
            <a:spLocks noGrp="1"/>
          </p:cNvSpPr>
          <p:nvPr>
            <p:ph type="sldNum" sz="quarter" idx="12"/>
          </p:nvPr>
        </p:nvSpPr>
        <p:spPr/>
        <p:txBody>
          <a:bodyPr/>
          <a:lstStyle/>
          <a:p>
            <a:fld id="{D3A9EDD9-2578-4372-8132-10947A418667}" type="slidenum">
              <a:rPr lang="de-DE" smtClean="0"/>
              <a:t>‹#›</a:t>
            </a:fld>
            <a:endParaRPr lang="de-DE" dirty="0"/>
          </a:p>
        </p:txBody>
      </p:sp>
      <p:sp>
        <p:nvSpPr>
          <p:cNvPr id="7" name="Title Placeholder 1"/>
          <p:cNvSpPr>
            <a:spLocks noGrp="1"/>
          </p:cNvSpPr>
          <p:nvPr>
            <p:ph type="title"/>
          </p:nvPr>
        </p:nvSpPr>
        <p:spPr>
          <a:xfrm>
            <a:off x="575732" y="368300"/>
            <a:ext cx="7680855" cy="612000"/>
          </a:xfrm>
          <a:prstGeom prst="rect">
            <a:avLst/>
          </a:prstGeom>
        </p:spPr>
        <p:txBody>
          <a:bodyPr vert="horz" wrap="square" lIns="0" tIns="0" rIns="0" bIns="0" rtlCol="0" anchor="t" anchorCtr="0">
            <a:noAutofit/>
          </a:bodyPr>
          <a:lstStyle/>
          <a:p>
            <a:r>
              <a:rPr lang="de-DE" dirty="0"/>
              <a:t>Titelmasterformat durch Klicken bearbeiten</a:t>
            </a:r>
            <a:endParaRPr lang="en-US" dirty="0"/>
          </a:p>
        </p:txBody>
      </p:sp>
      <p:sp>
        <p:nvSpPr>
          <p:cNvPr id="9" name="Content Placeholder 2"/>
          <p:cNvSpPr>
            <a:spLocks noGrp="1"/>
          </p:cNvSpPr>
          <p:nvPr>
            <p:ph idx="1"/>
          </p:nvPr>
        </p:nvSpPr>
        <p:spPr>
          <a:xfrm>
            <a:off x="575733" y="2348725"/>
            <a:ext cx="11040000" cy="3960000"/>
          </a:xfrm>
          <a:prstGeom prst="rect">
            <a:avLst/>
          </a:prstGeom>
        </p:spPr>
        <p:txBody>
          <a:bodyPr lIns="0" tIns="0" rIns="0" bIns="0"/>
          <a:lstStyle>
            <a:lvl1pPr marL="342900" indent="-342900">
              <a:buFont typeface="Arial" panose="020B0604020202020204" pitchFamily="34" charset="0"/>
              <a:buChar char="•"/>
              <a:defRPr sz="2000" b="0"/>
            </a:lvl1pPr>
            <a:lvl2pPr>
              <a:defRPr sz="2000"/>
            </a:lvl2pPr>
            <a:lvl3pPr marL="1143000" indent="-228600">
              <a:buFont typeface="Symbol" panose="05050102010706020507" pitchFamily="18" charset="2"/>
              <a:buChar char="-"/>
              <a:defRPr/>
            </a:lvl3pPr>
            <a:lvl4pPr marL="1600200" indent="-228600">
              <a:buFont typeface="Symbol" panose="05050102010706020507" pitchFamily="18" charset="2"/>
              <a:buChar char="-"/>
              <a:defRPr/>
            </a:lvl4pPr>
            <a:lvl5pPr marL="2057400" indent="-228600">
              <a:buFont typeface="Symbol" panose="05050102010706020507" pitchFamily="18" charset="2"/>
              <a:buChar char="-"/>
              <a:defRPr sz="16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14" name="Text Placeholder 2"/>
          <p:cNvSpPr>
            <a:spLocks noGrp="1"/>
          </p:cNvSpPr>
          <p:nvPr>
            <p:ph type="body" idx="13"/>
          </p:nvPr>
        </p:nvSpPr>
        <p:spPr>
          <a:xfrm>
            <a:off x="575734" y="1449388"/>
            <a:ext cx="11040533" cy="612000"/>
          </a:xfrm>
          <a:prstGeom prst="rect">
            <a:avLst/>
          </a:prstGeom>
        </p:spPr>
        <p:txBody>
          <a:bodyPr lIns="0" tIns="0" rIns="0" bIns="0" anchor="t" anchorCtr="0"/>
          <a:lstStyle>
            <a:lvl1pPr marL="0" indent="0">
              <a:lnSpc>
                <a:spcPct val="100000"/>
              </a:lnSpc>
              <a:spcBef>
                <a:spcPts val="0"/>
              </a:spcBef>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Textmasterformat bearbeiten</a:t>
            </a:r>
          </a:p>
        </p:txBody>
      </p:sp>
    </p:spTree>
    <p:extLst>
      <p:ext uri="{BB962C8B-B14F-4D97-AF65-F5344CB8AC3E}">
        <p14:creationId xmlns:p14="http://schemas.microsoft.com/office/powerpoint/2010/main" val="3951072050"/>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alt Folientitel zweizeilig | zweispalti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0CA4465-68E6-4B7E-B9F8-E6A4D71288C0}" type="datetime6">
              <a:rPr lang="en-US" smtClean="0"/>
              <a:t>February 26</a:t>
            </a:fld>
            <a:endParaRPr lang="de-DE" dirty="0"/>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D3A9EDD9-2578-4372-8132-10947A418667}" type="slidenum">
              <a:rPr lang="de-DE" smtClean="0"/>
              <a:t>‹#›</a:t>
            </a:fld>
            <a:endParaRPr lang="de-DE"/>
          </a:p>
        </p:txBody>
      </p:sp>
      <p:sp>
        <p:nvSpPr>
          <p:cNvPr id="10" name="Text Placeholder 2"/>
          <p:cNvSpPr>
            <a:spLocks noGrp="1"/>
          </p:cNvSpPr>
          <p:nvPr>
            <p:ph type="body" idx="14"/>
          </p:nvPr>
        </p:nvSpPr>
        <p:spPr>
          <a:xfrm>
            <a:off x="575733" y="1449388"/>
            <a:ext cx="5280000" cy="612000"/>
          </a:xfrm>
          <a:prstGeom prst="rect">
            <a:avLst/>
          </a:prstGeom>
        </p:spPr>
        <p:txBody>
          <a:bodyPr lIns="0" tIns="0" rIns="0" bIns="0" anchor="t" anchorCtr="0"/>
          <a:lstStyle>
            <a:lvl1pPr marL="0" indent="0">
              <a:lnSpc>
                <a:spcPct val="100000"/>
              </a:lnSpc>
              <a:spcBef>
                <a:spcPts val="0"/>
              </a:spcBef>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Textmasterformat bearbeiten</a:t>
            </a:r>
          </a:p>
        </p:txBody>
      </p:sp>
      <p:sp>
        <p:nvSpPr>
          <p:cNvPr id="12" name="Text Placeholder 2"/>
          <p:cNvSpPr>
            <a:spLocks noGrp="1"/>
          </p:cNvSpPr>
          <p:nvPr>
            <p:ph type="body" idx="15"/>
          </p:nvPr>
        </p:nvSpPr>
        <p:spPr>
          <a:xfrm>
            <a:off x="6329396" y="1449388"/>
            <a:ext cx="5280000" cy="612000"/>
          </a:xfrm>
          <a:prstGeom prst="rect">
            <a:avLst/>
          </a:prstGeom>
        </p:spPr>
        <p:txBody>
          <a:bodyPr lIns="0" tIns="0" rIns="0" bIns="0" anchor="t" anchorCtr="0"/>
          <a:lstStyle>
            <a:lvl1pPr marL="0" indent="0">
              <a:lnSpc>
                <a:spcPct val="100000"/>
              </a:lnSpc>
              <a:spcBef>
                <a:spcPts val="0"/>
              </a:spcBef>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Textmasterformat bearbeiten</a:t>
            </a:r>
          </a:p>
        </p:txBody>
      </p:sp>
      <p:sp>
        <p:nvSpPr>
          <p:cNvPr id="13" name="Content Placeholder 2"/>
          <p:cNvSpPr>
            <a:spLocks noGrp="1"/>
          </p:cNvSpPr>
          <p:nvPr>
            <p:ph idx="1"/>
          </p:nvPr>
        </p:nvSpPr>
        <p:spPr>
          <a:xfrm>
            <a:off x="575733" y="2348725"/>
            <a:ext cx="5280000" cy="3960000"/>
          </a:xfrm>
          <a:prstGeom prst="rect">
            <a:avLst/>
          </a:prstGeom>
        </p:spPr>
        <p:txBody>
          <a:bodyPr lIns="0" tIns="0" rIns="0" bIns="0"/>
          <a:lstStyle>
            <a:lvl1pPr marL="342900" indent="-342900">
              <a:buFont typeface="Arial" panose="020B0604020202020204" pitchFamily="34" charset="0"/>
              <a:buChar char="•"/>
              <a:defRPr sz="2000" b="0"/>
            </a:lvl1pPr>
            <a:lvl2pPr>
              <a:defRPr sz="2000"/>
            </a:lvl2pPr>
            <a:lvl3pPr marL="1143000" indent="-228600">
              <a:buFont typeface="Symbol" panose="05050102010706020507" pitchFamily="18" charset="2"/>
              <a:buChar char="-"/>
              <a:defRPr/>
            </a:lvl3pPr>
            <a:lvl4pPr marL="1600200" indent="-228600">
              <a:buFont typeface="Symbol" panose="05050102010706020507" pitchFamily="18" charset="2"/>
              <a:buChar char="-"/>
              <a:defRPr/>
            </a:lvl4pPr>
            <a:lvl5pPr marL="2057400" indent="-228600">
              <a:buFont typeface="Symbol" panose="05050102010706020507" pitchFamily="18" charset="2"/>
              <a:buChar char="-"/>
              <a:defRPr sz="16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14" name="Content Placeholder 2"/>
          <p:cNvSpPr>
            <a:spLocks noGrp="1"/>
          </p:cNvSpPr>
          <p:nvPr>
            <p:ph idx="16"/>
          </p:nvPr>
        </p:nvSpPr>
        <p:spPr>
          <a:xfrm>
            <a:off x="6335403" y="2348725"/>
            <a:ext cx="5280000" cy="3960000"/>
          </a:xfrm>
          <a:prstGeom prst="rect">
            <a:avLst/>
          </a:prstGeom>
        </p:spPr>
        <p:txBody>
          <a:bodyPr lIns="0" tIns="0" rIns="0" bIns="0"/>
          <a:lstStyle>
            <a:lvl1pPr marL="342900" indent="-342900">
              <a:buFont typeface="Arial" panose="020B0604020202020204" pitchFamily="34" charset="0"/>
              <a:buChar char="•"/>
              <a:defRPr sz="2000" b="0"/>
            </a:lvl1pPr>
            <a:lvl2pPr>
              <a:defRPr sz="2000"/>
            </a:lvl2pPr>
            <a:lvl3pPr marL="1143000" indent="-228600">
              <a:buFont typeface="Symbol" panose="05050102010706020507" pitchFamily="18" charset="2"/>
              <a:buChar char="-"/>
              <a:defRPr/>
            </a:lvl3pPr>
            <a:lvl4pPr marL="1600200" indent="-228600">
              <a:buFont typeface="Symbol" panose="05050102010706020507" pitchFamily="18" charset="2"/>
              <a:buChar char="-"/>
              <a:defRPr/>
            </a:lvl4pPr>
            <a:lvl5pPr marL="2057400" indent="-228600">
              <a:buFont typeface="Symbol" panose="05050102010706020507" pitchFamily="18" charset="2"/>
              <a:buChar char="-"/>
              <a:defRPr sz="16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11" name="Title Placeholder 1"/>
          <p:cNvSpPr>
            <a:spLocks noGrp="1"/>
          </p:cNvSpPr>
          <p:nvPr>
            <p:ph type="title"/>
          </p:nvPr>
        </p:nvSpPr>
        <p:spPr>
          <a:xfrm>
            <a:off x="575732" y="368300"/>
            <a:ext cx="7680855" cy="612000"/>
          </a:xfrm>
          <a:prstGeom prst="rect">
            <a:avLst/>
          </a:prstGeom>
        </p:spPr>
        <p:txBody>
          <a:bodyPr vert="horz" wrap="square" lIns="0" tIns="0" rIns="0" bIns="0" rtlCol="0" anchor="t" anchorCtr="0">
            <a:noAutofit/>
          </a:bodyPr>
          <a:lstStyle/>
          <a:p>
            <a:r>
              <a:rPr lang="de-DE" dirty="0"/>
              <a:t>Titelmasterformat durch Klicken bearbeiten</a:t>
            </a:r>
            <a:endParaRPr lang="en-US" dirty="0"/>
          </a:p>
        </p:txBody>
      </p:sp>
    </p:spTree>
    <p:extLst>
      <p:ext uri="{BB962C8B-B14F-4D97-AF65-F5344CB8AC3E}">
        <p14:creationId xmlns:p14="http://schemas.microsoft.com/office/powerpoint/2010/main" val="1030811848"/>
      </p:ext>
    </p:extLst>
  </p:cSld>
  <p:clrMapOvr>
    <a:masterClrMapping/>
  </p:clrMapOvr>
  <p:extLst>
    <p:ext uri="{DCECCB84-F9BA-43D5-87BE-67443E8EF086}">
      <p15:sldGuideLst xmlns:p15="http://schemas.microsoft.com/office/powerpoint/2012/main">
        <p15:guide id="1" pos="3689" userDrawn="1">
          <p15:clr>
            <a:srgbClr val="FBAE40"/>
          </p15:clr>
        </p15:guide>
        <p15:guide id="2" pos="3991" userDrawn="1">
          <p15:clr>
            <a:srgbClr val="FBAE40"/>
          </p15:clr>
        </p15:guide>
        <p15:guide id="3" orient="horz" pos="1298" userDrawn="1">
          <p15:clr>
            <a:srgbClr val="FBAE40"/>
          </p15:clr>
        </p15:guide>
        <p15:guide id="4" orient="horz" pos="14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halt Folientitel zweizeilig | 4 Element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34F6E81-A7D1-4664-A254-CC8A52CF7BED}" type="datetime6">
              <a:rPr lang="en-US" smtClean="0"/>
              <a:t>February 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D3A9EDD9-2578-4372-8132-10947A418667}" type="slidenum">
              <a:rPr lang="de-DE" smtClean="0"/>
              <a:t>‹#›</a:t>
            </a:fld>
            <a:endParaRPr lang="de-DE"/>
          </a:p>
        </p:txBody>
      </p:sp>
      <p:sp>
        <p:nvSpPr>
          <p:cNvPr id="9" name="Content Placeholder 2"/>
          <p:cNvSpPr>
            <a:spLocks noGrp="1"/>
          </p:cNvSpPr>
          <p:nvPr>
            <p:ph idx="1"/>
          </p:nvPr>
        </p:nvSpPr>
        <p:spPr>
          <a:xfrm>
            <a:off x="575733" y="1449387"/>
            <a:ext cx="5280000" cy="2268000"/>
          </a:xfrm>
          <a:prstGeom prst="rect">
            <a:avLst/>
          </a:prstGeom>
        </p:spPr>
        <p:txBody>
          <a:bodyPr lIns="0" tIns="0" rIns="0" bIns="0"/>
          <a:lstStyle>
            <a:lvl1pPr marL="0" indent="0">
              <a:buNone/>
              <a:defRPr sz="2200" b="1"/>
            </a:lvl1pPr>
            <a:lvl2pPr>
              <a:defRPr sz="2200"/>
            </a:lvl2pPr>
            <a:lvl3pPr marL="1143000" indent="-228600">
              <a:buFont typeface="Symbol" panose="05050102010706020507" pitchFamily="18" charset="2"/>
              <a:buChar char="-"/>
              <a:defRPr/>
            </a:lvl3pPr>
            <a:lvl4pPr marL="1600200" indent="-228600">
              <a:buFont typeface="Symbol" panose="05050102010706020507" pitchFamily="18" charset="2"/>
              <a:buChar char="-"/>
              <a:defRPr/>
            </a:lvl4pPr>
            <a:lvl5pPr marL="2057400" indent="-228600">
              <a:buFont typeface="Symbol" panose="05050102010706020507" pitchFamily="18" charset="2"/>
              <a:buChar char="-"/>
              <a:defRPr sz="16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11" name="Content Placeholder 2"/>
          <p:cNvSpPr>
            <a:spLocks noGrp="1"/>
          </p:cNvSpPr>
          <p:nvPr>
            <p:ph idx="15"/>
          </p:nvPr>
        </p:nvSpPr>
        <p:spPr>
          <a:xfrm>
            <a:off x="581739" y="4040725"/>
            <a:ext cx="5280000" cy="2268000"/>
          </a:xfrm>
          <a:prstGeom prst="rect">
            <a:avLst/>
          </a:prstGeom>
        </p:spPr>
        <p:txBody>
          <a:bodyPr lIns="0" tIns="0" rIns="0" bIns="0"/>
          <a:lstStyle>
            <a:lvl1pPr marL="0" indent="0">
              <a:buNone/>
              <a:defRPr sz="2200" b="1"/>
            </a:lvl1pPr>
            <a:lvl2pPr>
              <a:defRPr sz="2200"/>
            </a:lvl2pPr>
            <a:lvl3pPr marL="1143000" indent="-228600">
              <a:buFont typeface="Symbol" panose="05050102010706020507" pitchFamily="18" charset="2"/>
              <a:buChar char="-"/>
              <a:defRPr/>
            </a:lvl3pPr>
            <a:lvl4pPr marL="1600200" indent="-228600">
              <a:buFont typeface="Symbol" panose="05050102010706020507" pitchFamily="18" charset="2"/>
              <a:buChar char="-"/>
              <a:defRPr/>
            </a:lvl4pPr>
            <a:lvl5pPr marL="2057400" indent="-228600">
              <a:buFont typeface="Symbol" panose="05050102010706020507" pitchFamily="18" charset="2"/>
              <a:buChar char="-"/>
              <a:defRPr sz="16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12" name="Content Placeholder 2"/>
          <p:cNvSpPr>
            <a:spLocks noGrp="1"/>
          </p:cNvSpPr>
          <p:nvPr>
            <p:ph idx="16"/>
          </p:nvPr>
        </p:nvSpPr>
        <p:spPr>
          <a:xfrm>
            <a:off x="6335403" y="1449387"/>
            <a:ext cx="5280000" cy="2268000"/>
          </a:xfrm>
          <a:prstGeom prst="rect">
            <a:avLst/>
          </a:prstGeom>
        </p:spPr>
        <p:txBody>
          <a:bodyPr lIns="0" tIns="0" rIns="0" bIns="0"/>
          <a:lstStyle>
            <a:lvl1pPr marL="0" indent="0">
              <a:buNone/>
              <a:defRPr sz="2200" b="1"/>
            </a:lvl1pPr>
            <a:lvl2pPr>
              <a:defRPr sz="2200"/>
            </a:lvl2pPr>
            <a:lvl3pPr marL="1143000" indent="-228600">
              <a:buFont typeface="Symbol" panose="05050102010706020507" pitchFamily="18" charset="2"/>
              <a:buChar char="-"/>
              <a:defRPr/>
            </a:lvl3pPr>
            <a:lvl4pPr marL="1600200" indent="-228600">
              <a:buFont typeface="Symbol" panose="05050102010706020507" pitchFamily="18" charset="2"/>
              <a:buChar char="-"/>
              <a:defRPr/>
            </a:lvl4pPr>
            <a:lvl5pPr marL="2057400" indent="-228600">
              <a:buFont typeface="Symbol" panose="05050102010706020507" pitchFamily="18" charset="2"/>
              <a:buChar char="-"/>
              <a:defRPr sz="16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13" name="Content Placeholder 2"/>
          <p:cNvSpPr>
            <a:spLocks noGrp="1"/>
          </p:cNvSpPr>
          <p:nvPr>
            <p:ph idx="17"/>
          </p:nvPr>
        </p:nvSpPr>
        <p:spPr>
          <a:xfrm>
            <a:off x="6341408" y="4040725"/>
            <a:ext cx="5280000" cy="2268000"/>
          </a:xfrm>
          <a:prstGeom prst="rect">
            <a:avLst/>
          </a:prstGeom>
        </p:spPr>
        <p:txBody>
          <a:bodyPr lIns="0" tIns="0" rIns="0" bIns="0"/>
          <a:lstStyle>
            <a:lvl1pPr marL="0" indent="0">
              <a:buNone/>
              <a:defRPr sz="2200" b="1"/>
            </a:lvl1pPr>
            <a:lvl2pPr>
              <a:defRPr sz="2200"/>
            </a:lvl2pPr>
            <a:lvl3pPr marL="1143000" indent="-228600">
              <a:buFont typeface="Symbol" panose="05050102010706020507" pitchFamily="18" charset="2"/>
              <a:buChar char="-"/>
              <a:defRPr/>
            </a:lvl3pPr>
            <a:lvl4pPr marL="1600200" indent="-228600">
              <a:buFont typeface="Symbol" panose="05050102010706020507" pitchFamily="18" charset="2"/>
              <a:buChar char="-"/>
              <a:defRPr/>
            </a:lvl4pPr>
            <a:lvl5pPr marL="2057400" indent="-228600">
              <a:buFont typeface="Symbol" panose="05050102010706020507" pitchFamily="18" charset="2"/>
              <a:buChar char="-"/>
              <a:defRPr sz="16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10" name="Title Placeholder 1"/>
          <p:cNvSpPr>
            <a:spLocks noGrp="1"/>
          </p:cNvSpPr>
          <p:nvPr>
            <p:ph type="title"/>
          </p:nvPr>
        </p:nvSpPr>
        <p:spPr>
          <a:xfrm>
            <a:off x="575732" y="368300"/>
            <a:ext cx="7680855" cy="612000"/>
          </a:xfrm>
          <a:prstGeom prst="rect">
            <a:avLst/>
          </a:prstGeom>
        </p:spPr>
        <p:txBody>
          <a:bodyPr vert="horz" wrap="square" lIns="0" tIns="0" rIns="0" bIns="0" rtlCol="0" anchor="t" anchorCtr="0">
            <a:noAutofit/>
          </a:bodyPr>
          <a:lstStyle/>
          <a:p>
            <a:r>
              <a:rPr lang="de-DE" dirty="0"/>
              <a:t>Titelmasterformat durch Klicken bearbeiten</a:t>
            </a:r>
            <a:endParaRPr lang="en-US" dirty="0"/>
          </a:p>
        </p:txBody>
      </p:sp>
    </p:spTree>
    <p:extLst>
      <p:ext uri="{BB962C8B-B14F-4D97-AF65-F5344CB8AC3E}">
        <p14:creationId xmlns:p14="http://schemas.microsoft.com/office/powerpoint/2010/main" val="469381957"/>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alt Folientitel zweizeilig | Text + 2 Bil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3B8D77E-AFAC-42B3-A52F-0607D5B47C44}" type="datetime6">
              <a:rPr lang="en-US" smtClean="0"/>
              <a:t>February 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D3A9EDD9-2578-4372-8132-10947A418667}" type="slidenum">
              <a:rPr lang="de-DE" smtClean="0"/>
              <a:t>‹#›</a:t>
            </a:fld>
            <a:endParaRPr lang="de-DE"/>
          </a:p>
        </p:txBody>
      </p:sp>
      <p:sp>
        <p:nvSpPr>
          <p:cNvPr id="9" name="Content Placeholder 2"/>
          <p:cNvSpPr>
            <a:spLocks noGrp="1"/>
          </p:cNvSpPr>
          <p:nvPr>
            <p:ph idx="1"/>
          </p:nvPr>
        </p:nvSpPr>
        <p:spPr>
          <a:xfrm>
            <a:off x="575733" y="2348725"/>
            <a:ext cx="7416800" cy="3960000"/>
          </a:xfrm>
          <a:prstGeom prst="rect">
            <a:avLst/>
          </a:prstGeom>
        </p:spPr>
        <p:txBody>
          <a:bodyPr lIns="0" tIns="0" rIns="0" bIns="0"/>
          <a:lstStyle>
            <a:lvl1pPr marL="342900" indent="-342900">
              <a:buFont typeface="Arial" panose="020B0604020202020204" pitchFamily="34" charset="0"/>
              <a:buChar char="•"/>
              <a:defRPr sz="2000" b="0"/>
            </a:lvl1pPr>
            <a:lvl2pPr>
              <a:defRPr sz="2000"/>
            </a:lvl2pPr>
            <a:lvl3pPr marL="1143000" indent="-228600">
              <a:buFont typeface="Symbol" panose="05050102010706020507" pitchFamily="18" charset="2"/>
              <a:buChar char="-"/>
              <a:defRPr/>
            </a:lvl3pPr>
            <a:lvl4pPr marL="1600200" indent="-228600">
              <a:buFont typeface="Symbol" panose="05050102010706020507" pitchFamily="18" charset="2"/>
              <a:buChar char="-"/>
              <a:defRPr/>
            </a:lvl4pPr>
            <a:lvl5pPr marL="2057400" indent="-228600">
              <a:buFont typeface="Symbol" panose="05050102010706020507" pitchFamily="18" charset="2"/>
              <a:buChar char="-"/>
              <a:defRPr sz="16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14" name="Text Placeholder 2"/>
          <p:cNvSpPr>
            <a:spLocks noGrp="1"/>
          </p:cNvSpPr>
          <p:nvPr>
            <p:ph type="body" idx="13"/>
          </p:nvPr>
        </p:nvSpPr>
        <p:spPr>
          <a:xfrm>
            <a:off x="575733" y="1449388"/>
            <a:ext cx="7416800" cy="612000"/>
          </a:xfrm>
          <a:prstGeom prst="rect">
            <a:avLst/>
          </a:prstGeom>
        </p:spPr>
        <p:txBody>
          <a:bodyPr lIns="0" tIns="0" rIns="0" bIns="0" anchor="t" anchorCtr="0"/>
          <a:lstStyle>
            <a:lvl1pPr marL="0" indent="0">
              <a:lnSpc>
                <a:spcPct val="100000"/>
              </a:lnSpc>
              <a:spcBef>
                <a:spcPts val="0"/>
              </a:spcBef>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Textmasterformat bearbeiten</a:t>
            </a:r>
          </a:p>
        </p:txBody>
      </p:sp>
      <p:sp>
        <p:nvSpPr>
          <p:cNvPr id="8" name="Bildplatzhalter 14">
            <a:extLst>
              <a:ext uri="{FF2B5EF4-FFF2-40B4-BE49-F238E27FC236}">
                <a16:creationId xmlns:a16="http://schemas.microsoft.com/office/drawing/2014/main" id="{458B6AAC-E0F2-9444-B6EF-37BDDBF708E4}"/>
              </a:ext>
            </a:extLst>
          </p:cNvPr>
          <p:cNvSpPr>
            <a:spLocks noGrp="1"/>
          </p:cNvSpPr>
          <p:nvPr>
            <p:ph type="pic" sz="quarter" idx="22" hasCustomPrompt="1"/>
          </p:nvPr>
        </p:nvSpPr>
        <p:spPr>
          <a:xfrm>
            <a:off x="8257117" y="1449388"/>
            <a:ext cx="3934883" cy="1800000"/>
          </a:xfrm>
          <a:prstGeom prst="rect">
            <a:avLst/>
          </a:prstGeom>
          <a:pattFill prst="pct5">
            <a:fgClr>
              <a:schemeClr val="tx1"/>
            </a:fgClr>
            <a:bgClr>
              <a:schemeClr val="bg1"/>
            </a:bgClr>
          </a:pattFill>
          <a:ln>
            <a:noFill/>
          </a:ln>
        </p:spPr>
        <p:txBody>
          <a:bodyPr anchor="ctr" anchorCtr="0"/>
          <a:lstStyle>
            <a:lvl1pPr marL="0" indent="0" algn="ctr">
              <a:buNone/>
              <a:defRPr sz="1800"/>
            </a:lvl1pPr>
          </a:lstStyle>
          <a:p>
            <a:r>
              <a:rPr lang="de-DE" dirty="0"/>
              <a:t>  Bild durch klicken auf Symbol hinzufügen</a:t>
            </a:r>
          </a:p>
        </p:txBody>
      </p:sp>
      <p:sp>
        <p:nvSpPr>
          <p:cNvPr id="10" name="Bildplatzhalter 14">
            <a:extLst>
              <a:ext uri="{FF2B5EF4-FFF2-40B4-BE49-F238E27FC236}">
                <a16:creationId xmlns:a16="http://schemas.microsoft.com/office/drawing/2014/main" id="{458B6AAC-E0F2-9444-B6EF-37BDDBF708E4}"/>
              </a:ext>
            </a:extLst>
          </p:cNvPr>
          <p:cNvSpPr>
            <a:spLocks noGrp="1"/>
          </p:cNvSpPr>
          <p:nvPr>
            <p:ph type="pic" sz="quarter" idx="23" hasCustomPrompt="1"/>
          </p:nvPr>
        </p:nvSpPr>
        <p:spPr>
          <a:xfrm>
            <a:off x="8257117" y="3962006"/>
            <a:ext cx="3934883" cy="1800000"/>
          </a:xfrm>
          <a:prstGeom prst="rect">
            <a:avLst/>
          </a:prstGeom>
          <a:pattFill prst="pct5">
            <a:fgClr>
              <a:schemeClr val="tx1"/>
            </a:fgClr>
            <a:bgClr>
              <a:schemeClr val="bg1"/>
            </a:bgClr>
          </a:pattFill>
          <a:ln>
            <a:noFill/>
          </a:ln>
        </p:spPr>
        <p:txBody>
          <a:bodyPr anchor="ctr" anchorCtr="0"/>
          <a:lstStyle>
            <a:lvl1pPr marL="0" indent="0" algn="ctr">
              <a:buNone/>
              <a:defRPr sz="1800"/>
            </a:lvl1pPr>
          </a:lstStyle>
          <a:p>
            <a:r>
              <a:rPr lang="de-DE" dirty="0"/>
              <a:t>  Bild durch klicken auf Symbol hinzufügen</a:t>
            </a:r>
          </a:p>
        </p:txBody>
      </p:sp>
      <p:sp>
        <p:nvSpPr>
          <p:cNvPr id="11" name="Text Placeholder 2"/>
          <p:cNvSpPr>
            <a:spLocks noGrp="1"/>
          </p:cNvSpPr>
          <p:nvPr>
            <p:ph type="body" idx="24" hasCustomPrompt="1"/>
          </p:nvPr>
        </p:nvSpPr>
        <p:spPr>
          <a:xfrm>
            <a:off x="8257117" y="5869921"/>
            <a:ext cx="3934883" cy="360000"/>
          </a:xfrm>
          <a:prstGeom prst="rect">
            <a:avLst/>
          </a:prstGeom>
        </p:spPr>
        <p:txBody>
          <a:bodyPr lIns="0" tIns="0" rIns="0" bIns="0" anchor="t" anchorCtr="0"/>
          <a:lstStyle>
            <a:lvl1pPr marL="0" indent="0">
              <a:lnSpc>
                <a:spcPct val="100000"/>
              </a:lnSpc>
              <a:spcBef>
                <a:spcPts val="0"/>
              </a:spcBef>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Bildunterschrift</a:t>
            </a:r>
          </a:p>
        </p:txBody>
      </p:sp>
      <p:sp>
        <p:nvSpPr>
          <p:cNvPr id="13" name="Text Placeholder 2"/>
          <p:cNvSpPr>
            <a:spLocks noGrp="1"/>
          </p:cNvSpPr>
          <p:nvPr>
            <p:ph type="body" idx="25" hasCustomPrompt="1"/>
          </p:nvPr>
        </p:nvSpPr>
        <p:spPr>
          <a:xfrm>
            <a:off x="8257117" y="3357969"/>
            <a:ext cx="3934883" cy="360000"/>
          </a:xfrm>
          <a:prstGeom prst="rect">
            <a:avLst/>
          </a:prstGeom>
        </p:spPr>
        <p:txBody>
          <a:bodyPr lIns="0" tIns="0" rIns="0" bIns="0" anchor="t" anchorCtr="0"/>
          <a:lstStyle>
            <a:lvl1pPr marL="0" indent="0">
              <a:lnSpc>
                <a:spcPct val="100000"/>
              </a:lnSpc>
              <a:spcBef>
                <a:spcPts val="0"/>
              </a:spcBef>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Bildunterschrift</a:t>
            </a:r>
          </a:p>
        </p:txBody>
      </p:sp>
      <p:sp>
        <p:nvSpPr>
          <p:cNvPr id="12" name="Title Placeholder 1"/>
          <p:cNvSpPr>
            <a:spLocks noGrp="1"/>
          </p:cNvSpPr>
          <p:nvPr>
            <p:ph type="title"/>
          </p:nvPr>
        </p:nvSpPr>
        <p:spPr>
          <a:xfrm>
            <a:off x="575732" y="368300"/>
            <a:ext cx="7680855" cy="612000"/>
          </a:xfrm>
          <a:prstGeom prst="rect">
            <a:avLst/>
          </a:prstGeom>
        </p:spPr>
        <p:txBody>
          <a:bodyPr vert="horz" wrap="square" lIns="0" tIns="0" rIns="0" bIns="0" rtlCol="0" anchor="t" anchorCtr="0">
            <a:noAutofit/>
          </a:bodyPr>
          <a:lstStyle/>
          <a:p>
            <a:r>
              <a:rPr lang="de-DE" dirty="0"/>
              <a:t>Titelmasterformat durch Klicken bearbeiten</a:t>
            </a:r>
            <a:endParaRPr lang="en-US" dirty="0"/>
          </a:p>
        </p:txBody>
      </p:sp>
    </p:spTree>
    <p:extLst>
      <p:ext uri="{BB962C8B-B14F-4D97-AF65-F5344CB8AC3E}">
        <p14:creationId xmlns:p14="http://schemas.microsoft.com/office/powerpoint/2010/main" val="117168425"/>
      </p:ext>
    </p:extLst>
  </p:cSld>
  <p:clrMapOvr>
    <a:masterClrMapping/>
  </p:clrMapOvr>
  <p:extLst>
    <p:ext uri="{DCECCB84-F9BA-43D5-87BE-67443E8EF086}">
      <p15:sldGuideLst xmlns:p15="http://schemas.microsoft.com/office/powerpoint/2012/main">
        <p15:guide id="1" pos="5049"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Inhalt Folientitel zweizeilig | Text + 1 Bi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44C0373-96B5-4395-9A26-A58A2AC1F100}" type="datetime6">
              <a:rPr lang="en-US" smtClean="0"/>
              <a:t>February 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D3A9EDD9-2578-4372-8132-10947A418667}" type="slidenum">
              <a:rPr lang="de-DE" smtClean="0"/>
              <a:t>‹#›</a:t>
            </a:fld>
            <a:endParaRPr lang="de-DE"/>
          </a:p>
        </p:txBody>
      </p:sp>
      <p:sp>
        <p:nvSpPr>
          <p:cNvPr id="9" name="Content Placeholder 2"/>
          <p:cNvSpPr>
            <a:spLocks noGrp="1"/>
          </p:cNvSpPr>
          <p:nvPr>
            <p:ph idx="1"/>
          </p:nvPr>
        </p:nvSpPr>
        <p:spPr>
          <a:xfrm>
            <a:off x="575733" y="2348725"/>
            <a:ext cx="7416800" cy="3960000"/>
          </a:xfrm>
          <a:prstGeom prst="rect">
            <a:avLst/>
          </a:prstGeom>
        </p:spPr>
        <p:txBody>
          <a:bodyPr lIns="0" tIns="0" rIns="0" bIns="0"/>
          <a:lstStyle>
            <a:lvl1pPr marL="342900" indent="-342900">
              <a:buFont typeface="Arial" panose="020B0604020202020204" pitchFamily="34" charset="0"/>
              <a:buChar char="•"/>
              <a:defRPr sz="2000" b="0"/>
            </a:lvl1pPr>
            <a:lvl2pPr>
              <a:defRPr sz="2000"/>
            </a:lvl2pPr>
            <a:lvl3pPr marL="1143000" indent="-228600">
              <a:buFont typeface="Symbol" panose="05050102010706020507" pitchFamily="18" charset="2"/>
              <a:buChar char="-"/>
              <a:defRPr/>
            </a:lvl3pPr>
            <a:lvl4pPr marL="1600200" indent="-228600">
              <a:buFont typeface="Symbol" panose="05050102010706020507" pitchFamily="18" charset="2"/>
              <a:buChar char="-"/>
              <a:defRPr/>
            </a:lvl4pPr>
            <a:lvl5pPr marL="2057400" indent="-228600">
              <a:buFont typeface="Symbol" panose="05050102010706020507" pitchFamily="18" charset="2"/>
              <a:buChar char="-"/>
              <a:defRPr sz="16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14" name="Text Placeholder 2"/>
          <p:cNvSpPr>
            <a:spLocks noGrp="1"/>
          </p:cNvSpPr>
          <p:nvPr>
            <p:ph type="body" idx="13"/>
          </p:nvPr>
        </p:nvSpPr>
        <p:spPr>
          <a:xfrm>
            <a:off x="575733" y="1449388"/>
            <a:ext cx="7416800" cy="612000"/>
          </a:xfrm>
          <a:prstGeom prst="rect">
            <a:avLst/>
          </a:prstGeom>
        </p:spPr>
        <p:txBody>
          <a:bodyPr lIns="0" tIns="0" rIns="0" bIns="0" anchor="t" anchorCtr="0"/>
          <a:lstStyle>
            <a:lvl1pPr marL="0" indent="0">
              <a:lnSpc>
                <a:spcPct val="100000"/>
              </a:lnSpc>
              <a:spcBef>
                <a:spcPts val="0"/>
              </a:spcBef>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Textmasterformat bearbeiten</a:t>
            </a:r>
          </a:p>
        </p:txBody>
      </p:sp>
      <p:sp>
        <p:nvSpPr>
          <p:cNvPr id="12" name="Title Placeholder 1"/>
          <p:cNvSpPr>
            <a:spLocks noGrp="1"/>
          </p:cNvSpPr>
          <p:nvPr>
            <p:ph type="title"/>
          </p:nvPr>
        </p:nvSpPr>
        <p:spPr>
          <a:xfrm>
            <a:off x="575732" y="368300"/>
            <a:ext cx="7680855" cy="612000"/>
          </a:xfrm>
          <a:prstGeom prst="rect">
            <a:avLst/>
          </a:prstGeom>
        </p:spPr>
        <p:txBody>
          <a:bodyPr vert="horz" wrap="square" lIns="0" tIns="0" rIns="0" bIns="0" rtlCol="0" anchor="t" anchorCtr="0">
            <a:noAutofit/>
          </a:bodyPr>
          <a:lstStyle/>
          <a:p>
            <a:r>
              <a:rPr lang="de-DE" dirty="0"/>
              <a:t>Titelmasterformat durch Klicken bearbeiten</a:t>
            </a:r>
            <a:endParaRPr lang="en-US" dirty="0"/>
          </a:p>
        </p:txBody>
      </p:sp>
      <p:sp>
        <p:nvSpPr>
          <p:cNvPr id="17" name="Bildplatzhalter 14">
            <a:extLst>
              <a:ext uri="{FF2B5EF4-FFF2-40B4-BE49-F238E27FC236}">
                <a16:creationId xmlns:a16="http://schemas.microsoft.com/office/drawing/2014/main" id="{458B6AAC-E0F2-9444-B6EF-37BDDBF708E4}"/>
              </a:ext>
            </a:extLst>
          </p:cNvPr>
          <p:cNvSpPr>
            <a:spLocks noGrp="1"/>
          </p:cNvSpPr>
          <p:nvPr>
            <p:ph type="pic" sz="quarter" idx="26" hasCustomPrompt="1"/>
          </p:nvPr>
        </p:nvSpPr>
        <p:spPr>
          <a:xfrm>
            <a:off x="8257117" y="1449388"/>
            <a:ext cx="3934883" cy="4312618"/>
          </a:xfrm>
          <a:prstGeom prst="rect">
            <a:avLst/>
          </a:prstGeom>
          <a:pattFill prst="pct5">
            <a:fgClr>
              <a:schemeClr val="tx1"/>
            </a:fgClr>
            <a:bgClr>
              <a:schemeClr val="bg1"/>
            </a:bgClr>
          </a:pattFill>
          <a:ln>
            <a:noFill/>
          </a:ln>
        </p:spPr>
        <p:txBody>
          <a:bodyPr anchor="ctr" anchorCtr="0"/>
          <a:lstStyle>
            <a:lvl1pPr marL="0" indent="0" algn="ctr">
              <a:buNone/>
              <a:defRPr sz="1800"/>
            </a:lvl1pPr>
          </a:lstStyle>
          <a:p>
            <a:r>
              <a:rPr lang="de-DE" dirty="0"/>
              <a:t>  Bild durch klicken auf Symbol hinzufügen</a:t>
            </a:r>
          </a:p>
        </p:txBody>
      </p:sp>
      <p:sp>
        <p:nvSpPr>
          <p:cNvPr id="18" name="Text Placeholder 2"/>
          <p:cNvSpPr>
            <a:spLocks noGrp="1"/>
          </p:cNvSpPr>
          <p:nvPr>
            <p:ph type="body" idx="27" hasCustomPrompt="1"/>
          </p:nvPr>
        </p:nvSpPr>
        <p:spPr>
          <a:xfrm>
            <a:off x="8257117" y="5869921"/>
            <a:ext cx="3934883" cy="360000"/>
          </a:xfrm>
          <a:prstGeom prst="rect">
            <a:avLst/>
          </a:prstGeom>
        </p:spPr>
        <p:txBody>
          <a:bodyPr lIns="0" tIns="0" rIns="0" bIns="0" anchor="t" anchorCtr="0"/>
          <a:lstStyle>
            <a:lvl1pPr marL="0" indent="0">
              <a:lnSpc>
                <a:spcPct val="100000"/>
              </a:lnSpc>
              <a:spcBef>
                <a:spcPts val="0"/>
              </a:spcBef>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Bildunterschrift</a:t>
            </a:r>
          </a:p>
        </p:txBody>
      </p:sp>
    </p:spTree>
    <p:extLst>
      <p:ext uri="{BB962C8B-B14F-4D97-AF65-F5344CB8AC3E}">
        <p14:creationId xmlns:p14="http://schemas.microsoft.com/office/powerpoint/2010/main" val="363583636"/>
      </p:ext>
    </p:extLst>
  </p:cSld>
  <p:clrMapOvr>
    <a:masterClrMapping/>
  </p:clrMapOvr>
  <p:extLst>
    <p:ext uri="{DCECCB84-F9BA-43D5-87BE-67443E8EF086}">
      <p15:sldGuideLst xmlns:p15="http://schemas.microsoft.com/office/powerpoint/2012/main">
        <p15:guide id="1" pos="5049">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halt Folientitel zweizeilig | 6 Bil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51DA843-B429-4334-8D5C-51FDFAB94B1D}" type="datetime6">
              <a:rPr lang="en-US" smtClean="0"/>
              <a:t>February 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D3A9EDD9-2578-4372-8132-10947A418667}" type="slidenum">
              <a:rPr lang="de-DE" smtClean="0"/>
              <a:t>‹#›</a:t>
            </a:fld>
            <a:endParaRPr lang="de-DE"/>
          </a:p>
        </p:txBody>
      </p:sp>
      <p:sp>
        <p:nvSpPr>
          <p:cNvPr id="8" name="Bildplatzhalter 14">
            <a:extLst>
              <a:ext uri="{FF2B5EF4-FFF2-40B4-BE49-F238E27FC236}">
                <a16:creationId xmlns:a16="http://schemas.microsoft.com/office/drawing/2014/main" id="{458B6AAC-E0F2-9444-B6EF-37BDDBF708E4}"/>
              </a:ext>
            </a:extLst>
          </p:cNvPr>
          <p:cNvSpPr>
            <a:spLocks noGrp="1"/>
          </p:cNvSpPr>
          <p:nvPr>
            <p:ph type="pic" sz="quarter" idx="22" hasCustomPrompt="1"/>
          </p:nvPr>
        </p:nvSpPr>
        <p:spPr>
          <a:xfrm>
            <a:off x="575733" y="1449388"/>
            <a:ext cx="3360000" cy="1800000"/>
          </a:xfrm>
          <a:prstGeom prst="rect">
            <a:avLst/>
          </a:prstGeom>
          <a:pattFill prst="pct5">
            <a:fgClr>
              <a:schemeClr val="tx1"/>
            </a:fgClr>
            <a:bgClr>
              <a:schemeClr val="bg1"/>
            </a:bgClr>
          </a:pattFill>
          <a:ln>
            <a:noFill/>
          </a:ln>
        </p:spPr>
        <p:txBody>
          <a:bodyPr anchor="ctr" anchorCtr="0"/>
          <a:lstStyle>
            <a:lvl1pPr marL="0" indent="0" algn="ctr">
              <a:buNone/>
              <a:defRPr sz="1800"/>
            </a:lvl1pPr>
          </a:lstStyle>
          <a:p>
            <a:r>
              <a:rPr lang="de-DE" dirty="0"/>
              <a:t>  Bild durch klicken auf Symbol hinzufügen</a:t>
            </a:r>
          </a:p>
        </p:txBody>
      </p:sp>
      <p:sp>
        <p:nvSpPr>
          <p:cNvPr id="10" name="Bildplatzhalter 14">
            <a:extLst>
              <a:ext uri="{FF2B5EF4-FFF2-40B4-BE49-F238E27FC236}">
                <a16:creationId xmlns:a16="http://schemas.microsoft.com/office/drawing/2014/main" id="{458B6AAC-E0F2-9444-B6EF-37BDDBF708E4}"/>
              </a:ext>
            </a:extLst>
          </p:cNvPr>
          <p:cNvSpPr>
            <a:spLocks noGrp="1"/>
          </p:cNvSpPr>
          <p:nvPr>
            <p:ph type="pic" sz="quarter" idx="23" hasCustomPrompt="1"/>
          </p:nvPr>
        </p:nvSpPr>
        <p:spPr>
          <a:xfrm>
            <a:off x="575733" y="3962006"/>
            <a:ext cx="3360000" cy="1800000"/>
          </a:xfrm>
          <a:prstGeom prst="rect">
            <a:avLst/>
          </a:prstGeom>
          <a:pattFill prst="pct5">
            <a:fgClr>
              <a:schemeClr val="tx1"/>
            </a:fgClr>
            <a:bgClr>
              <a:schemeClr val="bg1"/>
            </a:bgClr>
          </a:pattFill>
          <a:ln>
            <a:noFill/>
          </a:ln>
        </p:spPr>
        <p:txBody>
          <a:bodyPr anchor="ctr" anchorCtr="0"/>
          <a:lstStyle>
            <a:lvl1pPr marL="0" indent="0" algn="ctr">
              <a:buNone/>
              <a:defRPr sz="1800"/>
            </a:lvl1pPr>
          </a:lstStyle>
          <a:p>
            <a:r>
              <a:rPr lang="de-DE" dirty="0"/>
              <a:t>  Bild durch klicken auf Symbol hinzufügen</a:t>
            </a:r>
          </a:p>
        </p:txBody>
      </p:sp>
      <p:sp>
        <p:nvSpPr>
          <p:cNvPr id="11" name="Text Placeholder 2"/>
          <p:cNvSpPr>
            <a:spLocks noGrp="1"/>
          </p:cNvSpPr>
          <p:nvPr>
            <p:ph type="body" idx="24" hasCustomPrompt="1"/>
          </p:nvPr>
        </p:nvSpPr>
        <p:spPr>
          <a:xfrm>
            <a:off x="575733" y="5869921"/>
            <a:ext cx="3360000" cy="360000"/>
          </a:xfrm>
          <a:prstGeom prst="rect">
            <a:avLst/>
          </a:prstGeom>
        </p:spPr>
        <p:txBody>
          <a:bodyPr lIns="0" tIns="0" rIns="0" bIns="0" anchor="t" anchorCtr="0"/>
          <a:lstStyle>
            <a:lvl1pPr marL="0" indent="0">
              <a:lnSpc>
                <a:spcPct val="100000"/>
              </a:lnSpc>
              <a:spcBef>
                <a:spcPts val="0"/>
              </a:spcBef>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Bildunterschrift</a:t>
            </a:r>
          </a:p>
        </p:txBody>
      </p:sp>
      <p:sp>
        <p:nvSpPr>
          <p:cNvPr id="13" name="Text Placeholder 2"/>
          <p:cNvSpPr>
            <a:spLocks noGrp="1"/>
          </p:cNvSpPr>
          <p:nvPr>
            <p:ph type="body" idx="25" hasCustomPrompt="1"/>
          </p:nvPr>
        </p:nvSpPr>
        <p:spPr>
          <a:xfrm>
            <a:off x="575733" y="3357969"/>
            <a:ext cx="3360000" cy="360000"/>
          </a:xfrm>
          <a:prstGeom prst="rect">
            <a:avLst/>
          </a:prstGeom>
        </p:spPr>
        <p:txBody>
          <a:bodyPr lIns="0" tIns="0" rIns="0" bIns="0" anchor="t" anchorCtr="0"/>
          <a:lstStyle>
            <a:lvl1pPr marL="0" indent="0">
              <a:lnSpc>
                <a:spcPct val="100000"/>
              </a:lnSpc>
              <a:spcBef>
                <a:spcPts val="0"/>
              </a:spcBef>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Bildunterschrift</a:t>
            </a:r>
          </a:p>
        </p:txBody>
      </p:sp>
      <p:sp>
        <p:nvSpPr>
          <p:cNvPr id="18" name="Bildplatzhalter 14">
            <a:extLst>
              <a:ext uri="{FF2B5EF4-FFF2-40B4-BE49-F238E27FC236}">
                <a16:creationId xmlns:a16="http://schemas.microsoft.com/office/drawing/2014/main" id="{458B6AAC-E0F2-9444-B6EF-37BDDBF708E4}"/>
              </a:ext>
            </a:extLst>
          </p:cNvPr>
          <p:cNvSpPr>
            <a:spLocks noGrp="1"/>
          </p:cNvSpPr>
          <p:nvPr>
            <p:ph type="pic" sz="quarter" idx="26" hasCustomPrompt="1"/>
          </p:nvPr>
        </p:nvSpPr>
        <p:spPr>
          <a:xfrm>
            <a:off x="4416425" y="1449388"/>
            <a:ext cx="3360000" cy="1800000"/>
          </a:xfrm>
          <a:prstGeom prst="rect">
            <a:avLst/>
          </a:prstGeom>
          <a:pattFill prst="pct5">
            <a:fgClr>
              <a:schemeClr val="tx1"/>
            </a:fgClr>
            <a:bgClr>
              <a:schemeClr val="bg1"/>
            </a:bgClr>
          </a:pattFill>
          <a:ln>
            <a:noFill/>
          </a:ln>
        </p:spPr>
        <p:txBody>
          <a:bodyPr anchor="ctr" anchorCtr="0"/>
          <a:lstStyle>
            <a:lvl1pPr marL="0" indent="0" algn="ctr">
              <a:buNone/>
              <a:defRPr sz="1800"/>
            </a:lvl1pPr>
          </a:lstStyle>
          <a:p>
            <a:r>
              <a:rPr lang="de-DE" dirty="0"/>
              <a:t>  Bild durch klicken auf Symbol hinzufügen</a:t>
            </a:r>
          </a:p>
        </p:txBody>
      </p:sp>
      <p:sp>
        <p:nvSpPr>
          <p:cNvPr id="19" name="Bildplatzhalter 14">
            <a:extLst>
              <a:ext uri="{FF2B5EF4-FFF2-40B4-BE49-F238E27FC236}">
                <a16:creationId xmlns:a16="http://schemas.microsoft.com/office/drawing/2014/main" id="{458B6AAC-E0F2-9444-B6EF-37BDDBF708E4}"/>
              </a:ext>
            </a:extLst>
          </p:cNvPr>
          <p:cNvSpPr>
            <a:spLocks noGrp="1"/>
          </p:cNvSpPr>
          <p:nvPr>
            <p:ph type="pic" sz="quarter" idx="27" hasCustomPrompt="1"/>
          </p:nvPr>
        </p:nvSpPr>
        <p:spPr>
          <a:xfrm>
            <a:off x="4416425" y="3962006"/>
            <a:ext cx="3360000" cy="1800000"/>
          </a:xfrm>
          <a:prstGeom prst="rect">
            <a:avLst/>
          </a:prstGeom>
          <a:pattFill prst="pct5">
            <a:fgClr>
              <a:schemeClr val="tx1"/>
            </a:fgClr>
            <a:bgClr>
              <a:schemeClr val="bg1"/>
            </a:bgClr>
          </a:pattFill>
          <a:ln>
            <a:noFill/>
          </a:ln>
        </p:spPr>
        <p:txBody>
          <a:bodyPr anchor="ctr" anchorCtr="0"/>
          <a:lstStyle>
            <a:lvl1pPr marL="0" indent="0" algn="ctr">
              <a:buNone/>
              <a:defRPr sz="1800"/>
            </a:lvl1pPr>
          </a:lstStyle>
          <a:p>
            <a:r>
              <a:rPr lang="de-DE" dirty="0"/>
              <a:t>  Bild durch klicken auf Symbol hinzufügen</a:t>
            </a:r>
          </a:p>
        </p:txBody>
      </p:sp>
      <p:sp>
        <p:nvSpPr>
          <p:cNvPr id="20" name="Text Placeholder 2"/>
          <p:cNvSpPr>
            <a:spLocks noGrp="1"/>
          </p:cNvSpPr>
          <p:nvPr>
            <p:ph type="body" idx="28" hasCustomPrompt="1"/>
          </p:nvPr>
        </p:nvSpPr>
        <p:spPr>
          <a:xfrm>
            <a:off x="4416425" y="5869921"/>
            <a:ext cx="3360000" cy="360000"/>
          </a:xfrm>
          <a:prstGeom prst="rect">
            <a:avLst/>
          </a:prstGeom>
        </p:spPr>
        <p:txBody>
          <a:bodyPr lIns="0" tIns="0" rIns="0" bIns="0" anchor="t" anchorCtr="0"/>
          <a:lstStyle>
            <a:lvl1pPr marL="0" indent="0">
              <a:lnSpc>
                <a:spcPct val="100000"/>
              </a:lnSpc>
              <a:spcBef>
                <a:spcPts val="0"/>
              </a:spcBef>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Bildunterschrift</a:t>
            </a:r>
          </a:p>
        </p:txBody>
      </p:sp>
      <p:sp>
        <p:nvSpPr>
          <p:cNvPr id="21" name="Text Placeholder 2"/>
          <p:cNvSpPr>
            <a:spLocks noGrp="1"/>
          </p:cNvSpPr>
          <p:nvPr>
            <p:ph type="body" idx="29" hasCustomPrompt="1"/>
          </p:nvPr>
        </p:nvSpPr>
        <p:spPr>
          <a:xfrm>
            <a:off x="4416425" y="3357969"/>
            <a:ext cx="3360000" cy="360000"/>
          </a:xfrm>
          <a:prstGeom prst="rect">
            <a:avLst/>
          </a:prstGeom>
        </p:spPr>
        <p:txBody>
          <a:bodyPr lIns="0" tIns="0" rIns="0" bIns="0" anchor="t" anchorCtr="0"/>
          <a:lstStyle>
            <a:lvl1pPr marL="0" indent="0">
              <a:lnSpc>
                <a:spcPct val="100000"/>
              </a:lnSpc>
              <a:spcBef>
                <a:spcPts val="0"/>
              </a:spcBef>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Bildunterschrift</a:t>
            </a:r>
          </a:p>
        </p:txBody>
      </p:sp>
      <p:sp>
        <p:nvSpPr>
          <p:cNvPr id="22" name="Bildplatzhalter 14">
            <a:extLst>
              <a:ext uri="{FF2B5EF4-FFF2-40B4-BE49-F238E27FC236}">
                <a16:creationId xmlns:a16="http://schemas.microsoft.com/office/drawing/2014/main" id="{458B6AAC-E0F2-9444-B6EF-37BDDBF708E4}"/>
              </a:ext>
            </a:extLst>
          </p:cNvPr>
          <p:cNvSpPr>
            <a:spLocks noGrp="1"/>
          </p:cNvSpPr>
          <p:nvPr>
            <p:ph type="pic" sz="quarter" idx="30" hasCustomPrompt="1"/>
          </p:nvPr>
        </p:nvSpPr>
        <p:spPr>
          <a:xfrm>
            <a:off x="8257117" y="1449388"/>
            <a:ext cx="3360747" cy="1800000"/>
          </a:xfrm>
          <a:prstGeom prst="rect">
            <a:avLst/>
          </a:prstGeom>
          <a:pattFill prst="pct5">
            <a:fgClr>
              <a:schemeClr val="tx1"/>
            </a:fgClr>
            <a:bgClr>
              <a:schemeClr val="bg1"/>
            </a:bgClr>
          </a:pattFill>
          <a:ln>
            <a:noFill/>
          </a:ln>
        </p:spPr>
        <p:txBody>
          <a:bodyPr anchor="ctr" anchorCtr="0"/>
          <a:lstStyle>
            <a:lvl1pPr marL="0" indent="0" algn="ctr">
              <a:buNone/>
              <a:defRPr sz="1800"/>
            </a:lvl1pPr>
          </a:lstStyle>
          <a:p>
            <a:r>
              <a:rPr lang="de-DE" dirty="0"/>
              <a:t>  Bild durch klicken auf Symbol hinzufügen</a:t>
            </a:r>
          </a:p>
        </p:txBody>
      </p:sp>
      <p:sp>
        <p:nvSpPr>
          <p:cNvPr id="23" name="Bildplatzhalter 14">
            <a:extLst>
              <a:ext uri="{FF2B5EF4-FFF2-40B4-BE49-F238E27FC236}">
                <a16:creationId xmlns:a16="http://schemas.microsoft.com/office/drawing/2014/main" id="{458B6AAC-E0F2-9444-B6EF-37BDDBF708E4}"/>
              </a:ext>
            </a:extLst>
          </p:cNvPr>
          <p:cNvSpPr>
            <a:spLocks noGrp="1"/>
          </p:cNvSpPr>
          <p:nvPr>
            <p:ph type="pic" sz="quarter" idx="31" hasCustomPrompt="1"/>
          </p:nvPr>
        </p:nvSpPr>
        <p:spPr>
          <a:xfrm>
            <a:off x="8257117" y="3962006"/>
            <a:ext cx="3360747" cy="1800000"/>
          </a:xfrm>
          <a:prstGeom prst="rect">
            <a:avLst/>
          </a:prstGeom>
          <a:pattFill prst="pct5">
            <a:fgClr>
              <a:schemeClr val="tx1"/>
            </a:fgClr>
            <a:bgClr>
              <a:schemeClr val="bg1"/>
            </a:bgClr>
          </a:pattFill>
          <a:ln>
            <a:noFill/>
          </a:ln>
        </p:spPr>
        <p:txBody>
          <a:bodyPr anchor="ctr" anchorCtr="0"/>
          <a:lstStyle>
            <a:lvl1pPr marL="0" indent="0" algn="ctr">
              <a:buNone/>
              <a:defRPr sz="1800"/>
            </a:lvl1pPr>
          </a:lstStyle>
          <a:p>
            <a:r>
              <a:rPr lang="de-DE" dirty="0"/>
              <a:t>  Bild durch klicken auf Symbol hinzufügen</a:t>
            </a:r>
          </a:p>
        </p:txBody>
      </p:sp>
      <p:sp>
        <p:nvSpPr>
          <p:cNvPr id="24" name="Text Placeholder 2"/>
          <p:cNvSpPr>
            <a:spLocks noGrp="1"/>
          </p:cNvSpPr>
          <p:nvPr>
            <p:ph type="body" idx="32" hasCustomPrompt="1"/>
          </p:nvPr>
        </p:nvSpPr>
        <p:spPr>
          <a:xfrm>
            <a:off x="8257117" y="5869921"/>
            <a:ext cx="3360747" cy="360000"/>
          </a:xfrm>
          <a:prstGeom prst="rect">
            <a:avLst/>
          </a:prstGeom>
        </p:spPr>
        <p:txBody>
          <a:bodyPr lIns="0" tIns="0" rIns="0" bIns="0" anchor="t" anchorCtr="0"/>
          <a:lstStyle>
            <a:lvl1pPr marL="0" indent="0">
              <a:lnSpc>
                <a:spcPct val="100000"/>
              </a:lnSpc>
              <a:spcBef>
                <a:spcPts val="0"/>
              </a:spcBef>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Bildunterschrift</a:t>
            </a:r>
          </a:p>
        </p:txBody>
      </p:sp>
      <p:sp>
        <p:nvSpPr>
          <p:cNvPr id="25" name="Text Placeholder 2"/>
          <p:cNvSpPr>
            <a:spLocks noGrp="1"/>
          </p:cNvSpPr>
          <p:nvPr>
            <p:ph type="body" idx="33" hasCustomPrompt="1"/>
          </p:nvPr>
        </p:nvSpPr>
        <p:spPr>
          <a:xfrm>
            <a:off x="8257117" y="3357969"/>
            <a:ext cx="3360747" cy="360000"/>
          </a:xfrm>
          <a:prstGeom prst="rect">
            <a:avLst/>
          </a:prstGeom>
        </p:spPr>
        <p:txBody>
          <a:bodyPr lIns="0" tIns="0" rIns="0" bIns="0" anchor="t" anchorCtr="0"/>
          <a:lstStyle>
            <a:lvl1pPr marL="0" indent="0">
              <a:lnSpc>
                <a:spcPct val="100000"/>
              </a:lnSpc>
              <a:spcBef>
                <a:spcPts val="0"/>
              </a:spcBef>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Bildunterschrift</a:t>
            </a:r>
          </a:p>
        </p:txBody>
      </p:sp>
      <p:sp>
        <p:nvSpPr>
          <p:cNvPr id="26" name="Title Placeholder 1"/>
          <p:cNvSpPr>
            <a:spLocks noGrp="1"/>
          </p:cNvSpPr>
          <p:nvPr>
            <p:ph type="title"/>
          </p:nvPr>
        </p:nvSpPr>
        <p:spPr>
          <a:xfrm>
            <a:off x="575732" y="368300"/>
            <a:ext cx="7680855" cy="612000"/>
          </a:xfrm>
          <a:prstGeom prst="rect">
            <a:avLst/>
          </a:prstGeom>
        </p:spPr>
        <p:txBody>
          <a:bodyPr vert="horz" wrap="square" lIns="0" tIns="0" rIns="0" bIns="0" rtlCol="0" anchor="t" anchorCtr="0">
            <a:noAutofit/>
          </a:bodyPr>
          <a:lstStyle/>
          <a:p>
            <a:r>
              <a:rPr lang="de-DE" dirty="0"/>
              <a:t>Titelmasterformat durch Klicken bearbeiten</a:t>
            </a:r>
            <a:endParaRPr lang="en-US" dirty="0"/>
          </a:p>
        </p:txBody>
      </p:sp>
    </p:spTree>
    <p:extLst>
      <p:ext uri="{BB962C8B-B14F-4D97-AF65-F5344CB8AC3E}">
        <p14:creationId xmlns:p14="http://schemas.microsoft.com/office/powerpoint/2010/main" val="652494627"/>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halt Folientitel zweizeilig | blanco">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C284069-95C2-4E53-8BBA-F755EC1E5995}" type="datetime6">
              <a:rPr lang="en-US" smtClean="0"/>
              <a:t>February 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D3A9EDD9-2578-4372-8132-10947A418667}" type="slidenum">
              <a:rPr lang="de-DE" smtClean="0"/>
              <a:t>‹#›</a:t>
            </a:fld>
            <a:endParaRPr lang="de-DE"/>
          </a:p>
        </p:txBody>
      </p:sp>
      <p:sp>
        <p:nvSpPr>
          <p:cNvPr id="8" name="Title Placeholder 1"/>
          <p:cNvSpPr>
            <a:spLocks noGrp="1"/>
          </p:cNvSpPr>
          <p:nvPr>
            <p:ph type="title"/>
          </p:nvPr>
        </p:nvSpPr>
        <p:spPr>
          <a:xfrm>
            <a:off x="575732" y="368300"/>
            <a:ext cx="7680855" cy="612000"/>
          </a:xfrm>
          <a:prstGeom prst="rect">
            <a:avLst/>
          </a:prstGeom>
        </p:spPr>
        <p:txBody>
          <a:bodyPr vert="horz" wrap="square" lIns="0" tIns="0" rIns="0" bIns="0" rtlCol="0" anchor="t" anchorCtr="0">
            <a:noAutofit/>
          </a:bodyPr>
          <a:lstStyle/>
          <a:p>
            <a:r>
              <a:rPr lang="de-DE" dirty="0"/>
              <a:t>Titelmasterformat durch Klicken bearbeiten</a:t>
            </a:r>
            <a:endParaRPr lang="en-US" dirty="0"/>
          </a:p>
        </p:txBody>
      </p:sp>
    </p:spTree>
    <p:extLst>
      <p:ext uri="{BB962C8B-B14F-4D97-AF65-F5344CB8AC3E}">
        <p14:creationId xmlns:p14="http://schemas.microsoft.com/office/powerpoint/2010/main" val="144985580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halt Folientitel einzeilig mit Untertitel | einspalti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2AD59C8-D2FE-4B11-86E8-BCB009AE8D0E}" type="datetime6">
              <a:rPr lang="en-US" smtClean="0"/>
              <a:t>February 26</a:t>
            </a:fld>
            <a:endParaRPr lang="de-DE" dirty="0"/>
          </a:p>
        </p:txBody>
      </p:sp>
      <p:sp>
        <p:nvSpPr>
          <p:cNvPr id="5" name="Footer Placeholder 4"/>
          <p:cNvSpPr>
            <a:spLocks noGrp="1"/>
          </p:cNvSpPr>
          <p:nvPr>
            <p:ph type="ftr" sz="quarter" idx="11"/>
          </p:nvPr>
        </p:nvSpPr>
        <p:spPr/>
        <p:txBody>
          <a:bodyPr/>
          <a:lstStyle/>
          <a:p>
            <a:endParaRPr lang="de-DE" dirty="0"/>
          </a:p>
        </p:txBody>
      </p:sp>
      <p:sp>
        <p:nvSpPr>
          <p:cNvPr id="6" name="Slide Number Placeholder 5"/>
          <p:cNvSpPr>
            <a:spLocks noGrp="1"/>
          </p:cNvSpPr>
          <p:nvPr>
            <p:ph type="sldNum" sz="quarter" idx="12"/>
          </p:nvPr>
        </p:nvSpPr>
        <p:spPr/>
        <p:txBody>
          <a:bodyPr/>
          <a:lstStyle/>
          <a:p>
            <a:fld id="{D3A9EDD9-2578-4372-8132-10947A418667}" type="slidenum">
              <a:rPr lang="de-DE" smtClean="0"/>
              <a:t>‹#›</a:t>
            </a:fld>
            <a:endParaRPr lang="de-DE" dirty="0"/>
          </a:p>
        </p:txBody>
      </p:sp>
      <p:sp>
        <p:nvSpPr>
          <p:cNvPr id="9" name="Content Placeholder 2"/>
          <p:cNvSpPr>
            <a:spLocks noGrp="1"/>
          </p:cNvSpPr>
          <p:nvPr>
            <p:ph idx="1"/>
          </p:nvPr>
        </p:nvSpPr>
        <p:spPr>
          <a:xfrm>
            <a:off x="575733" y="2348725"/>
            <a:ext cx="11040000" cy="3960000"/>
          </a:xfrm>
          <a:prstGeom prst="rect">
            <a:avLst/>
          </a:prstGeom>
        </p:spPr>
        <p:txBody>
          <a:bodyPr lIns="0" tIns="0" rIns="0" bIns="0"/>
          <a:lstStyle>
            <a:lvl1pPr marL="342900" indent="-342900">
              <a:buFont typeface="Arial" panose="020B0604020202020204" pitchFamily="34" charset="0"/>
              <a:buChar char="•"/>
              <a:defRPr sz="2000" b="0"/>
            </a:lvl1pPr>
            <a:lvl2pPr>
              <a:defRPr sz="2000"/>
            </a:lvl2pPr>
            <a:lvl3pPr marL="1143000" indent="-228600">
              <a:buFont typeface="Symbol" panose="05050102010706020507" pitchFamily="18" charset="2"/>
              <a:buChar char="-"/>
              <a:defRPr/>
            </a:lvl3pPr>
            <a:lvl4pPr marL="1600200" indent="-228600">
              <a:buFont typeface="Symbol" panose="05050102010706020507" pitchFamily="18" charset="2"/>
              <a:buChar char="-"/>
              <a:defRPr/>
            </a:lvl4pPr>
            <a:lvl5pPr marL="2057400" indent="-228600">
              <a:buFont typeface="Symbol" panose="05050102010706020507" pitchFamily="18" charset="2"/>
              <a:buChar char="-"/>
              <a:defRPr sz="16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14" name="Text Placeholder 2"/>
          <p:cNvSpPr>
            <a:spLocks noGrp="1"/>
          </p:cNvSpPr>
          <p:nvPr>
            <p:ph type="body" idx="13"/>
          </p:nvPr>
        </p:nvSpPr>
        <p:spPr>
          <a:xfrm>
            <a:off x="575734" y="1449388"/>
            <a:ext cx="11040533" cy="612000"/>
          </a:xfrm>
          <a:prstGeom prst="rect">
            <a:avLst/>
          </a:prstGeom>
        </p:spPr>
        <p:txBody>
          <a:bodyPr lIns="0" tIns="0" rIns="0" bIns="0" anchor="t" anchorCtr="0"/>
          <a:lstStyle>
            <a:lvl1pPr marL="0" indent="0">
              <a:lnSpc>
                <a:spcPct val="100000"/>
              </a:lnSpc>
              <a:spcBef>
                <a:spcPts val="0"/>
              </a:spcBef>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Textmasterformat bearbeiten</a:t>
            </a:r>
          </a:p>
        </p:txBody>
      </p:sp>
      <p:sp>
        <p:nvSpPr>
          <p:cNvPr id="8" name="Title Placeholder 1"/>
          <p:cNvSpPr>
            <a:spLocks noGrp="1"/>
          </p:cNvSpPr>
          <p:nvPr>
            <p:ph type="title"/>
          </p:nvPr>
        </p:nvSpPr>
        <p:spPr>
          <a:xfrm>
            <a:off x="575735" y="368300"/>
            <a:ext cx="7680853" cy="304699"/>
          </a:xfrm>
          <a:prstGeom prst="rect">
            <a:avLst/>
          </a:prstGeom>
        </p:spPr>
        <p:txBody>
          <a:bodyPr vert="horz" wrap="none" lIns="0" tIns="0" rIns="0" bIns="0" rtlCol="0" anchor="t" anchorCtr="0">
            <a:noAutofit/>
          </a:bodyPr>
          <a:lstStyle>
            <a:lvl1pPr>
              <a:defRPr sz="2200">
                <a:solidFill>
                  <a:schemeClr val="bg2"/>
                </a:solidFill>
              </a:defRPr>
            </a:lvl1pPr>
          </a:lstStyle>
          <a:p>
            <a:r>
              <a:rPr lang="de-DE" dirty="0"/>
              <a:t>Titelmasterformat durch Klicken bearbeiten</a:t>
            </a:r>
            <a:endParaRPr lang="en-US" dirty="0"/>
          </a:p>
        </p:txBody>
      </p:sp>
      <p:sp>
        <p:nvSpPr>
          <p:cNvPr id="10" name="Textplatzhalter 2"/>
          <p:cNvSpPr>
            <a:spLocks noGrp="1"/>
          </p:cNvSpPr>
          <p:nvPr>
            <p:ph type="body" sz="quarter" idx="14"/>
          </p:nvPr>
        </p:nvSpPr>
        <p:spPr>
          <a:xfrm>
            <a:off x="575734" y="689013"/>
            <a:ext cx="7680854" cy="319087"/>
          </a:xfrm>
          <a:prstGeom prst="rect">
            <a:avLst/>
          </a:prstGeom>
        </p:spPr>
        <p:txBody>
          <a:bodyPr wrap="none" lIns="0" tIns="0" rIns="0" bIns="0"/>
          <a:lstStyle>
            <a:lvl1pPr marL="0" indent="0">
              <a:buNone/>
              <a:defRPr sz="2000">
                <a:solidFill>
                  <a:schemeClr val="bg2"/>
                </a:solidFill>
              </a:defRPr>
            </a:lvl1pPr>
            <a:lvl2pPr marL="457200" indent="0">
              <a:buNone/>
              <a:defRPr sz="2000">
                <a:solidFill>
                  <a:schemeClr val="bg2"/>
                </a:solidFill>
              </a:defRPr>
            </a:lvl2pPr>
            <a:lvl3pPr marL="914400" indent="0">
              <a:buNone/>
              <a:defRPr sz="2000">
                <a:solidFill>
                  <a:schemeClr val="bg2"/>
                </a:solidFill>
              </a:defRPr>
            </a:lvl3pPr>
            <a:lvl4pPr marL="1371600" indent="0">
              <a:buNone/>
              <a:defRPr sz="2000">
                <a:solidFill>
                  <a:schemeClr val="bg2"/>
                </a:solidFill>
              </a:defRPr>
            </a:lvl4pPr>
            <a:lvl5pPr marL="1828800" indent="0">
              <a:buNone/>
              <a:defRPr sz="2000">
                <a:solidFill>
                  <a:schemeClr val="bg2"/>
                </a:solidFill>
              </a:defRPr>
            </a:lvl5pPr>
          </a:lstStyle>
          <a:p>
            <a:pPr lvl="0"/>
            <a:r>
              <a:rPr lang="de-DE" dirty="0"/>
              <a:t>Textmasterformat bearbeiten</a:t>
            </a:r>
          </a:p>
        </p:txBody>
      </p:sp>
    </p:spTree>
    <p:extLst>
      <p:ext uri="{BB962C8B-B14F-4D97-AF65-F5344CB8AC3E}">
        <p14:creationId xmlns:p14="http://schemas.microsoft.com/office/powerpoint/2010/main" val="3921729812"/>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halt Folientitel einzeilig mit Untertitel | zweispalti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4419E95-5532-4BC2-925F-717586BFEF87}" type="datetime6">
              <a:rPr lang="en-US" smtClean="0"/>
              <a:t>February 26</a:t>
            </a:fld>
            <a:endParaRPr lang="de-DE" dirty="0"/>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D3A9EDD9-2578-4372-8132-10947A418667}" type="slidenum">
              <a:rPr lang="de-DE" smtClean="0"/>
              <a:t>‹#›</a:t>
            </a:fld>
            <a:endParaRPr lang="de-DE"/>
          </a:p>
        </p:txBody>
      </p:sp>
      <p:sp>
        <p:nvSpPr>
          <p:cNvPr id="10" name="Text Placeholder 2"/>
          <p:cNvSpPr>
            <a:spLocks noGrp="1"/>
          </p:cNvSpPr>
          <p:nvPr>
            <p:ph type="body" idx="14"/>
          </p:nvPr>
        </p:nvSpPr>
        <p:spPr>
          <a:xfrm>
            <a:off x="575733" y="1449388"/>
            <a:ext cx="5280000" cy="612000"/>
          </a:xfrm>
          <a:prstGeom prst="rect">
            <a:avLst/>
          </a:prstGeom>
        </p:spPr>
        <p:txBody>
          <a:bodyPr lIns="0" tIns="0" rIns="0" bIns="0" anchor="t" anchorCtr="0"/>
          <a:lstStyle>
            <a:lvl1pPr marL="0" indent="0">
              <a:lnSpc>
                <a:spcPct val="100000"/>
              </a:lnSpc>
              <a:spcBef>
                <a:spcPts val="0"/>
              </a:spcBef>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Textmasterformat bearbeiten</a:t>
            </a:r>
          </a:p>
        </p:txBody>
      </p:sp>
      <p:sp>
        <p:nvSpPr>
          <p:cNvPr id="12" name="Text Placeholder 2"/>
          <p:cNvSpPr>
            <a:spLocks noGrp="1"/>
          </p:cNvSpPr>
          <p:nvPr>
            <p:ph type="body" idx="15"/>
          </p:nvPr>
        </p:nvSpPr>
        <p:spPr>
          <a:xfrm>
            <a:off x="6329396" y="1449388"/>
            <a:ext cx="5280000" cy="612000"/>
          </a:xfrm>
          <a:prstGeom prst="rect">
            <a:avLst/>
          </a:prstGeom>
        </p:spPr>
        <p:txBody>
          <a:bodyPr lIns="0" tIns="0" rIns="0" bIns="0" anchor="t" anchorCtr="0"/>
          <a:lstStyle>
            <a:lvl1pPr marL="0" indent="0">
              <a:lnSpc>
                <a:spcPct val="100000"/>
              </a:lnSpc>
              <a:spcBef>
                <a:spcPts val="0"/>
              </a:spcBef>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Textmasterformat bearbeiten</a:t>
            </a:r>
          </a:p>
        </p:txBody>
      </p:sp>
      <p:sp>
        <p:nvSpPr>
          <p:cNvPr id="13" name="Content Placeholder 2"/>
          <p:cNvSpPr>
            <a:spLocks noGrp="1"/>
          </p:cNvSpPr>
          <p:nvPr>
            <p:ph idx="1"/>
          </p:nvPr>
        </p:nvSpPr>
        <p:spPr>
          <a:xfrm>
            <a:off x="575733" y="2348725"/>
            <a:ext cx="5280000" cy="3960000"/>
          </a:xfrm>
          <a:prstGeom prst="rect">
            <a:avLst/>
          </a:prstGeom>
        </p:spPr>
        <p:txBody>
          <a:bodyPr lIns="0" tIns="0" rIns="0" bIns="0"/>
          <a:lstStyle>
            <a:lvl1pPr marL="342900" indent="-342900">
              <a:buFont typeface="Arial" panose="020B0604020202020204" pitchFamily="34" charset="0"/>
              <a:buChar char="•"/>
              <a:defRPr sz="2000" b="0"/>
            </a:lvl1pPr>
            <a:lvl2pPr>
              <a:defRPr sz="2000"/>
            </a:lvl2pPr>
            <a:lvl3pPr marL="1143000" indent="-228600">
              <a:buFont typeface="Symbol" panose="05050102010706020507" pitchFamily="18" charset="2"/>
              <a:buChar char="-"/>
              <a:defRPr/>
            </a:lvl3pPr>
            <a:lvl4pPr marL="1600200" indent="-228600">
              <a:buFont typeface="Symbol" panose="05050102010706020507" pitchFamily="18" charset="2"/>
              <a:buChar char="-"/>
              <a:defRPr/>
            </a:lvl4pPr>
            <a:lvl5pPr marL="2057400" indent="-228600">
              <a:buFont typeface="Symbol" panose="05050102010706020507" pitchFamily="18" charset="2"/>
              <a:buChar char="-"/>
              <a:defRPr sz="16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14" name="Content Placeholder 2"/>
          <p:cNvSpPr>
            <a:spLocks noGrp="1"/>
          </p:cNvSpPr>
          <p:nvPr>
            <p:ph idx="16"/>
          </p:nvPr>
        </p:nvSpPr>
        <p:spPr>
          <a:xfrm>
            <a:off x="6335403" y="2348725"/>
            <a:ext cx="5280000" cy="3960000"/>
          </a:xfrm>
          <a:prstGeom prst="rect">
            <a:avLst/>
          </a:prstGeom>
        </p:spPr>
        <p:txBody>
          <a:bodyPr lIns="0" tIns="0" rIns="0" bIns="0"/>
          <a:lstStyle>
            <a:lvl1pPr marL="342900" indent="-342900">
              <a:buFont typeface="Arial" panose="020B0604020202020204" pitchFamily="34" charset="0"/>
              <a:buChar char="•"/>
              <a:defRPr sz="2000" b="0"/>
            </a:lvl1pPr>
            <a:lvl2pPr>
              <a:defRPr sz="2000"/>
            </a:lvl2pPr>
            <a:lvl3pPr marL="1143000" indent="-228600">
              <a:buFont typeface="Symbol" panose="05050102010706020507" pitchFamily="18" charset="2"/>
              <a:buChar char="-"/>
              <a:defRPr/>
            </a:lvl3pPr>
            <a:lvl4pPr marL="1600200" indent="-228600">
              <a:buFont typeface="Symbol" panose="05050102010706020507" pitchFamily="18" charset="2"/>
              <a:buChar char="-"/>
              <a:defRPr/>
            </a:lvl4pPr>
            <a:lvl5pPr marL="2057400" indent="-228600">
              <a:buFont typeface="Symbol" panose="05050102010706020507" pitchFamily="18" charset="2"/>
              <a:buChar char="-"/>
              <a:defRPr sz="16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16" name="Title Placeholder 1"/>
          <p:cNvSpPr>
            <a:spLocks noGrp="1"/>
          </p:cNvSpPr>
          <p:nvPr>
            <p:ph type="title"/>
          </p:nvPr>
        </p:nvSpPr>
        <p:spPr>
          <a:xfrm>
            <a:off x="575735" y="368300"/>
            <a:ext cx="7680853" cy="304699"/>
          </a:xfrm>
          <a:prstGeom prst="rect">
            <a:avLst/>
          </a:prstGeom>
        </p:spPr>
        <p:txBody>
          <a:bodyPr vert="horz" wrap="none" lIns="0" tIns="0" rIns="0" bIns="0" rtlCol="0" anchor="t" anchorCtr="0">
            <a:noAutofit/>
          </a:bodyPr>
          <a:lstStyle>
            <a:lvl1pPr>
              <a:defRPr sz="2200">
                <a:solidFill>
                  <a:schemeClr val="bg2"/>
                </a:solidFill>
              </a:defRPr>
            </a:lvl1pPr>
          </a:lstStyle>
          <a:p>
            <a:r>
              <a:rPr lang="de-DE" dirty="0"/>
              <a:t>Titelmasterformat durch Klicken bearbeiten</a:t>
            </a:r>
            <a:endParaRPr lang="en-US" dirty="0"/>
          </a:p>
        </p:txBody>
      </p:sp>
      <p:sp>
        <p:nvSpPr>
          <p:cNvPr id="17" name="Textplatzhalter 2"/>
          <p:cNvSpPr>
            <a:spLocks noGrp="1"/>
          </p:cNvSpPr>
          <p:nvPr>
            <p:ph type="body" sz="quarter" idx="17"/>
          </p:nvPr>
        </p:nvSpPr>
        <p:spPr>
          <a:xfrm>
            <a:off x="575734" y="689013"/>
            <a:ext cx="7680854" cy="319087"/>
          </a:xfrm>
          <a:prstGeom prst="rect">
            <a:avLst/>
          </a:prstGeom>
        </p:spPr>
        <p:txBody>
          <a:bodyPr wrap="none" lIns="0" tIns="0" rIns="0" bIns="0"/>
          <a:lstStyle>
            <a:lvl1pPr marL="0" indent="0">
              <a:buNone/>
              <a:defRPr sz="2000">
                <a:solidFill>
                  <a:schemeClr val="bg2"/>
                </a:solidFill>
              </a:defRPr>
            </a:lvl1pPr>
            <a:lvl2pPr marL="457200" indent="0">
              <a:buNone/>
              <a:defRPr sz="2000">
                <a:solidFill>
                  <a:schemeClr val="bg2"/>
                </a:solidFill>
              </a:defRPr>
            </a:lvl2pPr>
            <a:lvl3pPr marL="914400" indent="0">
              <a:buNone/>
              <a:defRPr sz="2000">
                <a:solidFill>
                  <a:schemeClr val="bg2"/>
                </a:solidFill>
              </a:defRPr>
            </a:lvl3pPr>
            <a:lvl4pPr marL="1371600" indent="0">
              <a:buNone/>
              <a:defRPr sz="2000">
                <a:solidFill>
                  <a:schemeClr val="bg2"/>
                </a:solidFill>
              </a:defRPr>
            </a:lvl4pPr>
            <a:lvl5pPr marL="1828800" indent="0">
              <a:buNone/>
              <a:defRPr sz="2000">
                <a:solidFill>
                  <a:schemeClr val="bg2"/>
                </a:solidFill>
              </a:defRPr>
            </a:lvl5pPr>
          </a:lstStyle>
          <a:p>
            <a:pPr lvl="0"/>
            <a:r>
              <a:rPr lang="de-DE" dirty="0"/>
              <a:t>Textmasterformat bearbeiten</a:t>
            </a:r>
          </a:p>
        </p:txBody>
      </p:sp>
    </p:spTree>
    <p:extLst>
      <p:ext uri="{BB962C8B-B14F-4D97-AF65-F5344CB8AC3E}">
        <p14:creationId xmlns:p14="http://schemas.microsoft.com/office/powerpoint/2010/main" val="551633271"/>
      </p:ext>
    </p:extLst>
  </p:cSld>
  <p:clrMapOvr>
    <a:masterClrMapping/>
  </p:clrMapOvr>
  <p:extLst>
    <p:ext uri="{DCECCB84-F9BA-43D5-87BE-67443E8EF086}">
      <p15:sldGuideLst xmlns:p15="http://schemas.microsoft.com/office/powerpoint/2012/main">
        <p15:guide id="1" pos="3689" userDrawn="1">
          <p15:clr>
            <a:srgbClr val="FBAE40"/>
          </p15:clr>
        </p15:guide>
        <p15:guide id="2" pos="3991" userDrawn="1">
          <p15:clr>
            <a:srgbClr val="FBAE40"/>
          </p15:clr>
        </p15:guide>
        <p15:guide id="3" orient="horz" pos="1298" userDrawn="1">
          <p15:clr>
            <a:srgbClr val="FBAE40"/>
          </p15:clr>
        </p15:guide>
        <p15:guide id="4" orient="horz" pos="14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nhalt Folientitel einzeilig mit Untertitel | 4 Element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6EC09A8-D74C-4A5A-9EA3-69CC360D21A9}" type="datetime6">
              <a:rPr lang="en-US" smtClean="0"/>
              <a:t>February 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D3A9EDD9-2578-4372-8132-10947A418667}" type="slidenum">
              <a:rPr lang="de-DE" smtClean="0"/>
              <a:t>‹#›</a:t>
            </a:fld>
            <a:endParaRPr lang="de-DE"/>
          </a:p>
        </p:txBody>
      </p:sp>
      <p:sp>
        <p:nvSpPr>
          <p:cNvPr id="9" name="Content Placeholder 2"/>
          <p:cNvSpPr>
            <a:spLocks noGrp="1"/>
          </p:cNvSpPr>
          <p:nvPr>
            <p:ph idx="1"/>
          </p:nvPr>
        </p:nvSpPr>
        <p:spPr>
          <a:xfrm>
            <a:off x="575733" y="1449387"/>
            <a:ext cx="5280000" cy="2268000"/>
          </a:xfrm>
          <a:prstGeom prst="rect">
            <a:avLst/>
          </a:prstGeom>
        </p:spPr>
        <p:txBody>
          <a:bodyPr lIns="0" tIns="0" rIns="0" bIns="0"/>
          <a:lstStyle>
            <a:lvl1pPr marL="0" indent="0">
              <a:buNone/>
              <a:defRPr sz="2200" b="1"/>
            </a:lvl1pPr>
            <a:lvl2pPr>
              <a:defRPr sz="2200"/>
            </a:lvl2pPr>
            <a:lvl3pPr marL="1143000" indent="-228600">
              <a:buFont typeface="Symbol" panose="05050102010706020507" pitchFamily="18" charset="2"/>
              <a:buChar char="-"/>
              <a:defRPr/>
            </a:lvl3pPr>
            <a:lvl4pPr marL="1600200" indent="-228600">
              <a:buFont typeface="Symbol" panose="05050102010706020507" pitchFamily="18" charset="2"/>
              <a:buChar char="-"/>
              <a:defRPr/>
            </a:lvl4pPr>
            <a:lvl5pPr marL="2057400" indent="-228600">
              <a:buFont typeface="Symbol" panose="05050102010706020507" pitchFamily="18" charset="2"/>
              <a:buChar char="-"/>
              <a:defRPr sz="16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11" name="Content Placeholder 2"/>
          <p:cNvSpPr>
            <a:spLocks noGrp="1"/>
          </p:cNvSpPr>
          <p:nvPr>
            <p:ph idx="15"/>
          </p:nvPr>
        </p:nvSpPr>
        <p:spPr>
          <a:xfrm>
            <a:off x="581739" y="4040725"/>
            <a:ext cx="5280000" cy="2268000"/>
          </a:xfrm>
          <a:prstGeom prst="rect">
            <a:avLst/>
          </a:prstGeom>
        </p:spPr>
        <p:txBody>
          <a:bodyPr lIns="0" tIns="0" rIns="0" bIns="0"/>
          <a:lstStyle>
            <a:lvl1pPr marL="0" indent="0">
              <a:buNone/>
              <a:defRPr sz="2200" b="1"/>
            </a:lvl1pPr>
            <a:lvl2pPr>
              <a:defRPr sz="2200"/>
            </a:lvl2pPr>
            <a:lvl3pPr marL="1143000" indent="-228600">
              <a:buFont typeface="Symbol" panose="05050102010706020507" pitchFamily="18" charset="2"/>
              <a:buChar char="-"/>
              <a:defRPr/>
            </a:lvl3pPr>
            <a:lvl4pPr marL="1600200" indent="-228600">
              <a:buFont typeface="Symbol" panose="05050102010706020507" pitchFamily="18" charset="2"/>
              <a:buChar char="-"/>
              <a:defRPr/>
            </a:lvl4pPr>
            <a:lvl5pPr marL="2057400" indent="-228600">
              <a:buFont typeface="Symbol" panose="05050102010706020507" pitchFamily="18" charset="2"/>
              <a:buChar char="-"/>
              <a:defRPr sz="16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12" name="Content Placeholder 2"/>
          <p:cNvSpPr>
            <a:spLocks noGrp="1"/>
          </p:cNvSpPr>
          <p:nvPr>
            <p:ph idx="16"/>
          </p:nvPr>
        </p:nvSpPr>
        <p:spPr>
          <a:xfrm>
            <a:off x="6335403" y="1449387"/>
            <a:ext cx="5280000" cy="2268000"/>
          </a:xfrm>
          <a:prstGeom prst="rect">
            <a:avLst/>
          </a:prstGeom>
        </p:spPr>
        <p:txBody>
          <a:bodyPr lIns="0" tIns="0" rIns="0" bIns="0"/>
          <a:lstStyle>
            <a:lvl1pPr marL="0" indent="0">
              <a:buNone/>
              <a:defRPr sz="2200" b="1"/>
            </a:lvl1pPr>
            <a:lvl2pPr>
              <a:defRPr sz="2200"/>
            </a:lvl2pPr>
            <a:lvl3pPr marL="1143000" indent="-228600">
              <a:buFont typeface="Symbol" panose="05050102010706020507" pitchFamily="18" charset="2"/>
              <a:buChar char="-"/>
              <a:defRPr/>
            </a:lvl3pPr>
            <a:lvl4pPr marL="1600200" indent="-228600">
              <a:buFont typeface="Symbol" panose="05050102010706020507" pitchFamily="18" charset="2"/>
              <a:buChar char="-"/>
              <a:defRPr/>
            </a:lvl4pPr>
            <a:lvl5pPr marL="2057400" indent="-228600">
              <a:buFont typeface="Symbol" panose="05050102010706020507" pitchFamily="18" charset="2"/>
              <a:buChar char="-"/>
              <a:defRPr sz="16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13" name="Content Placeholder 2"/>
          <p:cNvSpPr>
            <a:spLocks noGrp="1"/>
          </p:cNvSpPr>
          <p:nvPr>
            <p:ph idx="17"/>
          </p:nvPr>
        </p:nvSpPr>
        <p:spPr>
          <a:xfrm>
            <a:off x="6341408" y="4040725"/>
            <a:ext cx="5280000" cy="2268000"/>
          </a:xfrm>
          <a:prstGeom prst="rect">
            <a:avLst/>
          </a:prstGeom>
        </p:spPr>
        <p:txBody>
          <a:bodyPr lIns="0" tIns="0" rIns="0" bIns="0"/>
          <a:lstStyle>
            <a:lvl1pPr marL="0" indent="0">
              <a:buNone/>
              <a:defRPr sz="2200" b="1"/>
            </a:lvl1pPr>
            <a:lvl2pPr>
              <a:defRPr sz="2200"/>
            </a:lvl2pPr>
            <a:lvl3pPr marL="1143000" indent="-228600">
              <a:buFont typeface="Symbol" panose="05050102010706020507" pitchFamily="18" charset="2"/>
              <a:buChar char="-"/>
              <a:defRPr/>
            </a:lvl3pPr>
            <a:lvl4pPr marL="1600200" indent="-228600">
              <a:buFont typeface="Symbol" panose="05050102010706020507" pitchFamily="18" charset="2"/>
              <a:buChar char="-"/>
              <a:defRPr/>
            </a:lvl4pPr>
            <a:lvl5pPr marL="2057400" indent="-228600">
              <a:buFont typeface="Symbol" panose="05050102010706020507" pitchFamily="18" charset="2"/>
              <a:buChar char="-"/>
              <a:defRPr sz="16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15" name="Title Placeholder 1"/>
          <p:cNvSpPr>
            <a:spLocks noGrp="1"/>
          </p:cNvSpPr>
          <p:nvPr>
            <p:ph type="title"/>
          </p:nvPr>
        </p:nvSpPr>
        <p:spPr>
          <a:xfrm>
            <a:off x="575735" y="368300"/>
            <a:ext cx="7680853" cy="304699"/>
          </a:xfrm>
          <a:prstGeom prst="rect">
            <a:avLst/>
          </a:prstGeom>
        </p:spPr>
        <p:txBody>
          <a:bodyPr vert="horz" wrap="none" lIns="0" tIns="0" rIns="0" bIns="0" rtlCol="0" anchor="t" anchorCtr="0">
            <a:noAutofit/>
          </a:bodyPr>
          <a:lstStyle>
            <a:lvl1pPr>
              <a:defRPr sz="2200">
                <a:solidFill>
                  <a:schemeClr val="bg2"/>
                </a:solidFill>
              </a:defRPr>
            </a:lvl1pPr>
          </a:lstStyle>
          <a:p>
            <a:r>
              <a:rPr lang="de-DE" dirty="0"/>
              <a:t>Titelmasterformat durch Klicken bearbeiten</a:t>
            </a:r>
            <a:endParaRPr lang="en-US" dirty="0"/>
          </a:p>
        </p:txBody>
      </p:sp>
      <p:sp>
        <p:nvSpPr>
          <p:cNvPr id="16" name="Textplatzhalter 2"/>
          <p:cNvSpPr>
            <a:spLocks noGrp="1"/>
          </p:cNvSpPr>
          <p:nvPr>
            <p:ph type="body" sz="quarter" idx="14"/>
          </p:nvPr>
        </p:nvSpPr>
        <p:spPr>
          <a:xfrm>
            <a:off x="575734" y="689013"/>
            <a:ext cx="7680854" cy="319087"/>
          </a:xfrm>
          <a:prstGeom prst="rect">
            <a:avLst/>
          </a:prstGeom>
        </p:spPr>
        <p:txBody>
          <a:bodyPr wrap="none" lIns="0" tIns="0" rIns="0" bIns="0"/>
          <a:lstStyle>
            <a:lvl1pPr marL="0" indent="0">
              <a:buNone/>
              <a:defRPr sz="2000">
                <a:solidFill>
                  <a:schemeClr val="bg2"/>
                </a:solidFill>
              </a:defRPr>
            </a:lvl1pPr>
            <a:lvl2pPr marL="457200" indent="0">
              <a:buNone/>
              <a:defRPr sz="2000">
                <a:solidFill>
                  <a:schemeClr val="bg2"/>
                </a:solidFill>
              </a:defRPr>
            </a:lvl2pPr>
            <a:lvl3pPr marL="914400" indent="0">
              <a:buNone/>
              <a:defRPr sz="2000">
                <a:solidFill>
                  <a:schemeClr val="bg2"/>
                </a:solidFill>
              </a:defRPr>
            </a:lvl3pPr>
            <a:lvl4pPr marL="1371600" indent="0">
              <a:buNone/>
              <a:defRPr sz="2000">
                <a:solidFill>
                  <a:schemeClr val="bg2"/>
                </a:solidFill>
              </a:defRPr>
            </a:lvl4pPr>
            <a:lvl5pPr marL="1828800" indent="0">
              <a:buNone/>
              <a:defRPr sz="2000">
                <a:solidFill>
                  <a:schemeClr val="bg2"/>
                </a:solidFill>
              </a:defRPr>
            </a:lvl5pPr>
          </a:lstStyle>
          <a:p>
            <a:pPr lvl="0"/>
            <a:r>
              <a:rPr lang="de-DE" dirty="0"/>
              <a:t>Textmasterformat bearbeiten</a:t>
            </a:r>
          </a:p>
        </p:txBody>
      </p:sp>
    </p:spTree>
    <p:extLst>
      <p:ext uri="{BB962C8B-B14F-4D97-AF65-F5344CB8AC3E}">
        <p14:creationId xmlns:p14="http://schemas.microsoft.com/office/powerpoint/2010/main" val="2871431408"/>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Folientitel einzeilig mit Untertitel | Text + 2 Bil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809577D-6AA8-402A-83EB-7C36B41E1EBD}" type="datetime6">
              <a:rPr lang="en-US" smtClean="0"/>
              <a:t>February 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D3A9EDD9-2578-4372-8132-10947A418667}" type="slidenum">
              <a:rPr lang="de-DE" smtClean="0"/>
              <a:t>‹#›</a:t>
            </a:fld>
            <a:endParaRPr lang="de-DE"/>
          </a:p>
        </p:txBody>
      </p:sp>
      <p:sp>
        <p:nvSpPr>
          <p:cNvPr id="9" name="Content Placeholder 2"/>
          <p:cNvSpPr>
            <a:spLocks noGrp="1"/>
          </p:cNvSpPr>
          <p:nvPr>
            <p:ph idx="1"/>
          </p:nvPr>
        </p:nvSpPr>
        <p:spPr>
          <a:xfrm>
            <a:off x="575733" y="2348725"/>
            <a:ext cx="7416800" cy="3960000"/>
          </a:xfrm>
          <a:prstGeom prst="rect">
            <a:avLst/>
          </a:prstGeom>
        </p:spPr>
        <p:txBody>
          <a:bodyPr lIns="0" tIns="0" rIns="0" bIns="0"/>
          <a:lstStyle>
            <a:lvl1pPr marL="342900" indent="-342900">
              <a:buFont typeface="Arial" panose="020B0604020202020204" pitchFamily="34" charset="0"/>
              <a:buChar char="•"/>
              <a:defRPr sz="2000" b="0"/>
            </a:lvl1pPr>
            <a:lvl2pPr>
              <a:defRPr sz="2000"/>
            </a:lvl2pPr>
            <a:lvl3pPr marL="1143000" indent="-228600">
              <a:buFont typeface="Symbol" panose="05050102010706020507" pitchFamily="18" charset="2"/>
              <a:buChar char="-"/>
              <a:defRPr/>
            </a:lvl3pPr>
            <a:lvl4pPr marL="1600200" indent="-228600">
              <a:buFont typeface="Symbol" panose="05050102010706020507" pitchFamily="18" charset="2"/>
              <a:buChar char="-"/>
              <a:defRPr/>
            </a:lvl4pPr>
            <a:lvl5pPr marL="2057400" indent="-228600">
              <a:buFont typeface="Symbol" panose="05050102010706020507" pitchFamily="18" charset="2"/>
              <a:buChar char="-"/>
              <a:defRPr sz="16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14" name="Text Placeholder 2"/>
          <p:cNvSpPr>
            <a:spLocks noGrp="1"/>
          </p:cNvSpPr>
          <p:nvPr>
            <p:ph type="body" idx="13"/>
          </p:nvPr>
        </p:nvSpPr>
        <p:spPr>
          <a:xfrm>
            <a:off x="575733" y="1449388"/>
            <a:ext cx="7416800" cy="612000"/>
          </a:xfrm>
          <a:prstGeom prst="rect">
            <a:avLst/>
          </a:prstGeom>
        </p:spPr>
        <p:txBody>
          <a:bodyPr lIns="0" tIns="0" rIns="0" bIns="0" anchor="t" anchorCtr="0"/>
          <a:lstStyle>
            <a:lvl1pPr marL="0" indent="0">
              <a:lnSpc>
                <a:spcPct val="100000"/>
              </a:lnSpc>
              <a:spcBef>
                <a:spcPts val="0"/>
              </a:spcBef>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Textmasterformat bearbeiten</a:t>
            </a:r>
          </a:p>
        </p:txBody>
      </p:sp>
      <p:sp>
        <p:nvSpPr>
          <p:cNvPr id="8" name="Bildplatzhalter 14">
            <a:extLst>
              <a:ext uri="{FF2B5EF4-FFF2-40B4-BE49-F238E27FC236}">
                <a16:creationId xmlns:a16="http://schemas.microsoft.com/office/drawing/2014/main" id="{458B6AAC-E0F2-9444-B6EF-37BDDBF708E4}"/>
              </a:ext>
            </a:extLst>
          </p:cNvPr>
          <p:cNvSpPr>
            <a:spLocks noGrp="1"/>
          </p:cNvSpPr>
          <p:nvPr>
            <p:ph type="pic" sz="quarter" idx="22" hasCustomPrompt="1"/>
          </p:nvPr>
        </p:nvSpPr>
        <p:spPr>
          <a:xfrm>
            <a:off x="8257117" y="1449388"/>
            <a:ext cx="3934883" cy="1800000"/>
          </a:xfrm>
          <a:prstGeom prst="rect">
            <a:avLst/>
          </a:prstGeom>
          <a:pattFill prst="pct5">
            <a:fgClr>
              <a:schemeClr val="tx1"/>
            </a:fgClr>
            <a:bgClr>
              <a:schemeClr val="bg1"/>
            </a:bgClr>
          </a:pattFill>
          <a:ln>
            <a:noFill/>
          </a:ln>
        </p:spPr>
        <p:txBody>
          <a:bodyPr anchor="ctr" anchorCtr="0"/>
          <a:lstStyle>
            <a:lvl1pPr marL="0" indent="0" algn="ctr">
              <a:buNone/>
              <a:defRPr sz="1800"/>
            </a:lvl1pPr>
          </a:lstStyle>
          <a:p>
            <a:r>
              <a:rPr lang="de-DE" dirty="0"/>
              <a:t>  Bild durch klicken auf Symbol hinzufügen</a:t>
            </a:r>
          </a:p>
        </p:txBody>
      </p:sp>
      <p:sp>
        <p:nvSpPr>
          <p:cNvPr id="10" name="Bildplatzhalter 14">
            <a:extLst>
              <a:ext uri="{FF2B5EF4-FFF2-40B4-BE49-F238E27FC236}">
                <a16:creationId xmlns:a16="http://schemas.microsoft.com/office/drawing/2014/main" id="{458B6AAC-E0F2-9444-B6EF-37BDDBF708E4}"/>
              </a:ext>
            </a:extLst>
          </p:cNvPr>
          <p:cNvSpPr>
            <a:spLocks noGrp="1"/>
          </p:cNvSpPr>
          <p:nvPr>
            <p:ph type="pic" sz="quarter" idx="23" hasCustomPrompt="1"/>
          </p:nvPr>
        </p:nvSpPr>
        <p:spPr>
          <a:xfrm>
            <a:off x="8257117" y="3962006"/>
            <a:ext cx="3934883" cy="1800000"/>
          </a:xfrm>
          <a:prstGeom prst="rect">
            <a:avLst/>
          </a:prstGeom>
          <a:pattFill prst="pct5">
            <a:fgClr>
              <a:schemeClr val="tx1"/>
            </a:fgClr>
            <a:bgClr>
              <a:schemeClr val="bg1"/>
            </a:bgClr>
          </a:pattFill>
          <a:ln>
            <a:noFill/>
          </a:ln>
        </p:spPr>
        <p:txBody>
          <a:bodyPr anchor="ctr" anchorCtr="0"/>
          <a:lstStyle>
            <a:lvl1pPr marL="0" indent="0" algn="ctr">
              <a:buNone/>
              <a:defRPr sz="1800"/>
            </a:lvl1pPr>
          </a:lstStyle>
          <a:p>
            <a:r>
              <a:rPr lang="de-DE" dirty="0"/>
              <a:t>  Bild durch klicken auf Symbol hinzufügen</a:t>
            </a:r>
          </a:p>
        </p:txBody>
      </p:sp>
      <p:sp>
        <p:nvSpPr>
          <p:cNvPr id="11" name="Text Placeholder 2"/>
          <p:cNvSpPr>
            <a:spLocks noGrp="1"/>
          </p:cNvSpPr>
          <p:nvPr>
            <p:ph type="body" idx="24" hasCustomPrompt="1"/>
          </p:nvPr>
        </p:nvSpPr>
        <p:spPr>
          <a:xfrm>
            <a:off x="8257117" y="5869921"/>
            <a:ext cx="3934883" cy="360000"/>
          </a:xfrm>
          <a:prstGeom prst="rect">
            <a:avLst/>
          </a:prstGeom>
        </p:spPr>
        <p:txBody>
          <a:bodyPr lIns="0" tIns="0" rIns="0" bIns="0" anchor="t" anchorCtr="0"/>
          <a:lstStyle>
            <a:lvl1pPr marL="0" indent="0">
              <a:lnSpc>
                <a:spcPct val="100000"/>
              </a:lnSpc>
              <a:spcBef>
                <a:spcPts val="0"/>
              </a:spcBef>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Bildunterschrift</a:t>
            </a:r>
          </a:p>
        </p:txBody>
      </p:sp>
      <p:sp>
        <p:nvSpPr>
          <p:cNvPr id="13" name="Text Placeholder 2"/>
          <p:cNvSpPr>
            <a:spLocks noGrp="1"/>
          </p:cNvSpPr>
          <p:nvPr>
            <p:ph type="body" idx="25" hasCustomPrompt="1"/>
          </p:nvPr>
        </p:nvSpPr>
        <p:spPr>
          <a:xfrm>
            <a:off x="8257117" y="3357969"/>
            <a:ext cx="3934883" cy="360000"/>
          </a:xfrm>
          <a:prstGeom prst="rect">
            <a:avLst/>
          </a:prstGeom>
        </p:spPr>
        <p:txBody>
          <a:bodyPr lIns="0" tIns="0" rIns="0" bIns="0" anchor="t" anchorCtr="0"/>
          <a:lstStyle>
            <a:lvl1pPr marL="0" indent="0">
              <a:lnSpc>
                <a:spcPct val="100000"/>
              </a:lnSpc>
              <a:spcBef>
                <a:spcPts val="0"/>
              </a:spcBef>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Bildunterschrift</a:t>
            </a:r>
          </a:p>
        </p:txBody>
      </p:sp>
      <p:sp>
        <p:nvSpPr>
          <p:cNvPr id="16" name="Title Placeholder 1"/>
          <p:cNvSpPr>
            <a:spLocks noGrp="1"/>
          </p:cNvSpPr>
          <p:nvPr>
            <p:ph type="title"/>
          </p:nvPr>
        </p:nvSpPr>
        <p:spPr>
          <a:xfrm>
            <a:off x="575735" y="368300"/>
            <a:ext cx="7680853" cy="304699"/>
          </a:xfrm>
          <a:prstGeom prst="rect">
            <a:avLst/>
          </a:prstGeom>
        </p:spPr>
        <p:txBody>
          <a:bodyPr vert="horz" wrap="none" lIns="0" tIns="0" rIns="0" bIns="0" rtlCol="0" anchor="t" anchorCtr="0">
            <a:noAutofit/>
          </a:bodyPr>
          <a:lstStyle>
            <a:lvl1pPr>
              <a:defRPr sz="2200">
                <a:solidFill>
                  <a:schemeClr val="bg2"/>
                </a:solidFill>
              </a:defRPr>
            </a:lvl1pPr>
          </a:lstStyle>
          <a:p>
            <a:r>
              <a:rPr lang="de-DE" dirty="0"/>
              <a:t>Titelmasterformat durch Klicken bearbeiten</a:t>
            </a:r>
            <a:endParaRPr lang="en-US" dirty="0"/>
          </a:p>
        </p:txBody>
      </p:sp>
      <p:sp>
        <p:nvSpPr>
          <p:cNvPr id="17" name="Textplatzhalter 2"/>
          <p:cNvSpPr>
            <a:spLocks noGrp="1"/>
          </p:cNvSpPr>
          <p:nvPr>
            <p:ph type="body" sz="quarter" idx="14"/>
          </p:nvPr>
        </p:nvSpPr>
        <p:spPr>
          <a:xfrm>
            <a:off x="575734" y="689013"/>
            <a:ext cx="7680854" cy="319087"/>
          </a:xfrm>
          <a:prstGeom prst="rect">
            <a:avLst/>
          </a:prstGeom>
        </p:spPr>
        <p:txBody>
          <a:bodyPr wrap="none" lIns="0" tIns="0" rIns="0" bIns="0"/>
          <a:lstStyle>
            <a:lvl1pPr marL="0" indent="0">
              <a:buNone/>
              <a:defRPr sz="2000">
                <a:solidFill>
                  <a:schemeClr val="bg2"/>
                </a:solidFill>
              </a:defRPr>
            </a:lvl1pPr>
            <a:lvl2pPr marL="457200" indent="0">
              <a:buNone/>
              <a:defRPr sz="2000">
                <a:solidFill>
                  <a:schemeClr val="bg2"/>
                </a:solidFill>
              </a:defRPr>
            </a:lvl2pPr>
            <a:lvl3pPr marL="914400" indent="0">
              <a:buNone/>
              <a:defRPr sz="2000">
                <a:solidFill>
                  <a:schemeClr val="bg2"/>
                </a:solidFill>
              </a:defRPr>
            </a:lvl3pPr>
            <a:lvl4pPr marL="1371600" indent="0">
              <a:buNone/>
              <a:defRPr sz="2000">
                <a:solidFill>
                  <a:schemeClr val="bg2"/>
                </a:solidFill>
              </a:defRPr>
            </a:lvl4pPr>
            <a:lvl5pPr marL="1828800" indent="0">
              <a:buNone/>
              <a:defRPr sz="2000">
                <a:solidFill>
                  <a:schemeClr val="bg2"/>
                </a:solidFill>
              </a:defRPr>
            </a:lvl5pPr>
          </a:lstStyle>
          <a:p>
            <a:pPr lvl="0"/>
            <a:r>
              <a:rPr lang="de-DE" dirty="0"/>
              <a:t>Textmasterformat bearbeiten</a:t>
            </a:r>
          </a:p>
        </p:txBody>
      </p:sp>
    </p:spTree>
    <p:extLst>
      <p:ext uri="{BB962C8B-B14F-4D97-AF65-F5344CB8AC3E}">
        <p14:creationId xmlns:p14="http://schemas.microsoft.com/office/powerpoint/2010/main" val="255397693"/>
      </p:ext>
    </p:extLst>
  </p:cSld>
  <p:clrMapOvr>
    <a:masterClrMapping/>
  </p:clrMapOvr>
  <p:extLst>
    <p:ext uri="{DCECCB84-F9BA-43D5-87BE-67443E8EF086}">
      <p15:sldGuideLst xmlns:p15="http://schemas.microsoft.com/office/powerpoint/2012/main">
        <p15:guide id="1" pos="5049"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Inhalt Folientitel einzeilig mit Untertitel | Text + 1 Bild">
    <p:spTree>
      <p:nvGrpSpPr>
        <p:cNvPr id="1" name=""/>
        <p:cNvGrpSpPr/>
        <p:nvPr/>
      </p:nvGrpSpPr>
      <p:grpSpPr>
        <a:xfrm>
          <a:off x="0" y="0"/>
          <a:ext cx="0" cy="0"/>
          <a:chOff x="0" y="0"/>
          <a:chExt cx="0" cy="0"/>
        </a:xfrm>
      </p:grpSpPr>
      <p:sp>
        <p:nvSpPr>
          <p:cNvPr id="8" name="Bildplatzhalter 14">
            <a:extLst>
              <a:ext uri="{FF2B5EF4-FFF2-40B4-BE49-F238E27FC236}">
                <a16:creationId xmlns:a16="http://schemas.microsoft.com/office/drawing/2014/main" id="{458B6AAC-E0F2-9444-B6EF-37BDDBF708E4}"/>
              </a:ext>
            </a:extLst>
          </p:cNvPr>
          <p:cNvSpPr>
            <a:spLocks noGrp="1"/>
          </p:cNvSpPr>
          <p:nvPr>
            <p:ph type="pic" sz="quarter" idx="22" hasCustomPrompt="1"/>
          </p:nvPr>
        </p:nvSpPr>
        <p:spPr>
          <a:xfrm>
            <a:off x="8257117" y="1449388"/>
            <a:ext cx="3934883" cy="4312618"/>
          </a:xfrm>
          <a:prstGeom prst="rect">
            <a:avLst/>
          </a:prstGeom>
          <a:pattFill prst="pct5">
            <a:fgClr>
              <a:schemeClr val="tx1"/>
            </a:fgClr>
            <a:bgClr>
              <a:schemeClr val="bg1"/>
            </a:bgClr>
          </a:pattFill>
          <a:ln>
            <a:noFill/>
          </a:ln>
        </p:spPr>
        <p:txBody>
          <a:bodyPr anchor="ctr" anchorCtr="0"/>
          <a:lstStyle>
            <a:lvl1pPr marL="0" indent="0" algn="ctr">
              <a:buNone/>
              <a:defRPr sz="1800"/>
            </a:lvl1pPr>
          </a:lstStyle>
          <a:p>
            <a:r>
              <a:rPr lang="de-DE" dirty="0"/>
              <a:t>  Bild durch klicken auf Symbol hinzufügen</a:t>
            </a:r>
          </a:p>
        </p:txBody>
      </p:sp>
      <p:sp>
        <p:nvSpPr>
          <p:cNvPr id="4" name="Date Placeholder 3"/>
          <p:cNvSpPr>
            <a:spLocks noGrp="1"/>
          </p:cNvSpPr>
          <p:nvPr>
            <p:ph type="dt" sz="half" idx="10"/>
          </p:nvPr>
        </p:nvSpPr>
        <p:spPr/>
        <p:txBody>
          <a:bodyPr/>
          <a:lstStyle/>
          <a:p>
            <a:fld id="{321EFDA2-3600-4086-9A52-9FB00BC787D6}" type="datetime6">
              <a:rPr lang="en-US" smtClean="0"/>
              <a:t>February 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D3A9EDD9-2578-4372-8132-10947A418667}" type="slidenum">
              <a:rPr lang="de-DE" smtClean="0"/>
              <a:t>‹#›</a:t>
            </a:fld>
            <a:endParaRPr lang="de-DE"/>
          </a:p>
        </p:txBody>
      </p:sp>
      <p:sp>
        <p:nvSpPr>
          <p:cNvPr id="9" name="Content Placeholder 2"/>
          <p:cNvSpPr>
            <a:spLocks noGrp="1"/>
          </p:cNvSpPr>
          <p:nvPr>
            <p:ph idx="1"/>
          </p:nvPr>
        </p:nvSpPr>
        <p:spPr>
          <a:xfrm>
            <a:off x="575733" y="2348725"/>
            <a:ext cx="7416800" cy="3960000"/>
          </a:xfrm>
          <a:prstGeom prst="rect">
            <a:avLst/>
          </a:prstGeom>
        </p:spPr>
        <p:txBody>
          <a:bodyPr lIns="0" tIns="0" rIns="0" bIns="0"/>
          <a:lstStyle>
            <a:lvl1pPr marL="342900" indent="-342900">
              <a:buFont typeface="Arial" panose="020B0604020202020204" pitchFamily="34" charset="0"/>
              <a:buChar char="•"/>
              <a:defRPr sz="2000" b="0"/>
            </a:lvl1pPr>
            <a:lvl2pPr>
              <a:defRPr sz="2000"/>
            </a:lvl2pPr>
            <a:lvl3pPr marL="1143000" indent="-228600">
              <a:buFont typeface="Symbol" panose="05050102010706020507" pitchFamily="18" charset="2"/>
              <a:buChar char="-"/>
              <a:defRPr/>
            </a:lvl3pPr>
            <a:lvl4pPr marL="1600200" indent="-228600">
              <a:buFont typeface="Symbol" panose="05050102010706020507" pitchFamily="18" charset="2"/>
              <a:buChar char="-"/>
              <a:defRPr/>
            </a:lvl4pPr>
            <a:lvl5pPr marL="2057400" indent="-228600">
              <a:buFont typeface="Symbol" panose="05050102010706020507" pitchFamily="18" charset="2"/>
              <a:buChar char="-"/>
              <a:defRPr sz="1600"/>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14" name="Text Placeholder 2"/>
          <p:cNvSpPr>
            <a:spLocks noGrp="1"/>
          </p:cNvSpPr>
          <p:nvPr>
            <p:ph type="body" idx="13"/>
          </p:nvPr>
        </p:nvSpPr>
        <p:spPr>
          <a:xfrm>
            <a:off x="575733" y="1449388"/>
            <a:ext cx="7416800" cy="612000"/>
          </a:xfrm>
          <a:prstGeom prst="rect">
            <a:avLst/>
          </a:prstGeom>
        </p:spPr>
        <p:txBody>
          <a:bodyPr lIns="0" tIns="0" rIns="0" bIns="0" anchor="t" anchorCtr="0"/>
          <a:lstStyle>
            <a:lvl1pPr marL="0" indent="0">
              <a:lnSpc>
                <a:spcPct val="100000"/>
              </a:lnSpc>
              <a:spcBef>
                <a:spcPts val="0"/>
              </a:spcBef>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Textmasterformat bearbeiten</a:t>
            </a:r>
          </a:p>
        </p:txBody>
      </p:sp>
      <p:sp>
        <p:nvSpPr>
          <p:cNvPr id="11" name="Text Placeholder 2"/>
          <p:cNvSpPr>
            <a:spLocks noGrp="1"/>
          </p:cNvSpPr>
          <p:nvPr>
            <p:ph type="body" idx="24" hasCustomPrompt="1"/>
          </p:nvPr>
        </p:nvSpPr>
        <p:spPr>
          <a:xfrm>
            <a:off x="8257117" y="5869921"/>
            <a:ext cx="3934883" cy="360000"/>
          </a:xfrm>
          <a:prstGeom prst="rect">
            <a:avLst/>
          </a:prstGeom>
        </p:spPr>
        <p:txBody>
          <a:bodyPr lIns="0" tIns="0" rIns="0" bIns="0" anchor="t" anchorCtr="0"/>
          <a:lstStyle>
            <a:lvl1pPr marL="0" indent="0">
              <a:lnSpc>
                <a:spcPct val="100000"/>
              </a:lnSpc>
              <a:spcBef>
                <a:spcPts val="0"/>
              </a:spcBef>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Bildunterschrift</a:t>
            </a:r>
          </a:p>
        </p:txBody>
      </p:sp>
      <p:sp>
        <p:nvSpPr>
          <p:cNvPr id="16" name="Title Placeholder 1"/>
          <p:cNvSpPr>
            <a:spLocks noGrp="1"/>
          </p:cNvSpPr>
          <p:nvPr>
            <p:ph type="title"/>
          </p:nvPr>
        </p:nvSpPr>
        <p:spPr>
          <a:xfrm>
            <a:off x="575735" y="368300"/>
            <a:ext cx="7680853" cy="304699"/>
          </a:xfrm>
          <a:prstGeom prst="rect">
            <a:avLst/>
          </a:prstGeom>
        </p:spPr>
        <p:txBody>
          <a:bodyPr vert="horz" wrap="none" lIns="0" tIns="0" rIns="0" bIns="0" rtlCol="0" anchor="t" anchorCtr="0">
            <a:noAutofit/>
          </a:bodyPr>
          <a:lstStyle>
            <a:lvl1pPr>
              <a:defRPr sz="2200">
                <a:solidFill>
                  <a:schemeClr val="bg2"/>
                </a:solidFill>
              </a:defRPr>
            </a:lvl1pPr>
          </a:lstStyle>
          <a:p>
            <a:r>
              <a:rPr lang="de-DE" dirty="0"/>
              <a:t>Titelmasterformat durch Klicken bearbeiten</a:t>
            </a:r>
            <a:endParaRPr lang="en-US" dirty="0"/>
          </a:p>
        </p:txBody>
      </p:sp>
      <p:sp>
        <p:nvSpPr>
          <p:cNvPr id="17" name="Textplatzhalter 2"/>
          <p:cNvSpPr>
            <a:spLocks noGrp="1"/>
          </p:cNvSpPr>
          <p:nvPr>
            <p:ph type="body" sz="quarter" idx="14"/>
          </p:nvPr>
        </p:nvSpPr>
        <p:spPr>
          <a:xfrm>
            <a:off x="575734" y="689013"/>
            <a:ext cx="7680854" cy="319087"/>
          </a:xfrm>
          <a:prstGeom prst="rect">
            <a:avLst/>
          </a:prstGeom>
        </p:spPr>
        <p:txBody>
          <a:bodyPr wrap="none" lIns="0" tIns="0" rIns="0" bIns="0"/>
          <a:lstStyle>
            <a:lvl1pPr marL="0" indent="0">
              <a:buNone/>
              <a:defRPr sz="2000">
                <a:solidFill>
                  <a:schemeClr val="bg2"/>
                </a:solidFill>
              </a:defRPr>
            </a:lvl1pPr>
            <a:lvl2pPr marL="457200" indent="0">
              <a:buNone/>
              <a:defRPr sz="2000">
                <a:solidFill>
                  <a:schemeClr val="bg2"/>
                </a:solidFill>
              </a:defRPr>
            </a:lvl2pPr>
            <a:lvl3pPr marL="914400" indent="0">
              <a:buNone/>
              <a:defRPr sz="2000">
                <a:solidFill>
                  <a:schemeClr val="bg2"/>
                </a:solidFill>
              </a:defRPr>
            </a:lvl3pPr>
            <a:lvl4pPr marL="1371600" indent="0">
              <a:buNone/>
              <a:defRPr sz="2000">
                <a:solidFill>
                  <a:schemeClr val="bg2"/>
                </a:solidFill>
              </a:defRPr>
            </a:lvl4pPr>
            <a:lvl5pPr marL="1828800" indent="0">
              <a:buNone/>
              <a:defRPr sz="2000">
                <a:solidFill>
                  <a:schemeClr val="bg2"/>
                </a:solidFill>
              </a:defRPr>
            </a:lvl5pPr>
          </a:lstStyle>
          <a:p>
            <a:pPr lvl="0"/>
            <a:r>
              <a:rPr lang="de-DE" dirty="0"/>
              <a:t>Textmasterformat bearbeiten</a:t>
            </a:r>
          </a:p>
        </p:txBody>
      </p:sp>
    </p:spTree>
    <p:extLst>
      <p:ext uri="{BB962C8B-B14F-4D97-AF65-F5344CB8AC3E}">
        <p14:creationId xmlns:p14="http://schemas.microsoft.com/office/powerpoint/2010/main" val="2349876851"/>
      </p:ext>
    </p:extLst>
  </p:cSld>
  <p:clrMapOvr>
    <a:masterClrMapping/>
  </p:clrMapOvr>
  <p:extLst>
    <p:ext uri="{DCECCB84-F9BA-43D5-87BE-67443E8EF086}">
      <p15:sldGuideLst xmlns:p15="http://schemas.microsoft.com/office/powerpoint/2012/main">
        <p15:guide id="1" pos="5049">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nhalt Folientitel einzeilig mit Untertitel  | 6 Bil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8B5ABC1-40D0-4E33-9B22-29805A835AE6}" type="datetime6">
              <a:rPr lang="en-US" smtClean="0"/>
              <a:t>February 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D3A9EDD9-2578-4372-8132-10947A418667}" type="slidenum">
              <a:rPr lang="de-DE" smtClean="0"/>
              <a:t>‹#›</a:t>
            </a:fld>
            <a:endParaRPr lang="de-DE"/>
          </a:p>
        </p:txBody>
      </p:sp>
      <p:sp>
        <p:nvSpPr>
          <p:cNvPr id="8" name="Bildplatzhalter 14">
            <a:extLst>
              <a:ext uri="{FF2B5EF4-FFF2-40B4-BE49-F238E27FC236}">
                <a16:creationId xmlns:a16="http://schemas.microsoft.com/office/drawing/2014/main" id="{458B6AAC-E0F2-9444-B6EF-37BDDBF708E4}"/>
              </a:ext>
            </a:extLst>
          </p:cNvPr>
          <p:cNvSpPr>
            <a:spLocks noGrp="1"/>
          </p:cNvSpPr>
          <p:nvPr>
            <p:ph type="pic" sz="quarter" idx="22" hasCustomPrompt="1"/>
          </p:nvPr>
        </p:nvSpPr>
        <p:spPr>
          <a:xfrm>
            <a:off x="575733" y="1449388"/>
            <a:ext cx="3360000" cy="1800000"/>
          </a:xfrm>
          <a:prstGeom prst="rect">
            <a:avLst/>
          </a:prstGeom>
          <a:pattFill prst="pct5">
            <a:fgClr>
              <a:schemeClr val="tx1"/>
            </a:fgClr>
            <a:bgClr>
              <a:schemeClr val="bg1"/>
            </a:bgClr>
          </a:pattFill>
          <a:ln>
            <a:noFill/>
          </a:ln>
        </p:spPr>
        <p:txBody>
          <a:bodyPr anchor="ctr" anchorCtr="0"/>
          <a:lstStyle>
            <a:lvl1pPr marL="0" indent="0" algn="ctr">
              <a:buNone/>
              <a:defRPr sz="1800"/>
            </a:lvl1pPr>
          </a:lstStyle>
          <a:p>
            <a:r>
              <a:rPr lang="de-DE" dirty="0"/>
              <a:t>  Bild durch klicken auf Symbol hinzufügen</a:t>
            </a:r>
          </a:p>
        </p:txBody>
      </p:sp>
      <p:sp>
        <p:nvSpPr>
          <p:cNvPr id="10" name="Bildplatzhalter 14">
            <a:extLst>
              <a:ext uri="{FF2B5EF4-FFF2-40B4-BE49-F238E27FC236}">
                <a16:creationId xmlns:a16="http://schemas.microsoft.com/office/drawing/2014/main" id="{458B6AAC-E0F2-9444-B6EF-37BDDBF708E4}"/>
              </a:ext>
            </a:extLst>
          </p:cNvPr>
          <p:cNvSpPr>
            <a:spLocks noGrp="1"/>
          </p:cNvSpPr>
          <p:nvPr>
            <p:ph type="pic" sz="quarter" idx="23" hasCustomPrompt="1"/>
          </p:nvPr>
        </p:nvSpPr>
        <p:spPr>
          <a:xfrm>
            <a:off x="575733" y="3962006"/>
            <a:ext cx="3360000" cy="1800000"/>
          </a:xfrm>
          <a:prstGeom prst="rect">
            <a:avLst/>
          </a:prstGeom>
          <a:pattFill prst="pct5">
            <a:fgClr>
              <a:schemeClr val="tx1"/>
            </a:fgClr>
            <a:bgClr>
              <a:schemeClr val="bg1"/>
            </a:bgClr>
          </a:pattFill>
          <a:ln>
            <a:noFill/>
          </a:ln>
        </p:spPr>
        <p:txBody>
          <a:bodyPr anchor="ctr" anchorCtr="0"/>
          <a:lstStyle>
            <a:lvl1pPr marL="0" indent="0" algn="ctr">
              <a:buNone/>
              <a:defRPr sz="1800"/>
            </a:lvl1pPr>
          </a:lstStyle>
          <a:p>
            <a:r>
              <a:rPr lang="de-DE" dirty="0"/>
              <a:t>  Bild durch klicken auf Symbol hinzufügen</a:t>
            </a:r>
          </a:p>
        </p:txBody>
      </p:sp>
      <p:sp>
        <p:nvSpPr>
          <p:cNvPr id="11" name="Text Placeholder 2"/>
          <p:cNvSpPr>
            <a:spLocks noGrp="1"/>
          </p:cNvSpPr>
          <p:nvPr>
            <p:ph type="body" idx="24" hasCustomPrompt="1"/>
          </p:nvPr>
        </p:nvSpPr>
        <p:spPr>
          <a:xfrm>
            <a:off x="575733" y="5869921"/>
            <a:ext cx="3360000" cy="360000"/>
          </a:xfrm>
          <a:prstGeom prst="rect">
            <a:avLst/>
          </a:prstGeom>
        </p:spPr>
        <p:txBody>
          <a:bodyPr lIns="0" tIns="0" rIns="0" bIns="0" anchor="t" anchorCtr="0"/>
          <a:lstStyle>
            <a:lvl1pPr marL="0" indent="0">
              <a:lnSpc>
                <a:spcPct val="100000"/>
              </a:lnSpc>
              <a:spcBef>
                <a:spcPts val="0"/>
              </a:spcBef>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Bildunterschrift</a:t>
            </a:r>
          </a:p>
        </p:txBody>
      </p:sp>
      <p:sp>
        <p:nvSpPr>
          <p:cNvPr id="13" name="Text Placeholder 2"/>
          <p:cNvSpPr>
            <a:spLocks noGrp="1"/>
          </p:cNvSpPr>
          <p:nvPr>
            <p:ph type="body" idx="25" hasCustomPrompt="1"/>
          </p:nvPr>
        </p:nvSpPr>
        <p:spPr>
          <a:xfrm>
            <a:off x="575733" y="3357969"/>
            <a:ext cx="3360000" cy="360000"/>
          </a:xfrm>
          <a:prstGeom prst="rect">
            <a:avLst/>
          </a:prstGeom>
        </p:spPr>
        <p:txBody>
          <a:bodyPr lIns="0" tIns="0" rIns="0" bIns="0" anchor="t" anchorCtr="0"/>
          <a:lstStyle>
            <a:lvl1pPr marL="0" indent="0">
              <a:lnSpc>
                <a:spcPct val="100000"/>
              </a:lnSpc>
              <a:spcBef>
                <a:spcPts val="0"/>
              </a:spcBef>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Bildunterschrift</a:t>
            </a:r>
          </a:p>
        </p:txBody>
      </p:sp>
      <p:sp>
        <p:nvSpPr>
          <p:cNvPr id="18" name="Bildplatzhalter 14">
            <a:extLst>
              <a:ext uri="{FF2B5EF4-FFF2-40B4-BE49-F238E27FC236}">
                <a16:creationId xmlns:a16="http://schemas.microsoft.com/office/drawing/2014/main" id="{458B6AAC-E0F2-9444-B6EF-37BDDBF708E4}"/>
              </a:ext>
            </a:extLst>
          </p:cNvPr>
          <p:cNvSpPr>
            <a:spLocks noGrp="1"/>
          </p:cNvSpPr>
          <p:nvPr>
            <p:ph type="pic" sz="quarter" idx="26" hasCustomPrompt="1"/>
          </p:nvPr>
        </p:nvSpPr>
        <p:spPr>
          <a:xfrm>
            <a:off x="4416425" y="1449388"/>
            <a:ext cx="3360000" cy="1800000"/>
          </a:xfrm>
          <a:prstGeom prst="rect">
            <a:avLst/>
          </a:prstGeom>
          <a:pattFill prst="pct5">
            <a:fgClr>
              <a:schemeClr val="tx1"/>
            </a:fgClr>
            <a:bgClr>
              <a:schemeClr val="bg1"/>
            </a:bgClr>
          </a:pattFill>
          <a:ln>
            <a:noFill/>
          </a:ln>
        </p:spPr>
        <p:txBody>
          <a:bodyPr anchor="ctr" anchorCtr="0"/>
          <a:lstStyle>
            <a:lvl1pPr marL="0" indent="0" algn="ctr">
              <a:buNone/>
              <a:defRPr sz="1800"/>
            </a:lvl1pPr>
          </a:lstStyle>
          <a:p>
            <a:r>
              <a:rPr lang="de-DE" dirty="0"/>
              <a:t>  Bild durch klicken auf Symbol hinzufügen</a:t>
            </a:r>
          </a:p>
        </p:txBody>
      </p:sp>
      <p:sp>
        <p:nvSpPr>
          <p:cNvPr id="19" name="Bildplatzhalter 14">
            <a:extLst>
              <a:ext uri="{FF2B5EF4-FFF2-40B4-BE49-F238E27FC236}">
                <a16:creationId xmlns:a16="http://schemas.microsoft.com/office/drawing/2014/main" id="{458B6AAC-E0F2-9444-B6EF-37BDDBF708E4}"/>
              </a:ext>
            </a:extLst>
          </p:cNvPr>
          <p:cNvSpPr>
            <a:spLocks noGrp="1"/>
          </p:cNvSpPr>
          <p:nvPr>
            <p:ph type="pic" sz="quarter" idx="27" hasCustomPrompt="1"/>
          </p:nvPr>
        </p:nvSpPr>
        <p:spPr>
          <a:xfrm>
            <a:off x="4416425" y="3962006"/>
            <a:ext cx="3360000" cy="1800000"/>
          </a:xfrm>
          <a:prstGeom prst="rect">
            <a:avLst/>
          </a:prstGeom>
          <a:pattFill prst="pct5">
            <a:fgClr>
              <a:schemeClr val="tx1"/>
            </a:fgClr>
            <a:bgClr>
              <a:schemeClr val="bg1"/>
            </a:bgClr>
          </a:pattFill>
          <a:ln>
            <a:noFill/>
          </a:ln>
        </p:spPr>
        <p:txBody>
          <a:bodyPr anchor="ctr" anchorCtr="0"/>
          <a:lstStyle>
            <a:lvl1pPr marL="0" indent="0" algn="ctr">
              <a:buNone/>
              <a:defRPr sz="1800"/>
            </a:lvl1pPr>
          </a:lstStyle>
          <a:p>
            <a:r>
              <a:rPr lang="de-DE" dirty="0"/>
              <a:t>  Bild durch klicken auf Symbol hinzufügen</a:t>
            </a:r>
          </a:p>
        </p:txBody>
      </p:sp>
      <p:sp>
        <p:nvSpPr>
          <p:cNvPr id="20" name="Text Placeholder 2"/>
          <p:cNvSpPr>
            <a:spLocks noGrp="1"/>
          </p:cNvSpPr>
          <p:nvPr>
            <p:ph type="body" idx="28" hasCustomPrompt="1"/>
          </p:nvPr>
        </p:nvSpPr>
        <p:spPr>
          <a:xfrm>
            <a:off x="4416425" y="5869921"/>
            <a:ext cx="3360000" cy="360000"/>
          </a:xfrm>
          <a:prstGeom prst="rect">
            <a:avLst/>
          </a:prstGeom>
        </p:spPr>
        <p:txBody>
          <a:bodyPr lIns="0" tIns="0" rIns="0" bIns="0" anchor="t" anchorCtr="0"/>
          <a:lstStyle>
            <a:lvl1pPr marL="0" indent="0">
              <a:lnSpc>
                <a:spcPct val="100000"/>
              </a:lnSpc>
              <a:spcBef>
                <a:spcPts val="0"/>
              </a:spcBef>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Bildunterschrift</a:t>
            </a:r>
          </a:p>
        </p:txBody>
      </p:sp>
      <p:sp>
        <p:nvSpPr>
          <p:cNvPr id="21" name="Text Placeholder 2"/>
          <p:cNvSpPr>
            <a:spLocks noGrp="1"/>
          </p:cNvSpPr>
          <p:nvPr>
            <p:ph type="body" idx="29" hasCustomPrompt="1"/>
          </p:nvPr>
        </p:nvSpPr>
        <p:spPr>
          <a:xfrm>
            <a:off x="4416425" y="3357969"/>
            <a:ext cx="3360000" cy="360000"/>
          </a:xfrm>
          <a:prstGeom prst="rect">
            <a:avLst/>
          </a:prstGeom>
        </p:spPr>
        <p:txBody>
          <a:bodyPr lIns="0" tIns="0" rIns="0" bIns="0" anchor="t" anchorCtr="0"/>
          <a:lstStyle>
            <a:lvl1pPr marL="0" indent="0">
              <a:lnSpc>
                <a:spcPct val="100000"/>
              </a:lnSpc>
              <a:spcBef>
                <a:spcPts val="0"/>
              </a:spcBef>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Bildunterschrift</a:t>
            </a:r>
          </a:p>
        </p:txBody>
      </p:sp>
      <p:sp>
        <p:nvSpPr>
          <p:cNvPr id="22" name="Bildplatzhalter 14">
            <a:extLst>
              <a:ext uri="{FF2B5EF4-FFF2-40B4-BE49-F238E27FC236}">
                <a16:creationId xmlns:a16="http://schemas.microsoft.com/office/drawing/2014/main" id="{458B6AAC-E0F2-9444-B6EF-37BDDBF708E4}"/>
              </a:ext>
            </a:extLst>
          </p:cNvPr>
          <p:cNvSpPr>
            <a:spLocks noGrp="1"/>
          </p:cNvSpPr>
          <p:nvPr>
            <p:ph type="pic" sz="quarter" idx="30" hasCustomPrompt="1"/>
          </p:nvPr>
        </p:nvSpPr>
        <p:spPr>
          <a:xfrm>
            <a:off x="8257117" y="1449388"/>
            <a:ext cx="3360747" cy="1800000"/>
          </a:xfrm>
          <a:prstGeom prst="rect">
            <a:avLst/>
          </a:prstGeom>
          <a:pattFill prst="pct5">
            <a:fgClr>
              <a:schemeClr val="tx1"/>
            </a:fgClr>
            <a:bgClr>
              <a:schemeClr val="bg1"/>
            </a:bgClr>
          </a:pattFill>
          <a:ln>
            <a:noFill/>
          </a:ln>
        </p:spPr>
        <p:txBody>
          <a:bodyPr anchor="ctr" anchorCtr="0"/>
          <a:lstStyle>
            <a:lvl1pPr marL="0" indent="0" algn="ctr">
              <a:buNone/>
              <a:defRPr sz="1800"/>
            </a:lvl1pPr>
          </a:lstStyle>
          <a:p>
            <a:r>
              <a:rPr lang="de-DE" dirty="0"/>
              <a:t>  Bild durch klicken auf Symbol hinzufügen</a:t>
            </a:r>
          </a:p>
        </p:txBody>
      </p:sp>
      <p:sp>
        <p:nvSpPr>
          <p:cNvPr id="23" name="Bildplatzhalter 14">
            <a:extLst>
              <a:ext uri="{FF2B5EF4-FFF2-40B4-BE49-F238E27FC236}">
                <a16:creationId xmlns:a16="http://schemas.microsoft.com/office/drawing/2014/main" id="{458B6AAC-E0F2-9444-B6EF-37BDDBF708E4}"/>
              </a:ext>
            </a:extLst>
          </p:cNvPr>
          <p:cNvSpPr>
            <a:spLocks noGrp="1"/>
          </p:cNvSpPr>
          <p:nvPr>
            <p:ph type="pic" sz="quarter" idx="31" hasCustomPrompt="1"/>
          </p:nvPr>
        </p:nvSpPr>
        <p:spPr>
          <a:xfrm>
            <a:off x="8257117" y="3962006"/>
            <a:ext cx="3360747" cy="1800000"/>
          </a:xfrm>
          <a:prstGeom prst="rect">
            <a:avLst/>
          </a:prstGeom>
          <a:pattFill prst="pct5">
            <a:fgClr>
              <a:schemeClr val="tx1"/>
            </a:fgClr>
            <a:bgClr>
              <a:schemeClr val="bg1"/>
            </a:bgClr>
          </a:pattFill>
          <a:ln>
            <a:noFill/>
          </a:ln>
        </p:spPr>
        <p:txBody>
          <a:bodyPr anchor="ctr" anchorCtr="0"/>
          <a:lstStyle>
            <a:lvl1pPr marL="0" indent="0" algn="ctr">
              <a:buNone/>
              <a:defRPr sz="1800"/>
            </a:lvl1pPr>
          </a:lstStyle>
          <a:p>
            <a:r>
              <a:rPr lang="de-DE" dirty="0"/>
              <a:t>  Bild durch klicken auf Symbol hinzufügen</a:t>
            </a:r>
          </a:p>
        </p:txBody>
      </p:sp>
      <p:sp>
        <p:nvSpPr>
          <p:cNvPr id="24" name="Text Placeholder 2"/>
          <p:cNvSpPr>
            <a:spLocks noGrp="1"/>
          </p:cNvSpPr>
          <p:nvPr>
            <p:ph type="body" idx="32" hasCustomPrompt="1"/>
          </p:nvPr>
        </p:nvSpPr>
        <p:spPr>
          <a:xfrm>
            <a:off x="8257117" y="5869921"/>
            <a:ext cx="3360747" cy="360000"/>
          </a:xfrm>
          <a:prstGeom prst="rect">
            <a:avLst/>
          </a:prstGeom>
        </p:spPr>
        <p:txBody>
          <a:bodyPr lIns="0" tIns="0" rIns="0" bIns="0" anchor="t" anchorCtr="0"/>
          <a:lstStyle>
            <a:lvl1pPr marL="0" indent="0">
              <a:lnSpc>
                <a:spcPct val="100000"/>
              </a:lnSpc>
              <a:spcBef>
                <a:spcPts val="0"/>
              </a:spcBef>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Bildunterschrift</a:t>
            </a:r>
          </a:p>
        </p:txBody>
      </p:sp>
      <p:sp>
        <p:nvSpPr>
          <p:cNvPr id="25" name="Text Placeholder 2"/>
          <p:cNvSpPr>
            <a:spLocks noGrp="1"/>
          </p:cNvSpPr>
          <p:nvPr>
            <p:ph type="body" idx="33" hasCustomPrompt="1"/>
          </p:nvPr>
        </p:nvSpPr>
        <p:spPr>
          <a:xfrm>
            <a:off x="8257117" y="3357969"/>
            <a:ext cx="3360747" cy="360000"/>
          </a:xfrm>
          <a:prstGeom prst="rect">
            <a:avLst/>
          </a:prstGeom>
        </p:spPr>
        <p:txBody>
          <a:bodyPr lIns="0" tIns="0" rIns="0" bIns="0" anchor="t" anchorCtr="0"/>
          <a:lstStyle>
            <a:lvl1pPr marL="0" indent="0">
              <a:lnSpc>
                <a:spcPct val="100000"/>
              </a:lnSpc>
              <a:spcBef>
                <a:spcPts val="0"/>
              </a:spcBef>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Bildunterschrift</a:t>
            </a:r>
          </a:p>
        </p:txBody>
      </p:sp>
      <p:sp>
        <p:nvSpPr>
          <p:cNvPr id="27" name="Textplatzhalter 2"/>
          <p:cNvSpPr>
            <a:spLocks noGrp="1"/>
          </p:cNvSpPr>
          <p:nvPr>
            <p:ph type="body" sz="quarter" idx="14"/>
          </p:nvPr>
        </p:nvSpPr>
        <p:spPr>
          <a:xfrm>
            <a:off x="575734" y="689013"/>
            <a:ext cx="7165887" cy="319087"/>
          </a:xfrm>
          <a:prstGeom prst="rect">
            <a:avLst/>
          </a:prstGeom>
        </p:spPr>
        <p:txBody>
          <a:bodyPr wrap="none" lIns="0" tIns="0" rIns="0" bIns="0"/>
          <a:lstStyle>
            <a:lvl1pPr marL="0" indent="0">
              <a:buNone/>
              <a:defRPr sz="2000">
                <a:solidFill>
                  <a:schemeClr val="bg2"/>
                </a:solidFill>
              </a:defRPr>
            </a:lvl1pPr>
            <a:lvl2pPr marL="457200" indent="0">
              <a:buNone/>
              <a:defRPr sz="2000">
                <a:solidFill>
                  <a:schemeClr val="bg2"/>
                </a:solidFill>
              </a:defRPr>
            </a:lvl2pPr>
            <a:lvl3pPr marL="914400" indent="0">
              <a:buNone/>
              <a:defRPr sz="2000">
                <a:solidFill>
                  <a:schemeClr val="bg2"/>
                </a:solidFill>
              </a:defRPr>
            </a:lvl3pPr>
            <a:lvl4pPr marL="1371600" indent="0">
              <a:buNone/>
              <a:defRPr sz="2000">
                <a:solidFill>
                  <a:schemeClr val="bg2"/>
                </a:solidFill>
              </a:defRPr>
            </a:lvl4pPr>
            <a:lvl5pPr marL="1828800" indent="0">
              <a:buNone/>
              <a:defRPr sz="2000">
                <a:solidFill>
                  <a:schemeClr val="bg2"/>
                </a:solidFill>
              </a:defRPr>
            </a:lvl5pPr>
          </a:lstStyle>
          <a:p>
            <a:pPr lvl="0"/>
            <a:r>
              <a:rPr lang="de-DE" dirty="0"/>
              <a:t>Textmasterformat bearbeiten</a:t>
            </a:r>
          </a:p>
        </p:txBody>
      </p:sp>
      <p:sp>
        <p:nvSpPr>
          <p:cNvPr id="28" name="Title Placeholder 1"/>
          <p:cNvSpPr>
            <a:spLocks noGrp="1"/>
          </p:cNvSpPr>
          <p:nvPr>
            <p:ph type="title"/>
          </p:nvPr>
        </p:nvSpPr>
        <p:spPr>
          <a:xfrm>
            <a:off x="575735" y="368300"/>
            <a:ext cx="7680853" cy="304699"/>
          </a:xfrm>
          <a:prstGeom prst="rect">
            <a:avLst/>
          </a:prstGeom>
        </p:spPr>
        <p:txBody>
          <a:bodyPr vert="horz" wrap="none" lIns="0" tIns="0" rIns="0" bIns="0" rtlCol="0" anchor="t" anchorCtr="0">
            <a:noAutofit/>
          </a:bodyPr>
          <a:lstStyle>
            <a:lvl1pPr>
              <a:defRPr sz="2200">
                <a:solidFill>
                  <a:schemeClr val="bg2"/>
                </a:solidFill>
              </a:defRPr>
            </a:lvl1pPr>
          </a:lstStyle>
          <a:p>
            <a:r>
              <a:rPr lang="de-DE" dirty="0"/>
              <a:t>Titelmasterformat durch Klicken bearbeiten</a:t>
            </a:r>
            <a:endParaRPr lang="en-US" dirty="0"/>
          </a:p>
        </p:txBody>
      </p:sp>
      <p:sp>
        <p:nvSpPr>
          <p:cNvPr id="29" name="Textplatzhalter 2"/>
          <p:cNvSpPr>
            <a:spLocks noGrp="1"/>
          </p:cNvSpPr>
          <p:nvPr>
            <p:ph type="body" sz="quarter" idx="34"/>
          </p:nvPr>
        </p:nvSpPr>
        <p:spPr>
          <a:xfrm>
            <a:off x="575734" y="689013"/>
            <a:ext cx="7680854" cy="319087"/>
          </a:xfrm>
          <a:prstGeom prst="rect">
            <a:avLst/>
          </a:prstGeom>
        </p:spPr>
        <p:txBody>
          <a:bodyPr wrap="none" lIns="0" tIns="0" rIns="0" bIns="0"/>
          <a:lstStyle>
            <a:lvl1pPr marL="0" indent="0">
              <a:buNone/>
              <a:defRPr sz="2000">
                <a:solidFill>
                  <a:schemeClr val="bg2"/>
                </a:solidFill>
              </a:defRPr>
            </a:lvl1pPr>
            <a:lvl2pPr marL="457200" indent="0">
              <a:buNone/>
              <a:defRPr sz="2000">
                <a:solidFill>
                  <a:schemeClr val="bg2"/>
                </a:solidFill>
              </a:defRPr>
            </a:lvl2pPr>
            <a:lvl3pPr marL="914400" indent="0">
              <a:buNone/>
              <a:defRPr sz="2000">
                <a:solidFill>
                  <a:schemeClr val="bg2"/>
                </a:solidFill>
              </a:defRPr>
            </a:lvl3pPr>
            <a:lvl4pPr marL="1371600" indent="0">
              <a:buNone/>
              <a:defRPr sz="2000">
                <a:solidFill>
                  <a:schemeClr val="bg2"/>
                </a:solidFill>
              </a:defRPr>
            </a:lvl4pPr>
            <a:lvl5pPr marL="1828800" indent="0">
              <a:buNone/>
              <a:defRPr sz="2000">
                <a:solidFill>
                  <a:schemeClr val="bg2"/>
                </a:solidFill>
              </a:defRPr>
            </a:lvl5pPr>
          </a:lstStyle>
          <a:p>
            <a:pPr lvl="0"/>
            <a:r>
              <a:rPr lang="de-DE" dirty="0"/>
              <a:t>Textmasterformat bearbeiten</a:t>
            </a:r>
          </a:p>
        </p:txBody>
      </p:sp>
    </p:spTree>
    <p:extLst>
      <p:ext uri="{BB962C8B-B14F-4D97-AF65-F5344CB8AC3E}">
        <p14:creationId xmlns:p14="http://schemas.microsoft.com/office/powerpoint/2010/main" val="1386131455"/>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nhalt Folientitel einzeilig mit Untertitel | blanco">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0110525-9DA5-4064-8EF4-0710650FC24C}" type="datetime6">
              <a:rPr lang="en-US" smtClean="0"/>
              <a:t>February 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D3A9EDD9-2578-4372-8132-10947A418667}" type="slidenum">
              <a:rPr lang="de-DE" smtClean="0"/>
              <a:t>‹#›</a:t>
            </a:fld>
            <a:endParaRPr lang="de-DE"/>
          </a:p>
        </p:txBody>
      </p:sp>
      <p:sp>
        <p:nvSpPr>
          <p:cNvPr id="7" name="Title Placeholder 1"/>
          <p:cNvSpPr>
            <a:spLocks noGrp="1"/>
          </p:cNvSpPr>
          <p:nvPr>
            <p:ph type="title"/>
          </p:nvPr>
        </p:nvSpPr>
        <p:spPr>
          <a:xfrm>
            <a:off x="575735" y="368300"/>
            <a:ext cx="7680853" cy="304699"/>
          </a:xfrm>
          <a:prstGeom prst="rect">
            <a:avLst/>
          </a:prstGeom>
        </p:spPr>
        <p:txBody>
          <a:bodyPr vert="horz" wrap="none" lIns="0" tIns="0" rIns="0" bIns="0" rtlCol="0" anchor="t" anchorCtr="0">
            <a:noAutofit/>
          </a:bodyPr>
          <a:lstStyle>
            <a:lvl1pPr>
              <a:defRPr sz="2200">
                <a:solidFill>
                  <a:schemeClr val="bg2"/>
                </a:solidFill>
              </a:defRPr>
            </a:lvl1pPr>
          </a:lstStyle>
          <a:p>
            <a:r>
              <a:rPr lang="de-DE" dirty="0"/>
              <a:t>Titelmasterformat durch Klicken bearbeiten</a:t>
            </a:r>
            <a:endParaRPr lang="en-US" dirty="0"/>
          </a:p>
        </p:txBody>
      </p:sp>
      <p:sp>
        <p:nvSpPr>
          <p:cNvPr id="10" name="Textplatzhalter 2"/>
          <p:cNvSpPr>
            <a:spLocks noGrp="1"/>
          </p:cNvSpPr>
          <p:nvPr>
            <p:ph type="body" sz="quarter" idx="14"/>
          </p:nvPr>
        </p:nvSpPr>
        <p:spPr>
          <a:xfrm>
            <a:off x="575734" y="689013"/>
            <a:ext cx="7680854" cy="319087"/>
          </a:xfrm>
          <a:prstGeom prst="rect">
            <a:avLst/>
          </a:prstGeom>
        </p:spPr>
        <p:txBody>
          <a:bodyPr wrap="none" lIns="0" tIns="0" rIns="0" bIns="0"/>
          <a:lstStyle>
            <a:lvl1pPr marL="0" indent="0">
              <a:buNone/>
              <a:defRPr sz="2000">
                <a:solidFill>
                  <a:schemeClr val="bg2"/>
                </a:solidFill>
              </a:defRPr>
            </a:lvl1pPr>
            <a:lvl2pPr marL="457200" indent="0">
              <a:buNone/>
              <a:defRPr sz="2000">
                <a:solidFill>
                  <a:schemeClr val="bg2"/>
                </a:solidFill>
              </a:defRPr>
            </a:lvl2pPr>
            <a:lvl3pPr marL="914400" indent="0">
              <a:buNone/>
              <a:defRPr sz="2000">
                <a:solidFill>
                  <a:schemeClr val="bg2"/>
                </a:solidFill>
              </a:defRPr>
            </a:lvl3pPr>
            <a:lvl4pPr marL="1371600" indent="0">
              <a:buNone/>
              <a:defRPr sz="2000">
                <a:solidFill>
                  <a:schemeClr val="bg2"/>
                </a:solidFill>
              </a:defRPr>
            </a:lvl4pPr>
            <a:lvl5pPr marL="1828800" indent="0">
              <a:buNone/>
              <a:defRPr sz="2000">
                <a:solidFill>
                  <a:schemeClr val="bg2"/>
                </a:solidFill>
              </a:defRPr>
            </a:lvl5pPr>
          </a:lstStyle>
          <a:p>
            <a:pPr lvl="0"/>
            <a:r>
              <a:rPr lang="de-DE" dirty="0"/>
              <a:t>Textmasterformat bearbeiten</a:t>
            </a:r>
          </a:p>
        </p:txBody>
      </p:sp>
    </p:spTree>
    <p:extLst>
      <p:ext uri="{BB962C8B-B14F-4D97-AF65-F5344CB8AC3E}">
        <p14:creationId xmlns:p14="http://schemas.microsoft.com/office/powerpoint/2010/main" val="2039394992"/>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bschluss">
    <p:spTree>
      <p:nvGrpSpPr>
        <p:cNvPr id="1" name=""/>
        <p:cNvGrpSpPr/>
        <p:nvPr/>
      </p:nvGrpSpPr>
      <p:grpSpPr>
        <a:xfrm>
          <a:off x="0" y="0"/>
          <a:ext cx="0" cy="0"/>
          <a:chOff x="0" y="0"/>
          <a:chExt cx="0" cy="0"/>
        </a:xfrm>
      </p:grpSpPr>
      <p:sp>
        <p:nvSpPr>
          <p:cNvPr id="13" name="Textplatzhalter 12"/>
          <p:cNvSpPr>
            <a:spLocks noGrp="1"/>
          </p:cNvSpPr>
          <p:nvPr>
            <p:ph type="body" sz="quarter" idx="10" hasCustomPrompt="1"/>
          </p:nvPr>
        </p:nvSpPr>
        <p:spPr>
          <a:xfrm>
            <a:off x="575734" y="1854201"/>
            <a:ext cx="11040533" cy="3767667"/>
          </a:xfrm>
          <a:prstGeom prst="rect">
            <a:avLst/>
          </a:prstGeom>
        </p:spPr>
        <p:txBody>
          <a:bodyPr lIns="0" tIns="0" rIns="0" bIns="0" anchor="b"/>
          <a:lstStyle>
            <a:lvl1pPr marL="0" indent="0" algn="l">
              <a:lnSpc>
                <a:spcPct val="100000"/>
              </a:lnSpc>
              <a:spcBef>
                <a:spcPts val="0"/>
              </a:spcBef>
              <a:buNone/>
              <a:defRPr sz="2000" b="0" baseline="0"/>
            </a:lvl1pPr>
            <a:lvl2pPr marL="0" indent="0" algn="l">
              <a:lnSpc>
                <a:spcPct val="100000"/>
              </a:lnSpc>
              <a:spcBef>
                <a:spcPts val="0"/>
              </a:spcBef>
              <a:buNone/>
              <a:defRPr sz="2000"/>
            </a:lvl2pPr>
            <a:lvl3pPr marL="0" indent="0" algn="l">
              <a:lnSpc>
                <a:spcPct val="100000"/>
              </a:lnSpc>
              <a:spcBef>
                <a:spcPts val="0"/>
              </a:spcBef>
              <a:buNone/>
              <a:defRPr sz="2000"/>
            </a:lvl3pPr>
            <a:lvl4pPr marL="0" indent="0" algn="l">
              <a:lnSpc>
                <a:spcPct val="100000"/>
              </a:lnSpc>
              <a:spcBef>
                <a:spcPts val="0"/>
              </a:spcBef>
              <a:buNone/>
              <a:defRPr sz="2000"/>
            </a:lvl4pPr>
            <a:lvl5pPr marL="0" indent="0" algn="l">
              <a:lnSpc>
                <a:spcPct val="100000"/>
              </a:lnSpc>
              <a:spcBef>
                <a:spcPts val="0"/>
              </a:spcBef>
              <a:buNone/>
              <a:defRPr sz="2000"/>
            </a:lvl5pPr>
          </a:lstStyle>
          <a:p>
            <a:pPr lvl="0"/>
            <a:r>
              <a:rPr lang="de-DE" dirty="0"/>
              <a:t>Brandenburg University </a:t>
            </a:r>
            <a:r>
              <a:rPr lang="de-DE" dirty="0" err="1"/>
              <a:t>of</a:t>
            </a:r>
            <a:r>
              <a:rPr lang="de-DE" dirty="0"/>
              <a:t> </a:t>
            </a:r>
            <a:r>
              <a:rPr lang="de-DE"/>
              <a:t>Technology Cottbus - Senftenberg</a:t>
            </a:r>
            <a:endParaRPr lang="de-DE" dirty="0"/>
          </a:p>
          <a:p>
            <a:pPr lvl="0"/>
            <a:r>
              <a:rPr lang="de-DE" dirty="0"/>
              <a:t>Fakultät/Institut/Verwaltungsbereich</a:t>
            </a:r>
          </a:p>
          <a:p>
            <a:pPr lvl="0"/>
            <a:r>
              <a:rPr lang="de-DE" dirty="0"/>
              <a:t>Fachgebiet/Abteilung</a:t>
            </a:r>
          </a:p>
          <a:p>
            <a:pPr lvl="0"/>
            <a:r>
              <a:rPr lang="de-DE" dirty="0"/>
              <a:t>Vorname Name</a:t>
            </a:r>
          </a:p>
          <a:p>
            <a:pPr lvl="0"/>
            <a:endParaRPr lang="de-DE" dirty="0"/>
          </a:p>
          <a:p>
            <a:pPr lvl="0"/>
            <a:r>
              <a:rPr lang="de-DE" dirty="0"/>
              <a:t>Straße Hausnummer</a:t>
            </a:r>
          </a:p>
          <a:p>
            <a:pPr lvl="0"/>
            <a:r>
              <a:rPr lang="de-DE" dirty="0"/>
              <a:t>PLZ/Ort</a:t>
            </a:r>
          </a:p>
          <a:p>
            <a:pPr lvl="0"/>
            <a:r>
              <a:rPr lang="de-DE" dirty="0"/>
              <a:t> </a:t>
            </a:r>
          </a:p>
          <a:p>
            <a:pPr lvl="0"/>
            <a:r>
              <a:rPr lang="de-DE" dirty="0"/>
              <a:t>T	+49 (0)355 69 0000</a:t>
            </a:r>
          </a:p>
          <a:p>
            <a:pPr lvl="0"/>
            <a:r>
              <a:rPr lang="de-DE" dirty="0"/>
              <a:t>E	vorname.name@b-tu.de</a:t>
            </a:r>
          </a:p>
        </p:txBody>
      </p:sp>
    </p:spTree>
    <p:extLst>
      <p:ext uri="{BB962C8B-B14F-4D97-AF65-F5344CB8AC3E}">
        <p14:creationId xmlns:p14="http://schemas.microsoft.com/office/powerpoint/2010/main" val="138356260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image" Target="../media/image2.emf"/></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3.xml"/><Relationship Id="rId1" Type="http://schemas.openxmlformats.org/officeDocument/2006/relationships/slideLayout" Target="../slideLayouts/slideLayout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theme" Target="../theme/theme4.xml"/><Relationship Id="rId1" Type="http://schemas.openxmlformats.org/officeDocument/2006/relationships/slideLayout" Target="../slideLayouts/slideLayout6.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 Id="rId9" Type="http://schemas.openxmlformats.org/officeDocument/2006/relationships/image" Target="../media/image2.emf"/></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9" Type="http://schemas.openxmlformats.org/officeDocument/2006/relationships/image" Target="../media/image2.emf"/></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theme" Target="../theme/theme7.xml"/><Relationship Id="rId1" Type="http://schemas.openxmlformats.org/officeDocument/2006/relationships/slideLayout" Target="../slideLayouts/slideLayout21.xml"/><Relationship Id="rId5" Type="http://schemas.openxmlformats.org/officeDocument/2006/relationships/image" Target="../media/image4.png"/><Relationship Id="rId4"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9" name="Date Placeholder 3"/>
          <p:cNvSpPr>
            <a:spLocks noGrp="1"/>
          </p:cNvSpPr>
          <p:nvPr>
            <p:ph type="dt" sz="half" idx="2"/>
          </p:nvPr>
        </p:nvSpPr>
        <p:spPr>
          <a:xfrm>
            <a:off x="575733" y="6491818"/>
            <a:ext cx="2640000" cy="180000"/>
          </a:xfrm>
          <a:prstGeom prst="rect">
            <a:avLst/>
          </a:prstGeom>
        </p:spPr>
        <p:txBody>
          <a:bodyPr lIns="0" tIns="0" rIns="0" bIns="0"/>
          <a:lstStyle>
            <a:lvl1pPr>
              <a:defRPr sz="1200">
                <a:solidFill>
                  <a:schemeClr val="bg1"/>
                </a:solidFill>
              </a:defRPr>
            </a:lvl1pPr>
          </a:lstStyle>
          <a:p>
            <a:fld id="{3068E3E9-3AD5-498A-BFB0-B6AD1D84AC0C}" type="datetime6">
              <a:rPr lang="en-US" smtClean="0"/>
              <a:t>February 26</a:t>
            </a:fld>
            <a:endParaRPr lang="de-DE" dirty="0"/>
          </a:p>
        </p:txBody>
      </p:sp>
      <p:grpSp>
        <p:nvGrpSpPr>
          <p:cNvPr id="75" name="Gruppieren 74"/>
          <p:cNvGrpSpPr/>
          <p:nvPr userDrawn="1"/>
        </p:nvGrpSpPr>
        <p:grpSpPr>
          <a:xfrm flipH="1">
            <a:off x="-87790" y="3114675"/>
            <a:ext cx="4521636" cy="3848068"/>
            <a:chOff x="12041354" y="5196642"/>
            <a:chExt cx="8298137" cy="7062001"/>
          </a:xfrm>
        </p:grpSpPr>
        <p:sp>
          <p:nvSpPr>
            <p:cNvPr id="76" name="object 29"/>
            <p:cNvSpPr/>
            <p:nvPr userDrawn="1"/>
          </p:nvSpPr>
          <p:spPr>
            <a:xfrm>
              <a:off x="13270036" y="5196642"/>
              <a:ext cx="7069455" cy="7061834"/>
            </a:xfrm>
            <a:custGeom>
              <a:avLst/>
              <a:gdLst/>
              <a:ahLst/>
              <a:cxnLst/>
              <a:rect l="l" t="t" r="r" b="b"/>
              <a:pathLst>
                <a:path w="7069455" h="7061834">
                  <a:moveTo>
                    <a:pt x="6518248" y="580414"/>
                  </a:moveTo>
                  <a:lnTo>
                    <a:pt x="6476353" y="556588"/>
                  </a:lnTo>
                  <a:lnTo>
                    <a:pt x="6434305" y="533278"/>
                  </a:lnTo>
                  <a:lnTo>
                    <a:pt x="6392108" y="510481"/>
                  </a:lnTo>
                  <a:lnTo>
                    <a:pt x="6349765" y="488196"/>
                  </a:lnTo>
                  <a:lnTo>
                    <a:pt x="6307280" y="466424"/>
                  </a:lnTo>
                  <a:lnTo>
                    <a:pt x="6264657" y="445162"/>
                  </a:lnTo>
                  <a:lnTo>
                    <a:pt x="6221899" y="424410"/>
                  </a:lnTo>
                  <a:lnTo>
                    <a:pt x="6179010" y="404166"/>
                  </a:lnTo>
                  <a:lnTo>
                    <a:pt x="6135994" y="384431"/>
                  </a:lnTo>
                  <a:lnTo>
                    <a:pt x="6092855" y="365202"/>
                  </a:lnTo>
                  <a:lnTo>
                    <a:pt x="6049596" y="346479"/>
                  </a:lnTo>
                  <a:lnTo>
                    <a:pt x="6006220" y="328260"/>
                  </a:lnTo>
                  <a:lnTo>
                    <a:pt x="5962732" y="310546"/>
                  </a:lnTo>
                  <a:lnTo>
                    <a:pt x="5919136" y="293334"/>
                  </a:lnTo>
                  <a:lnTo>
                    <a:pt x="5875434" y="276624"/>
                  </a:lnTo>
                  <a:lnTo>
                    <a:pt x="5831631" y="260415"/>
                  </a:lnTo>
                  <a:lnTo>
                    <a:pt x="5787731" y="244706"/>
                  </a:lnTo>
                  <a:lnTo>
                    <a:pt x="5743736" y="229495"/>
                  </a:lnTo>
                  <a:lnTo>
                    <a:pt x="5699651" y="214783"/>
                  </a:lnTo>
                  <a:lnTo>
                    <a:pt x="5655480" y="200567"/>
                  </a:lnTo>
                  <a:lnTo>
                    <a:pt x="5611225" y="186847"/>
                  </a:lnTo>
                  <a:lnTo>
                    <a:pt x="5566892" y="173622"/>
                  </a:lnTo>
                  <a:lnTo>
                    <a:pt x="5522483" y="160891"/>
                  </a:lnTo>
                  <a:lnTo>
                    <a:pt x="5478002" y="148653"/>
                  </a:lnTo>
                  <a:lnTo>
                    <a:pt x="5433453" y="136907"/>
                  </a:lnTo>
                  <a:lnTo>
                    <a:pt x="5388840" y="125652"/>
                  </a:lnTo>
                  <a:lnTo>
                    <a:pt x="5344166" y="114886"/>
                  </a:lnTo>
                  <a:lnTo>
                    <a:pt x="5299435" y="104610"/>
                  </a:lnTo>
                  <a:lnTo>
                    <a:pt x="5254650" y="94821"/>
                  </a:lnTo>
                  <a:lnTo>
                    <a:pt x="5209816" y="85520"/>
                  </a:lnTo>
                  <a:lnTo>
                    <a:pt x="5164936" y="76704"/>
                  </a:lnTo>
                  <a:lnTo>
                    <a:pt x="5120014" y="68374"/>
                  </a:lnTo>
                  <a:lnTo>
                    <a:pt x="5075053" y="60527"/>
                  </a:lnTo>
                  <a:lnTo>
                    <a:pt x="5030057" y="53164"/>
                  </a:lnTo>
                  <a:lnTo>
                    <a:pt x="4985030" y="46282"/>
                  </a:lnTo>
                  <a:lnTo>
                    <a:pt x="4939976" y="39882"/>
                  </a:lnTo>
                  <a:lnTo>
                    <a:pt x="4894898" y="33962"/>
                  </a:lnTo>
                  <a:lnTo>
                    <a:pt x="4849800" y="28520"/>
                  </a:lnTo>
                  <a:lnTo>
                    <a:pt x="4804685" y="23557"/>
                  </a:lnTo>
                  <a:lnTo>
                    <a:pt x="4759558" y="19071"/>
                  </a:lnTo>
                  <a:lnTo>
                    <a:pt x="4714421" y="15061"/>
                  </a:lnTo>
                  <a:lnTo>
                    <a:pt x="4669280" y="11525"/>
                  </a:lnTo>
                  <a:lnTo>
                    <a:pt x="4624136" y="8465"/>
                  </a:lnTo>
                  <a:lnTo>
                    <a:pt x="4578995" y="5877"/>
                  </a:lnTo>
                  <a:lnTo>
                    <a:pt x="4533860" y="3761"/>
                  </a:lnTo>
                  <a:lnTo>
                    <a:pt x="4488734" y="2116"/>
                  </a:lnTo>
                  <a:lnTo>
                    <a:pt x="4443621" y="942"/>
                  </a:lnTo>
                  <a:lnTo>
                    <a:pt x="4398525" y="237"/>
                  </a:lnTo>
                  <a:lnTo>
                    <a:pt x="4353449" y="0"/>
                  </a:lnTo>
                  <a:lnTo>
                    <a:pt x="4308398" y="230"/>
                  </a:lnTo>
                  <a:lnTo>
                    <a:pt x="4263375" y="926"/>
                  </a:lnTo>
                  <a:lnTo>
                    <a:pt x="4218383" y="2087"/>
                  </a:lnTo>
                  <a:lnTo>
                    <a:pt x="4173427" y="3713"/>
                  </a:lnTo>
                  <a:lnTo>
                    <a:pt x="4128509" y="5802"/>
                  </a:lnTo>
                  <a:lnTo>
                    <a:pt x="4083635" y="8353"/>
                  </a:lnTo>
                  <a:lnTo>
                    <a:pt x="4038806" y="11365"/>
                  </a:lnTo>
                  <a:lnTo>
                    <a:pt x="3994028" y="14838"/>
                  </a:lnTo>
                  <a:lnTo>
                    <a:pt x="3949304" y="18769"/>
                  </a:lnTo>
                  <a:lnTo>
                    <a:pt x="3904637" y="23160"/>
                  </a:lnTo>
                  <a:lnTo>
                    <a:pt x="3860031" y="28007"/>
                  </a:lnTo>
                  <a:lnTo>
                    <a:pt x="3815490" y="33310"/>
                  </a:lnTo>
                  <a:lnTo>
                    <a:pt x="3771017" y="39069"/>
                  </a:lnTo>
                  <a:lnTo>
                    <a:pt x="3726617" y="45283"/>
                  </a:lnTo>
                  <a:lnTo>
                    <a:pt x="3682293" y="51949"/>
                  </a:lnTo>
                  <a:lnTo>
                    <a:pt x="3638049" y="59068"/>
                  </a:lnTo>
                  <a:lnTo>
                    <a:pt x="3593887" y="66638"/>
                  </a:lnTo>
                  <a:lnTo>
                    <a:pt x="3549813" y="74659"/>
                  </a:lnTo>
                  <a:lnTo>
                    <a:pt x="3505830" y="83129"/>
                  </a:lnTo>
                  <a:lnTo>
                    <a:pt x="3461941" y="92047"/>
                  </a:lnTo>
                  <a:lnTo>
                    <a:pt x="3418150" y="101413"/>
                  </a:lnTo>
                  <a:lnTo>
                    <a:pt x="3374460" y="111225"/>
                  </a:lnTo>
                  <a:lnTo>
                    <a:pt x="3330877" y="121482"/>
                  </a:lnTo>
                  <a:lnTo>
                    <a:pt x="3287402" y="132184"/>
                  </a:lnTo>
                  <a:lnTo>
                    <a:pt x="3244040" y="143330"/>
                  </a:lnTo>
                  <a:lnTo>
                    <a:pt x="3200795" y="154917"/>
                  </a:lnTo>
                  <a:lnTo>
                    <a:pt x="3157671" y="166947"/>
                  </a:lnTo>
                  <a:lnTo>
                    <a:pt x="3114670" y="179416"/>
                  </a:lnTo>
                  <a:lnTo>
                    <a:pt x="3071797" y="192325"/>
                  </a:lnTo>
                  <a:lnTo>
                    <a:pt x="3029055" y="205673"/>
                  </a:lnTo>
                  <a:lnTo>
                    <a:pt x="2986448" y="219458"/>
                  </a:lnTo>
                  <a:lnTo>
                    <a:pt x="2943980" y="233679"/>
                  </a:lnTo>
                  <a:lnTo>
                    <a:pt x="2901654" y="248336"/>
                  </a:lnTo>
                  <a:lnTo>
                    <a:pt x="2859475" y="263428"/>
                  </a:lnTo>
                  <a:lnTo>
                    <a:pt x="2817445" y="278953"/>
                  </a:lnTo>
                  <a:lnTo>
                    <a:pt x="2775569" y="294911"/>
                  </a:lnTo>
                  <a:lnTo>
                    <a:pt x="2733850" y="311300"/>
                  </a:lnTo>
                  <a:lnTo>
                    <a:pt x="2692291" y="328120"/>
                  </a:lnTo>
                  <a:lnTo>
                    <a:pt x="2650898" y="345369"/>
                  </a:lnTo>
                  <a:lnTo>
                    <a:pt x="2609673" y="363047"/>
                  </a:lnTo>
                  <a:lnTo>
                    <a:pt x="2568619" y="381152"/>
                  </a:lnTo>
                  <a:lnTo>
                    <a:pt x="2527742" y="399684"/>
                  </a:lnTo>
                  <a:lnTo>
                    <a:pt x="2487043" y="418642"/>
                  </a:lnTo>
                  <a:lnTo>
                    <a:pt x="2446528" y="438024"/>
                  </a:lnTo>
                  <a:lnTo>
                    <a:pt x="2406200" y="457830"/>
                  </a:lnTo>
                  <a:lnTo>
                    <a:pt x="2366062" y="478058"/>
                  </a:lnTo>
                  <a:lnTo>
                    <a:pt x="2326118" y="498709"/>
                  </a:lnTo>
                  <a:lnTo>
                    <a:pt x="2286372" y="519779"/>
                  </a:lnTo>
                  <a:lnTo>
                    <a:pt x="2246827" y="541270"/>
                  </a:lnTo>
                  <a:lnTo>
                    <a:pt x="2207488" y="563179"/>
                  </a:lnTo>
                  <a:lnTo>
                    <a:pt x="2168358" y="585506"/>
                  </a:lnTo>
                  <a:lnTo>
                    <a:pt x="2129440" y="608250"/>
                  </a:lnTo>
                  <a:lnTo>
                    <a:pt x="2090738" y="631409"/>
                  </a:lnTo>
                  <a:lnTo>
                    <a:pt x="2052257" y="654983"/>
                  </a:lnTo>
                  <a:lnTo>
                    <a:pt x="2013999" y="678971"/>
                  </a:lnTo>
                  <a:lnTo>
                    <a:pt x="1975969" y="703371"/>
                  </a:lnTo>
                  <a:lnTo>
                    <a:pt x="1938169" y="728183"/>
                  </a:lnTo>
                  <a:lnTo>
                    <a:pt x="1900605" y="753406"/>
                  </a:lnTo>
                  <a:lnTo>
                    <a:pt x="1863279" y="779039"/>
                  </a:lnTo>
                  <a:lnTo>
                    <a:pt x="1826195" y="805080"/>
                  </a:lnTo>
                  <a:lnTo>
                    <a:pt x="1789357" y="831530"/>
                  </a:lnTo>
                  <a:lnTo>
                    <a:pt x="1752768" y="858386"/>
                  </a:lnTo>
                  <a:lnTo>
                    <a:pt x="1716433" y="885648"/>
                  </a:lnTo>
                  <a:lnTo>
                    <a:pt x="1680354" y="913314"/>
                  </a:lnTo>
                  <a:lnTo>
                    <a:pt x="1644536" y="941385"/>
                  </a:lnTo>
                  <a:lnTo>
                    <a:pt x="1608983" y="969858"/>
                  </a:lnTo>
                  <a:lnTo>
                    <a:pt x="1573697" y="998734"/>
                  </a:lnTo>
                  <a:lnTo>
                    <a:pt x="1538684" y="1028010"/>
                  </a:lnTo>
                  <a:lnTo>
                    <a:pt x="1503945" y="1057686"/>
                  </a:lnTo>
                  <a:lnTo>
                    <a:pt x="1469486" y="1087761"/>
                  </a:lnTo>
                  <a:lnTo>
                    <a:pt x="1435309" y="1118233"/>
                  </a:lnTo>
                  <a:lnTo>
                    <a:pt x="1401419" y="1149103"/>
                  </a:lnTo>
                  <a:lnTo>
                    <a:pt x="1367820" y="1180369"/>
                  </a:lnTo>
                  <a:lnTo>
                    <a:pt x="1334514" y="1212029"/>
                  </a:lnTo>
                  <a:lnTo>
                    <a:pt x="1301505" y="1244084"/>
                  </a:lnTo>
                  <a:lnTo>
                    <a:pt x="1268798" y="1276531"/>
                  </a:lnTo>
                  <a:lnTo>
                    <a:pt x="1236396" y="1309371"/>
                  </a:lnTo>
                  <a:lnTo>
                    <a:pt x="1204302" y="1342601"/>
                  </a:lnTo>
                  <a:lnTo>
                    <a:pt x="1172521" y="1376221"/>
                  </a:lnTo>
                  <a:lnTo>
                    <a:pt x="1141056" y="1410230"/>
                  </a:lnTo>
                  <a:lnTo>
                    <a:pt x="1109910" y="1444628"/>
                  </a:lnTo>
                  <a:lnTo>
                    <a:pt x="1079088" y="1479412"/>
                  </a:lnTo>
                  <a:lnTo>
                    <a:pt x="1048593" y="1514582"/>
                  </a:lnTo>
                  <a:lnTo>
                    <a:pt x="1018429" y="1550138"/>
                  </a:lnTo>
                  <a:lnTo>
                    <a:pt x="988599" y="1586077"/>
                  </a:lnTo>
                  <a:lnTo>
                    <a:pt x="959107" y="1622399"/>
                  </a:lnTo>
                  <a:lnTo>
                    <a:pt x="929958" y="1659104"/>
                  </a:lnTo>
                  <a:lnTo>
                    <a:pt x="901154" y="1696190"/>
                  </a:lnTo>
                  <a:lnTo>
                    <a:pt x="872699" y="1733655"/>
                  </a:lnTo>
                  <a:lnTo>
                    <a:pt x="844597" y="1771500"/>
                  </a:lnTo>
                  <a:lnTo>
                    <a:pt x="816852" y="1809723"/>
                  </a:lnTo>
                  <a:lnTo>
                    <a:pt x="789467" y="1848323"/>
                  </a:lnTo>
                  <a:lnTo>
                    <a:pt x="762446" y="1887299"/>
                  </a:lnTo>
                  <a:lnTo>
                    <a:pt x="735793" y="1926650"/>
                  </a:lnTo>
                  <a:lnTo>
                    <a:pt x="709512" y="1966375"/>
                  </a:lnTo>
                  <a:lnTo>
                    <a:pt x="683605" y="2006474"/>
                  </a:lnTo>
                  <a:lnTo>
                    <a:pt x="658077" y="2046944"/>
                  </a:lnTo>
                  <a:lnTo>
                    <a:pt x="632932" y="2087786"/>
                  </a:lnTo>
                  <a:lnTo>
                    <a:pt x="608173" y="2128998"/>
                  </a:lnTo>
                  <a:lnTo>
                    <a:pt x="583804" y="2170579"/>
                  </a:lnTo>
                  <a:lnTo>
                    <a:pt x="559730" y="2212705"/>
                  </a:lnTo>
                  <a:lnTo>
                    <a:pt x="536178" y="2254985"/>
                  </a:lnTo>
                  <a:lnTo>
                    <a:pt x="513147" y="2297416"/>
                  </a:lnTo>
                  <a:lnTo>
                    <a:pt x="490637" y="2339994"/>
                  </a:lnTo>
                  <a:lnTo>
                    <a:pt x="468647" y="2382714"/>
                  </a:lnTo>
                  <a:lnTo>
                    <a:pt x="447174" y="2425574"/>
                  </a:lnTo>
                  <a:lnTo>
                    <a:pt x="426220" y="2468569"/>
                  </a:lnTo>
                  <a:lnTo>
                    <a:pt x="405781" y="2511696"/>
                  </a:lnTo>
                  <a:lnTo>
                    <a:pt x="385858" y="2554950"/>
                  </a:lnTo>
                  <a:lnTo>
                    <a:pt x="366450" y="2598329"/>
                  </a:lnTo>
                  <a:lnTo>
                    <a:pt x="347554" y="2641829"/>
                  </a:lnTo>
                  <a:lnTo>
                    <a:pt x="329172" y="2685445"/>
                  </a:lnTo>
                  <a:lnTo>
                    <a:pt x="311300" y="2729174"/>
                  </a:lnTo>
                  <a:lnTo>
                    <a:pt x="293939" y="2773012"/>
                  </a:lnTo>
                  <a:lnTo>
                    <a:pt x="277087" y="2816955"/>
                  </a:lnTo>
                  <a:lnTo>
                    <a:pt x="260744" y="2861000"/>
                  </a:lnTo>
                  <a:lnTo>
                    <a:pt x="244908" y="2905143"/>
                  </a:lnTo>
                  <a:lnTo>
                    <a:pt x="229578" y="2949380"/>
                  </a:lnTo>
                  <a:lnTo>
                    <a:pt x="214754" y="2993708"/>
                  </a:lnTo>
                  <a:lnTo>
                    <a:pt x="200434" y="3038122"/>
                  </a:lnTo>
                  <a:lnTo>
                    <a:pt x="186617" y="3082619"/>
                  </a:lnTo>
                  <a:lnTo>
                    <a:pt x="173302" y="3127194"/>
                  </a:lnTo>
                  <a:lnTo>
                    <a:pt x="160489" y="3171845"/>
                  </a:lnTo>
                  <a:lnTo>
                    <a:pt x="148176" y="3216568"/>
                  </a:lnTo>
                  <a:lnTo>
                    <a:pt x="136363" y="3261358"/>
                  </a:lnTo>
                  <a:lnTo>
                    <a:pt x="125047" y="3306213"/>
                  </a:lnTo>
                  <a:lnTo>
                    <a:pt x="114229" y="3351127"/>
                  </a:lnTo>
                  <a:lnTo>
                    <a:pt x="103908" y="3396099"/>
                  </a:lnTo>
                  <a:lnTo>
                    <a:pt x="94081" y="3441122"/>
                  </a:lnTo>
                  <a:lnTo>
                    <a:pt x="84749" y="3486195"/>
                  </a:lnTo>
                  <a:lnTo>
                    <a:pt x="75910" y="3531313"/>
                  </a:lnTo>
                  <a:lnTo>
                    <a:pt x="67563" y="3576473"/>
                  </a:lnTo>
                  <a:lnTo>
                    <a:pt x="59707" y="3621670"/>
                  </a:lnTo>
                  <a:lnTo>
                    <a:pt x="52342" y="3666901"/>
                  </a:lnTo>
                  <a:lnTo>
                    <a:pt x="45465" y="3712162"/>
                  </a:lnTo>
                  <a:lnTo>
                    <a:pt x="39077" y="3757450"/>
                  </a:lnTo>
                  <a:lnTo>
                    <a:pt x="33176" y="3802760"/>
                  </a:lnTo>
                  <a:lnTo>
                    <a:pt x="27762" y="3848089"/>
                  </a:lnTo>
                  <a:lnTo>
                    <a:pt x="22832" y="3893433"/>
                  </a:lnTo>
                  <a:lnTo>
                    <a:pt x="18387" y="3938789"/>
                  </a:lnTo>
                  <a:lnTo>
                    <a:pt x="14425" y="3984152"/>
                  </a:lnTo>
                  <a:lnTo>
                    <a:pt x="10945" y="4029519"/>
                  </a:lnTo>
                  <a:lnTo>
                    <a:pt x="7946" y="4074886"/>
                  </a:lnTo>
                  <a:lnTo>
                    <a:pt x="5427" y="4120250"/>
                  </a:lnTo>
                  <a:lnTo>
                    <a:pt x="3387" y="4165606"/>
                  </a:lnTo>
                  <a:lnTo>
                    <a:pt x="1826" y="4210950"/>
                  </a:lnTo>
                  <a:lnTo>
                    <a:pt x="741" y="4256280"/>
                  </a:lnTo>
                  <a:lnTo>
                    <a:pt x="133" y="4301591"/>
                  </a:lnTo>
                  <a:lnTo>
                    <a:pt x="0" y="4346880"/>
                  </a:lnTo>
                  <a:lnTo>
                    <a:pt x="340" y="4392142"/>
                  </a:lnTo>
                  <a:lnTo>
                    <a:pt x="1154" y="4437374"/>
                  </a:lnTo>
                  <a:lnTo>
                    <a:pt x="2440" y="4482573"/>
                  </a:lnTo>
                  <a:lnTo>
                    <a:pt x="4197" y="4527733"/>
                  </a:lnTo>
                  <a:lnTo>
                    <a:pt x="6424" y="4572853"/>
                  </a:lnTo>
                  <a:lnTo>
                    <a:pt x="9120" y="4617928"/>
                  </a:lnTo>
                  <a:lnTo>
                    <a:pt x="12285" y="4662953"/>
                  </a:lnTo>
                  <a:lnTo>
                    <a:pt x="15916" y="4707927"/>
                  </a:lnTo>
                  <a:lnTo>
                    <a:pt x="20013" y="4752843"/>
                  </a:lnTo>
                  <a:lnTo>
                    <a:pt x="24575" y="4797700"/>
                  </a:lnTo>
                  <a:lnTo>
                    <a:pt x="29601" y="4842493"/>
                  </a:lnTo>
                  <a:lnTo>
                    <a:pt x="35091" y="4887218"/>
                  </a:lnTo>
                  <a:lnTo>
                    <a:pt x="41042" y="4931872"/>
                  </a:lnTo>
                  <a:lnTo>
                    <a:pt x="47454" y="4976451"/>
                  </a:lnTo>
                  <a:lnTo>
                    <a:pt x="54326" y="5020950"/>
                  </a:lnTo>
                  <a:lnTo>
                    <a:pt x="61657" y="5065367"/>
                  </a:lnTo>
                  <a:lnTo>
                    <a:pt x="69447" y="5109698"/>
                  </a:lnTo>
                  <a:lnTo>
                    <a:pt x="77693" y="5153939"/>
                  </a:lnTo>
                  <a:lnTo>
                    <a:pt x="86395" y="5198085"/>
                  </a:lnTo>
                  <a:lnTo>
                    <a:pt x="95552" y="5242134"/>
                  </a:lnTo>
                  <a:lnTo>
                    <a:pt x="105162" y="5286081"/>
                  </a:lnTo>
                  <a:lnTo>
                    <a:pt x="115226" y="5329923"/>
                  </a:lnTo>
                  <a:lnTo>
                    <a:pt x="125742" y="5373656"/>
                  </a:lnTo>
                  <a:lnTo>
                    <a:pt x="136709" y="5417277"/>
                  </a:lnTo>
                  <a:lnTo>
                    <a:pt x="148125" y="5460780"/>
                  </a:lnTo>
                  <a:lnTo>
                    <a:pt x="159990" y="5504164"/>
                  </a:lnTo>
                  <a:lnTo>
                    <a:pt x="172304" y="5547423"/>
                  </a:lnTo>
                  <a:lnTo>
                    <a:pt x="185064" y="5590555"/>
                  </a:lnTo>
                  <a:lnTo>
                    <a:pt x="198270" y="5633555"/>
                  </a:lnTo>
                  <a:lnTo>
                    <a:pt x="211921" y="5676420"/>
                  </a:lnTo>
                  <a:lnTo>
                    <a:pt x="226015" y="5719146"/>
                  </a:lnTo>
                  <a:lnTo>
                    <a:pt x="240553" y="5761728"/>
                  </a:lnTo>
                  <a:lnTo>
                    <a:pt x="255532" y="5804165"/>
                  </a:lnTo>
                  <a:lnTo>
                    <a:pt x="270953" y="5846450"/>
                  </a:lnTo>
                  <a:lnTo>
                    <a:pt x="286813" y="5888582"/>
                  </a:lnTo>
                  <a:lnTo>
                    <a:pt x="303112" y="5930556"/>
                  </a:lnTo>
                  <a:lnTo>
                    <a:pt x="319848" y="5972368"/>
                  </a:lnTo>
                  <a:lnTo>
                    <a:pt x="337022" y="6014015"/>
                  </a:lnTo>
                  <a:lnTo>
                    <a:pt x="354631" y="6055492"/>
                  </a:lnTo>
                  <a:lnTo>
                    <a:pt x="372675" y="6096797"/>
                  </a:lnTo>
                  <a:lnTo>
                    <a:pt x="391153" y="6137925"/>
                  </a:lnTo>
                  <a:lnTo>
                    <a:pt x="410063" y="6178873"/>
                  </a:lnTo>
                  <a:lnTo>
                    <a:pt x="429406" y="6219636"/>
                  </a:lnTo>
                  <a:lnTo>
                    <a:pt x="449179" y="6260211"/>
                  </a:lnTo>
                  <a:lnTo>
                    <a:pt x="469382" y="6300595"/>
                  </a:lnTo>
                  <a:lnTo>
                    <a:pt x="490013" y="6340783"/>
                  </a:lnTo>
                  <a:lnTo>
                    <a:pt x="511072" y="6380772"/>
                  </a:lnTo>
                  <a:lnTo>
                    <a:pt x="532558" y="6420557"/>
                  </a:lnTo>
                  <a:lnTo>
                    <a:pt x="554470" y="6460136"/>
                  </a:lnTo>
                  <a:lnTo>
                    <a:pt x="576807" y="6499505"/>
                  </a:lnTo>
                  <a:lnTo>
                    <a:pt x="599567" y="6538659"/>
                  </a:lnTo>
                  <a:lnTo>
                    <a:pt x="622749" y="6577595"/>
                  </a:lnTo>
                  <a:lnTo>
                    <a:pt x="646354" y="6616309"/>
                  </a:lnTo>
                  <a:lnTo>
                    <a:pt x="670379" y="6654798"/>
                  </a:lnTo>
                  <a:lnTo>
                    <a:pt x="694824" y="6693057"/>
                  </a:lnTo>
                  <a:lnTo>
                    <a:pt x="719687" y="6731083"/>
                  </a:lnTo>
                  <a:lnTo>
                    <a:pt x="744968" y="6768873"/>
                  </a:lnTo>
                  <a:lnTo>
                    <a:pt x="770666" y="6806421"/>
                  </a:lnTo>
                  <a:lnTo>
                    <a:pt x="796780" y="6843725"/>
                  </a:lnTo>
                  <a:lnTo>
                    <a:pt x="823308" y="6880782"/>
                  </a:lnTo>
                  <a:lnTo>
                    <a:pt x="850249" y="6917586"/>
                  </a:lnTo>
                  <a:lnTo>
                    <a:pt x="877603" y="6954134"/>
                  </a:lnTo>
                  <a:lnTo>
                    <a:pt x="905369" y="6990423"/>
                  </a:lnTo>
                  <a:lnTo>
                    <a:pt x="933546" y="7026449"/>
                  </a:lnTo>
                  <a:lnTo>
                    <a:pt x="961499" y="7061417"/>
                  </a:lnTo>
                </a:path>
                <a:path w="7069455" h="7061834">
                  <a:moveTo>
                    <a:pt x="7068847" y="955891"/>
                  </a:moveTo>
                  <a:lnTo>
                    <a:pt x="7033545" y="927916"/>
                  </a:lnTo>
                  <a:lnTo>
                    <a:pt x="6996203" y="898982"/>
                  </a:lnTo>
                  <a:lnTo>
                    <a:pt x="6958475" y="870401"/>
                  </a:lnTo>
                  <a:lnTo>
                    <a:pt x="6920361" y="842177"/>
                  </a:lnTo>
                  <a:lnTo>
                    <a:pt x="6881863" y="814314"/>
                  </a:lnTo>
                  <a:lnTo>
                    <a:pt x="6842981" y="786816"/>
                  </a:lnTo>
                  <a:lnTo>
                    <a:pt x="6803717" y="759687"/>
                  </a:lnTo>
                  <a:lnTo>
                    <a:pt x="6764072" y="732929"/>
                  </a:lnTo>
                  <a:lnTo>
                    <a:pt x="6724046" y="706548"/>
                  </a:lnTo>
                  <a:lnTo>
                    <a:pt x="6683641" y="680547"/>
                  </a:lnTo>
                  <a:lnTo>
                    <a:pt x="6642858" y="654929"/>
                  </a:lnTo>
                  <a:lnTo>
                    <a:pt x="6601697" y="629698"/>
                  </a:lnTo>
                  <a:lnTo>
                    <a:pt x="6560160" y="604858"/>
                  </a:lnTo>
                  <a:lnTo>
                    <a:pt x="6518248" y="580414"/>
                  </a:lnTo>
                </a:path>
              </a:pathLst>
            </a:custGeom>
            <a:ln w="38100">
              <a:solidFill>
                <a:srgbClr val="FFFFFF"/>
              </a:solidFill>
            </a:ln>
          </p:spPr>
          <p:txBody>
            <a:bodyPr wrap="square" lIns="0" tIns="0" rIns="0" bIns="0" rtlCol="0"/>
            <a:lstStyle/>
            <a:p>
              <a:endParaRPr/>
            </a:p>
          </p:txBody>
        </p:sp>
        <p:sp>
          <p:nvSpPr>
            <p:cNvPr id="77" name="object 30"/>
            <p:cNvSpPr/>
            <p:nvPr userDrawn="1"/>
          </p:nvSpPr>
          <p:spPr>
            <a:xfrm>
              <a:off x="12041354" y="6104858"/>
              <a:ext cx="8297545" cy="6153785"/>
            </a:xfrm>
            <a:custGeom>
              <a:avLst/>
              <a:gdLst/>
              <a:ahLst/>
              <a:cxnLst/>
              <a:rect l="l" t="t" r="r" b="b"/>
              <a:pathLst>
                <a:path w="8297544" h="6153784">
                  <a:moveTo>
                    <a:pt x="6684390" y="598109"/>
                  </a:moveTo>
                  <a:lnTo>
                    <a:pt x="6642246" y="574066"/>
                  </a:lnTo>
                  <a:lnTo>
                    <a:pt x="6599952" y="550532"/>
                  </a:lnTo>
                  <a:lnTo>
                    <a:pt x="6557511" y="527505"/>
                  </a:lnTo>
                  <a:lnTo>
                    <a:pt x="6514927" y="504984"/>
                  </a:lnTo>
                  <a:lnTo>
                    <a:pt x="6472202" y="482970"/>
                  </a:lnTo>
                  <a:lnTo>
                    <a:pt x="6429341" y="461459"/>
                  </a:lnTo>
                  <a:lnTo>
                    <a:pt x="6386348" y="440453"/>
                  </a:lnTo>
                  <a:lnTo>
                    <a:pt x="6343225" y="419948"/>
                  </a:lnTo>
                  <a:lnTo>
                    <a:pt x="6299976" y="399946"/>
                  </a:lnTo>
                  <a:lnTo>
                    <a:pt x="6256605" y="380444"/>
                  </a:lnTo>
                  <a:lnTo>
                    <a:pt x="6213116" y="361442"/>
                  </a:lnTo>
                  <a:lnTo>
                    <a:pt x="6169512" y="342939"/>
                  </a:lnTo>
                  <a:lnTo>
                    <a:pt x="6125796" y="324934"/>
                  </a:lnTo>
                  <a:lnTo>
                    <a:pt x="6081973" y="307426"/>
                  </a:lnTo>
                  <a:lnTo>
                    <a:pt x="6038045" y="290414"/>
                  </a:lnTo>
                  <a:lnTo>
                    <a:pt x="5994017" y="273896"/>
                  </a:lnTo>
                  <a:lnTo>
                    <a:pt x="5949892" y="257873"/>
                  </a:lnTo>
                  <a:lnTo>
                    <a:pt x="5905673" y="242343"/>
                  </a:lnTo>
                  <a:lnTo>
                    <a:pt x="5861364" y="227304"/>
                  </a:lnTo>
                  <a:lnTo>
                    <a:pt x="5816969" y="212757"/>
                  </a:lnTo>
                  <a:lnTo>
                    <a:pt x="5772490" y="198701"/>
                  </a:lnTo>
                  <a:lnTo>
                    <a:pt x="5727933" y="185133"/>
                  </a:lnTo>
                  <a:lnTo>
                    <a:pt x="5683300" y="172054"/>
                  </a:lnTo>
                  <a:lnTo>
                    <a:pt x="5638595" y="159462"/>
                  </a:lnTo>
                  <a:lnTo>
                    <a:pt x="5593821" y="147357"/>
                  </a:lnTo>
                  <a:lnTo>
                    <a:pt x="5548982" y="135737"/>
                  </a:lnTo>
                  <a:lnTo>
                    <a:pt x="5504082" y="124601"/>
                  </a:lnTo>
                  <a:lnTo>
                    <a:pt x="5459124" y="113949"/>
                  </a:lnTo>
                  <a:lnTo>
                    <a:pt x="5414111" y="103780"/>
                  </a:lnTo>
                  <a:lnTo>
                    <a:pt x="5369048" y="94092"/>
                  </a:lnTo>
                  <a:lnTo>
                    <a:pt x="5323938" y="84885"/>
                  </a:lnTo>
                  <a:lnTo>
                    <a:pt x="5278784" y="76157"/>
                  </a:lnTo>
                  <a:lnTo>
                    <a:pt x="5233590" y="67908"/>
                  </a:lnTo>
                  <a:lnTo>
                    <a:pt x="5188360" y="60137"/>
                  </a:lnTo>
                  <a:lnTo>
                    <a:pt x="5143097" y="52843"/>
                  </a:lnTo>
                  <a:lnTo>
                    <a:pt x="5097804" y="46025"/>
                  </a:lnTo>
                  <a:lnTo>
                    <a:pt x="5052486" y="39682"/>
                  </a:lnTo>
                  <a:lnTo>
                    <a:pt x="5007146" y="33812"/>
                  </a:lnTo>
                  <a:lnTo>
                    <a:pt x="4961787" y="28416"/>
                  </a:lnTo>
                  <a:lnTo>
                    <a:pt x="4916413" y="23491"/>
                  </a:lnTo>
                  <a:lnTo>
                    <a:pt x="4871027" y="19038"/>
                  </a:lnTo>
                  <a:lnTo>
                    <a:pt x="4825634" y="15055"/>
                  </a:lnTo>
                  <a:lnTo>
                    <a:pt x="4780236" y="11541"/>
                  </a:lnTo>
                  <a:lnTo>
                    <a:pt x="4734838" y="8495"/>
                  </a:lnTo>
                  <a:lnTo>
                    <a:pt x="4689442" y="5917"/>
                  </a:lnTo>
                  <a:lnTo>
                    <a:pt x="4644053" y="3804"/>
                  </a:lnTo>
                  <a:lnTo>
                    <a:pt x="4598673" y="2158"/>
                  </a:lnTo>
                  <a:lnTo>
                    <a:pt x="4553308" y="975"/>
                  </a:lnTo>
                  <a:lnTo>
                    <a:pt x="4507959" y="256"/>
                  </a:lnTo>
                  <a:lnTo>
                    <a:pt x="4462631" y="0"/>
                  </a:lnTo>
                  <a:lnTo>
                    <a:pt x="4417327" y="204"/>
                  </a:lnTo>
                  <a:lnTo>
                    <a:pt x="4372051" y="870"/>
                  </a:lnTo>
                  <a:lnTo>
                    <a:pt x="4326806" y="1995"/>
                  </a:lnTo>
                  <a:lnTo>
                    <a:pt x="4281596" y="3579"/>
                  </a:lnTo>
                  <a:lnTo>
                    <a:pt x="4236425" y="5621"/>
                  </a:lnTo>
                  <a:lnTo>
                    <a:pt x="4191296" y="8119"/>
                  </a:lnTo>
                  <a:lnTo>
                    <a:pt x="4146212" y="11073"/>
                  </a:lnTo>
                  <a:lnTo>
                    <a:pt x="4101178" y="14482"/>
                  </a:lnTo>
                  <a:lnTo>
                    <a:pt x="4056196" y="18345"/>
                  </a:lnTo>
                  <a:lnTo>
                    <a:pt x="4011271" y="22660"/>
                  </a:lnTo>
                  <a:lnTo>
                    <a:pt x="3966406" y="27428"/>
                  </a:lnTo>
                  <a:lnTo>
                    <a:pt x="3921604" y="32647"/>
                  </a:lnTo>
                  <a:lnTo>
                    <a:pt x="3876869" y="38315"/>
                  </a:lnTo>
                  <a:lnTo>
                    <a:pt x="3832205" y="44433"/>
                  </a:lnTo>
                  <a:lnTo>
                    <a:pt x="3787615" y="50999"/>
                  </a:lnTo>
                  <a:lnTo>
                    <a:pt x="3743103" y="58012"/>
                  </a:lnTo>
                  <a:lnTo>
                    <a:pt x="3698672" y="65472"/>
                  </a:lnTo>
                  <a:lnTo>
                    <a:pt x="3654326" y="73376"/>
                  </a:lnTo>
                  <a:lnTo>
                    <a:pt x="3610068" y="81725"/>
                  </a:lnTo>
                  <a:lnTo>
                    <a:pt x="3565902" y="90517"/>
                  </a:lnTo>
                  <a:lnTo>
                    <a:pt x="3521832" y="99752"/>
                  </a:lnTo>
                  <a:lnTo>
                    <a:pt x="3477862" y="109428"/>
                  </a:lnTo>
                  <a:lnTo>
                    <a:pt x="3433993" y="119545"/>
                  </a:lnTo>
                  <a:lnTo>
                    <a:pt x="3390232" y="130101"/>
                  </a:lnTo>
                  <a:lnTo>
                    <a:pt x="3346580" y="141096"/>
                  </a:lnTo>
                  <a:lnTo>
                    <a:pt x="3303041" y="152528"/>
                  </a:lnTo>
                  <a:lnTo>
                    <a:pt x="3259620" y="164397"/>
                  </a:lnTo>
                  <a:lnTo>
                    <a:pt x="3216319" y="176702"/>
                  </a:lnTo>
                  <a:lnTo>
                    <a:pt x="3173142" y="189441"/>
                  </a:lnTo>
                  <a:lnTo>
                    <a:pt x="3130093" y="202615"/>
                  </a:lnTo>
                  <a:lnTo>
                    <a:pt x="3087175" y="216221"/>
                  </a:lnTo>
                  <a:lnTo>
                    <a:pt x="3044392" y="230259"/>
                  </a:lnTo>
                  <a:lnTo>
                    <a:pt x="3001748" y="244728"/>
                  </a:lnTo>
                  <a:lnTo>
                    <a:pt x="2959245" y="259627"/>
                  </a:lnTo>
                  <a:lnTo>
                    <a:pt x="2916888" y="274954"/>
                  </a:lnTo>
                  <a:lnTo>
                    <a:pt x="2874680" y="290710"/>
                  </a:lnTo>
                  <a:lnTo>
                    <a:pt x="2832625" y="306894"/>
                  </a:lnTo>
                  <a:lnTo>
                    <a:pt x="2790726" y="323503"/>
                  </a:lnTo>
                  <a:lnTo>
                    <a:pt x="2748987" y="340537"/>
                  </a:lnTo>
                  <a:lnTo>
                    <a:pt x="2707412" y="357996"/>
                  </a:lnTo>
                  <a:lnTo>
                    <a:pt x="2666003" y="375878"/>
                  </a:lnTo>
                  <a:lnTo>
                    <a:pt x="2624765" y="394182"/>
                  </a:lnTo>
                  <a:lnTo>
                    <a:pt x="2583701" y="412908"/>
                  </a:lnTo>
                  <a:lnTo>
                    <a:pt x="2542814" y="432054"/>
                  </a:lnTo>
                  <a:lnTo>
                    <a:pt x="2502109" y="451619"/>
                  </a:lnTo>
                  <a:lnTo>
                    <a:pt x="2461589" y="471603"/>
                  </a:lnTo>
                  <a:lnTo>
                    <a:pt x="2421257" y="492004"/>
                  </a:lnTo>
                  <a:lnTo>
                    <a:pt x="2381117" y="512822"/>
                  </a:lnTo>
                  <a:lnTo>
                    <a:pt x="2341172" y="534056"/>
                  </a:lnTo>
                  <a:lnTo>
                    <a:pt x="2301427" y="555705"/>
                  </a:lnTo>
                  <a:lnTo>
                    <a:pt x="2261884" y="577767"/>
                  </a:lnTo>
                  <a:lnTo>
                    <a:pt x="2222548" y="600241"/>
                  </a:lnTo>
                  <a:lnTo>
                    <a:pt x="2183421" y="623128"/>
                  </a:lnTo>
                  <a:lnTo>
                    <a:pt x="2144508" y="646426"/>
                  </a:lnTo>
                  <a:lnTo>
                    <a:pt x="2105811" y="670133"/>
                  </a:lnTo>
                  <a:lnTo>
                    <a:pt x="2067335" y="694249"/>
                  </a:lnTo>
                  <a:lnTo>
                    <a:pt x="2029083" y="718774"/>
                  </a:lnTo>
                  <a:lnTo>
                    <a:pt x="1991059" y="743705"/>
                  </a:lnTo>
                  <a:lnTo>
                    <a:pt x="1953266" y="769042"/>
                  </a:lnTo>
                  <a:lnTo>
                    <a:pt x="1915708" y="794785"/>
                  </a:lnTo>
                  <a:lnTo>
                    <a:pt x="1878388" y="820931"/>
                  </a:lnTo>
                  <a:lnTo>
                    <a:pt x="1841310" y="847481"/>
                  </a:lnTo>
                  <a:lnTo>
                    <a:pt x="1804477" y="874433"/>
                  </a:lnTo>
                  <a:lnTo>
                    <a:pt x="1767894" y="901787"/>
                  </a:lnTo>
                  <a:lnTo>
                    <a:pt x="1731563" y="929540"/>
                  </a:lnTo>
                  <a:lnTo>
                    <a:pt x="1695488" y="957693"/>
                  </a:lnTo>
                  <a:lnTo>
                    <a:pt x="1659673" y="986245"/>
                  </a:lnTo>
                  <a:lnTo>
                    <a:pt x="1624121" y="1015194"/>
                  </a:lnTo>
                  <a:lnTo>
                    <a:pt x="1588837" y="1044539"/>
                  </a:lnTo>
                  <a:lnTo>
                    <a:pt x="1553822" y="1074280"/>
                  </a:lnTo>
                  <a:lnTo>
                    <a:pt x="1519082" y="1104416"/>
                  </a:lnTo>
                  <a:lnTo>
                    <a:pt x="1484619" y="1134945"/>
                  </a:lnTo>
                  <a:lnTo>
                    <a:pt x="1450438" y="1165867"/>
                  </a:lnTo>
                  <a:lnTo>
                    <a:pt x="1416541" y="1197180"/>
                  </a:lnTo>
                  <a:lnTo>
                    <a:pt x="1382932" y="1228885"/>
                  </a:lnTo>
                  <a:lnTo>
                    <a:pt x="1349616" y="1260979"/>
                  </a:lnTo>
                  <a:lnTo>
                    <a:pt x="1316595" y="1293462"/>
                  </a:lnTo>
                  <a:lnTo>
                    <a:pt x="1283872" y="1326333"/>
                  </a:lnTo>
                  <a:lnTo>
                    <a:pt x="1251453" y="1359591"/>
                  </a:lnTo>
                  <a:lnTo>
                    <a:pt x="1219339" y="1393234"/>
                  </a:lnTo>
                  <a:lnTo>
                    <a:pt x="1187536" y="1427263"/>
                  </a:lnTo>
                  <a:lnTo>
                    <a:pt x="1156045" y="1461676"/>
                  </a:lnTo>
                  <a:lnTo>
                    <a:pt x="1124871" y="1496472"/>
                  </a:lnTo>
                  <a:lnTo>
                    <a:pt x="1094018" y="1531651"/>
                  </a:lnTo>
                  <a:lnTo>
                    <a:pt x="1063489" y="1567210"/>
                  </a:lnTo>
                  <a:lnTo>
                    <a:pt x="1033287" y="1603150"/>
                  </a:lnTo>
                  <a:lnTo>
                    <a:pt x="1003417" y="1639469"/>
                  </a:lnTo>
                  <a:lnTo>
                    <a:pt x="973881" y="1676166"/>
                  </a:lnTo>
                  <a:lnTo>
                    <a:pt x="944683" y="1713240"/>
                  </a:lnTo>
                  <a:lnTo>
                    <a:pt x="915828" y="1750692"/>
                  </a:lnTo>
                  <a:lnTo>
                    <a:pt x="887317" y="1788518"/>
                  </a:lnTo>
                  <a:lnTo>
                    <a:pt x="859156" y="1826719"/>
                  </a:lnTo>
                  <a:lnTo>
                    <a:pt x="831347" y="1865294"/>
                  </a:lnTo>
                  <a:lnTo>
                    <a:pt x="803894" y="1904241"/>
                  </a:lnTo>
                  <a:lnTo>
                    <a:pt x="776801" y="1943560"/>
                  </a:lnTo>
                  <a:lnTo>
                    <a:pt x="750071" y="1983249"/>
                  </a:lnTo>
                  <a:lnTo>
                    <a:pt x="723708" y="2023309"/>
                  </a:lnTo>
                  <a:lnTo>
                    <a:pt x="697715" y="2063737"/>
                  </a:lnTo>
                  <a:lnTo>
                    <a:pt x="672097" y="2104532"/>
                  </a:lnTo>
                  <a:lnTo>
                    <a:pt x="646856" y="2145695"/>
                  </a:lnTo>
                  <a:lnTo>
                    <a:pt x="621995" y="2187224"/>
                  </a:lnTo>
                  <a:lnTo>
                    <a:pt x="597520" y="2229117"/>
                  </a:lnTo>
                  <a:lnTo>
                    <a:pt x="573492" y="2271270"/>
                  </a:lnTo>
                  <a:lnTo>
                    <a:pt x="549973" y="2313573"/>
                  </a:lnTo>
                  <a:lnTo>
                    <a:pt x="526961" y="2356023"/>
                  </a:lnTo>
                  <a:lnTo>
                    <a:pt x="504456" y="2398617"/>
                  </a:lnTo>
                  <a:lnTo>
                    <a:pt x="482455" y="2441351"/>
                  </a:lnTo>
                  <a:lnTo>
                    <a:pt x="460960" y="2484221"/>
                  </a:lnTo>
                  <a:lnTo>
                    <a:pt x="439967" y="2527224"/>
                  </a:lnTo>
                  <a:lnTo>
                    <a:pt x="419477" y="2570357"/>
                  </a:lnTo>
                  <a:lnTo>
                    <a:pt x="399489" y="2613616"/>
                  </a:lnTo>
                  <a:lnTo>
                    <a:pt x="380001" y="2656996"/>
                  </a:lnTo>
                  <a:lnTo>
                    <a:pt x="361013" y="2700496"/>
                  </a:lnTo>
                  <a:lnTo>
                    <a:pt x="342524" y="2744110"/>
                  </a:lnTo>
                  <a:lnTo>
                    <a:pt x="324532" y="2787836"/>
                  </a:lnTo>
                  <a:lnTo>
                    <a:pt x="307037" y="2831670"/>
                  </a:lnTo>
                  <a:lnTo>
                    <a:pt x="290038" y="2875608"/>
                  </a:lnTo>
                  <a:lnTo>
                    <a:pt x="273534" y="2919647"/>
                  </a:lnTo>
                  <a:lnTo>
                    <a:pt x="257524" y="2963783"/>
                  </a:lnTo>
                  <a:lnTo>
                    <a:pt x="242006" y="3008013"/>
                  </a:lnTo>
                  <a:lnTo>
                    <a:pt x="226981" y="3052333"/>
                  </a:lnTo>
                  <a:lnTo>
                    <a:pt x="212447" y="3096740"/>
                  </a:lnTo>
                  <a:lnTo>
                    <a:pt x="198402" y="3141229"/>
                  </a:lnTo>
                  <a:lnTo>
                    <a:pt x="184847" y="3185798"/>
                  </a:lnTo>
                  <a:lnTo>
                    <a:pt x="171780" y="3230443"/>
                  </a:lnTo>
                  <a:lnTo>
                    <a:pt x="159200" y="3275160"/>
                  </a:lnTo>
                  <a:lnTo>
                    <a:pt x="147107" y="3319945"/>
                  </a:lnTo>
                  <a:lnTo>
                    <a:pt x="135499" y="3364796"/>
                  </a:lnTo>
                  <a:lnTo>
                    <a:pt x="124375" y="3409708"/>
                  </a:lnTo>
                  <a:lnTo>
                    <a:pt x="113734" y="3454678"/>
                  </a:lnTo>
                  <a:lnTo>
                    <a:pt x="103576" y="3499702"/>
                  </a:lnTo>
                  <a:lnTo>
                    <a:pt x="93899" y="3544778"/>
                  </a:lnTo>
                  <a:lnTo>
                    <a:pt x="84703" y="3589900"/>
                  </a:lnTo>
                  <a:lnTo>
                    <a:pt x="75986" y="3635067"/>
                  </a:lnTo>
                  <a:lnTo>
                    <a:pt x="67748" y="3680273"/>
                  </a:lnTo>
                  <a:lnTo>
                    <a:pt x="59988" y="3725516"/>
                  </a:lnTo>
                  <a:lnTo>
                    <a:pt x="52704" y="3770792"/>
                  </a:lnTo>
                  <a:lnTo>
                    <a:pt x="45896" y="3816097"/>
                  </a:lnTo>
                  <a:lnTo>
                    <a:pt x="39563" y="3861428"/>
                  </a:lnTo>
                  <a:lnTo>
                    <a:pt x="33704" y="3906781"/>
                  </a:lnTo>
                  <a:lnTo>
                    <a:pt x="28317" y="3952153"/>
                  </a:lnTo>
                  <a:lnTo>
                    <a:pt x="23402" y="3997540"/>
                  </a:lnTo>
                  <a:lnTo>
                    <a:pt x="18959" y="4042939"/>
                  </a:lnTo>
                  <a:lnTo>
                    <a:pt x="14985" y="4088346"/>
                  </a:lnTo>
                  <a:lnTo>
                    <a:pt x="11480" y="4133757"/>
                  </a:lnTo>
                  <a:lnTo>
                    <a:pt x="8443" y="4179169"/>
                  </a:lnTo>
                  <a:lnTo>
                    <a:pt x="5874" y="4224578"/>
                  </a:lnTo>
                  <a:lnTo>
                    <a:pt x="3771" y="4269981"/>
                  </a:lnTo>
                  <a:lnTo>
                    <a:pt x="2132" y="4315374"/>
                  </a:lnTo>
                  <a:lnTo>
                    <a:pt x="958" y="4360753"/>
                  </a:lnTo>
                  <a:lnTo>
                    <a:pt x="248" y="4406116"/>
                  </a:lnTo>
                  <a:lnTo>
                    <a:pt x="0" y="4451458"/>
                  </a:lnTo>
                  <a:lnTo>
                    <a:pt x="213" y="4496776"/>
                  </a:lnTo>
                  <a:lnTo>
                    <a:pt x="886" y="4542066"/>
                  </a:lnTo>
                  <a:lnTo>
                    <a:pt x="2019" y="4587324"/>
                  </a:lnTo>
                  <a:lnTo>
                    <a:pt x="3610" y="4632548"/>
                  </a:lnTo>
                  <a:lnTo>
                    <a:pt x="5659" y="4677734"/>
                  </a:lnTo>
                  <a:lnTo>
                    <a:pt x="8165" y="4722877"/>
                  </a:lnTo>
                  <a:lnTo>
                    <a:pt x="11126" y="4767975"/>
                  </a:lnTo>
                  <a:lnTo>
                    <a:pt x="14542" y="4813024"/>
                  </a:lnTo>
                  <a:lnTo>
                    <a:pt x="18412" y="4858020"/>
                  </a:lnTo>
                  <a:lnTo>
                    <a:pt x="22734" y="4902960"/>
                  </a:lnTo>
                  <a:lnTo>
                    <a:pt x="27508" y="4947840"/>
                  </a:lnTo>
                  <a:lnTo>
                    <a:pt x="32733" y="4992656"/>
                  </a:lnTo>
                  <a:lnTo>
                    <a:pt x="38408" y="5037406"/>
                  </a:lnTo>
                  <a:lnTo>
                    <a:pt x="44532" y="5082085"/>
                  </a:lnTo>
                  <a:lnTo>
                    <a:pt x="51104" y="5126690"/>
                  </a:lnTo>
                  <a:lnTo>
                    <a:pt x="58123" y="5171217"/>
                  </a:lnTo>
                  <a:lnTo>
                    <a:pt x="65588" y="5215663"/>
                  </a:lnTo>
                  <a:lnTo>
                    <a:pt x="73498" y="5260024"/>
                  </a:lnTo>
                  <a:lnTo>
                    <a:pt x="81852" y="5304297"/>
                  </a:lnTo>
                  <a:lnTo>
                    <a:pt x="90650" y="5348477"/>
                  </a:lnTo>
                  <a:lnTo>
                    <a:pt x="99890" y="5392562"/>
                  </a:lnTo>
                  <a:lnTo>
                    <a:pt x="109571" y="5436548"/>
                  </a:lnTo>
                  <a:lnTo>
                    <a:pt x="119692" y="5480432"/>
                  </a:lnTo>
                  <a:lnTo>
                    <a:pt x="130253" y="5524209"/>
                  </a:lnTo>
                  <a:lnTo>
                    <a:pt x="141252" y="5567876"/>
                  </a:lnTo>
                  <a:lnTo>
                    <a:pt x="152688" y="5611430"/>
                  </a:lnTo>
                  <a:lnTo>
                    <a:pt x="164561" y="5654867"/>
                  </a:lnTo>
                  <a:lnTo>
                    <a:pt x="176870" y="5698183"/>
                  </a:lnTo>
                  <a:lnTo>
                    <a:pt x="189613" y="5741375"/>
                  </a:lnTo>
                  <a:lnTo>
                    <a:pt x="202790" y="5784440"/>
                  </a:lnTo>
                  <a:lnTo>
                    <a:pt x="216399" y="5827373"/>
                  </a:lnTo>
                  <a:lnTo>
                    <a:pt x="230441" y="5870171"/>
                  </a:lnTo>
                  <a:lnTo>
                    <a:pt x="244913" y="5912831"/>
                  </a:lnTo>
                  <a:lnTo>
                    <a:pt x="259814" y="5955350"/>
                  </a:lnTo>
                  <a:lnTo>
                    <a:pt x="275145" y="5997722"/>
                  </a:lnTo>
                  <a:lnTo>
                    <a:pt x="290904" y="6039946"/>
                  </a:lnTo>
                  <a:lnTo>
                    <a:pt x="307089" y="6082017"/>
                  </a:lnTo>
                  <a:lnTo>
                    <a:pt x="323701" y="6123931"/>
                  </a:lnTo>
                  <a:lnTo>
                    <a:pt x="335643" y="6153200"/>
                  </a:lnTo>
                </a:path>
                <a:path w="8297544" h="6153784">
                  <a:moveTo>
                    <a:pt x="8297531" y="2197393"/>
                  </a:moveTo>
                  <a:lnTo>
                    <a:pt x="8266865" y="2145860"/>
                  </a:lnTo>
                  <a:lnTo>
                    <a:pt x="8243158" y="2107147"/>
                  </a:lnTo>
                  <a:lnTo>
                    <a:pt x="8219042" y="2068655"/>
                  </a:lnTo>
                  <a:lnTo>
                    <a:pt x="8194519" y="2030387"/>
                  </a:lnTo>
                  <a:lnTo>
                    <a:pt x="8169588" y="1992347"/>
                  </a:lnTo>
                  <a:lnTo>
                    <a:pt x="8144252" y="1954537"/>
                  </a:lnTo>
                  <a:lnTo>
                    <a:pt x="8118511" y="1916963"/>
                  </a:lnTo>
                  <a:lnTo>
                    <a:pt x="8092366" y="1879627"/>
                  </a:lnTo>
                  <a:lnTo>
                    <a:pt x="8065818" y="1842533"/>
                  </a:lnTo>
                  <a:lnTo>
                    <a:pt x="8038867" y="1805684"/>
                  </a:lnTo>
                  <a:lnTo>
                    <a:pt x="8011516" y="1769084"/>
                  </a:lnTo>
                  <a:lnTo>
                    <a:pt x="7983765" y="1732737"/>
                  </a:lnTo>
                  <a:lnTo>
                    <a:pt x="7955614" y="1696646"/>
                  </a:lnTo>
                  <a:lnTo>
                    <a:pt x="7927065" y="1660815"/>
                  </a:lnTo>
                  <a:lnTo>
                    <a:pt x="7898119" y="1625247"/>
                  </a:lnTo>
                  <a:lnTo>
                    <a:pt x="7868776" y="1589946"/>
                  </a:lnTo>
                  <a:lnTo>
                    <a:pt x="7839038" y="1554916"/>
                  </a:lnTo>
                  <a:lnTo>
                    <a:pt x="7808906" y="1520159"/>
                  </a:lnTo>
                  <a:lnTo>
                    <a:pt x="7778380" y="1485681"/>
                  </a:lnTo>
                  <a:lnTo>
                    <a:pt x="7747462" y="1451483"/>
                  </a:lnTo>
                  <a:lnTo>
                    <a:pt x="7716152" y="1417570"/>
                  </a:lnTo>
                  <a:lnTo>
                    <a:pt x="7684451" y="1383946"/>
                  </a:lnTo>
                  <a:lnTo>
                    <a:pt x="7652361" y="1350613"/>
                  </a:lnTo>
                  <a:lnTo>
                    <a:pt x="7619882" y="1317576"/>
                  </a:lnTo>
                  <a:lnTo>
                    <a:pt x="7587016" y="1284837"/>
                  </a:lnTo>
                  <a:lnTo>
                    <a:pt x="7553763" y="1252402"/>
                  </a:lnTo>
                  <a:lnTo>
                    <a:pt x="7520124" y="1220272"/>
                  </a:lnTo>
                  <a:lnTo>
                    <a:pt x="7486100" y="1188453"/>
                  </a:lnTo>
                  <a:lnTo>
                    <a:pt x="7451692" y="1156946"/>
                  </a:lnTo>
                  <a:lnTo>
                    <a:pt x="7416901" y="1125757"/>
                  </a:lnTo>
                  <a:lnTo>
                    <a:pt x="7381728" y="1094887"/>
                  </a:lnTo>
                  <a:lnTo>
                    <a:pt x="7346174" y="1064342"/>
                  </a:lnTo>
                  <a:lnTo>
                    <a:pt x="7310241" y="1034125"/>
                  </a:lnTo>
                  <a:lnTo>
                    <a:pt x="7273928" y="1004238"/>
                  </a:lnTo>
                  <a:lnTo>
                    <a:pt x="7237236" y="974687"/>
                  </a:lnTo>
                  <a:lnTo>
                    <a:pt x="7200168" y="945473"/>
                  </a:lnTo>
                  <a:lnTo>
                    <a:pt x="7162724" y="916602"/>
                  </a:lnTo>
                  <a:lnTo>
                    <a:pt x="7124904" y="888076"/>
                  </a:lnTo>
                  <a:lnTo>
                    <a:pt x="7086709" y="859899"/>
                  </a:lnTo>
                  <a:lnTo>
                    <a:pt x="7048142" y="832074"/>
                  </a:lnTo>
                  <a:lnTo>
                    <a:pt x="7009202" y="804606"/>
                  </a:lnTo>
                  <a:lnTo>
                    <a:pt x="6969890" y="777497"/>
                  </a:lnTo>
                  <a:lnTo>
                    <a:pt x="6930209" y="750752"/>
                  </a:lnTo>
                  <a:lnTo>
                    <a:pt x="6890157" y="724374"/>
                  </a:lnTo>
                  <a:lnTo>
                    <a:pt x="6849737" y="698365"/>
                  </a:lnTo>
                  <a:lnTo>
                    <a:pt x="6808949" y="672731"/>
                  </a:lnTo>
                  <a:lnTo>
                    <a:pt x="6767795" y="647475"/>
                  </a:lnTo>
                  <a:lnTo>
                    <a:pt x="6726275" y="622599"/>
                  </a:lnTo>
                  <a:lnTo>
                    <a:pt x="6684390" y="598109"/>
                  </a:lnTo>
                </a:path>
              </a:pathLst>
            </a:custGeom>
            <a:ln w="38100">
              <a:solidFill>
                <a:srgbClr val="FFFFFF"/>
              </a:solidFill>
            </a:ln>
          </p:spPr>
          <p:txBody>
            <a:bodyPr wrap="square" lIns="0" tIns="0" rIns="0" bIns="0" rtlCol="0"/>
            <a:lstStyle/>
            <a:p>
              <a:endParaRPr/>
            </a:p>
          </p:txBody>
        </p:sp>
        <p:sp>
          <p:nvSpPr>
            <p:cNvPr id="78" name="object 31"/>
            <p:cNvSpPr/>
            <p:nvPr userDrawn="1"/>
          </p:nvSpPr>
          <p:spPr>
            <a:xfrm>
              <a:off x="13709998" y="6396318"/>
              <a:ext cx="6629400" cy="5862320"/>
            </a:xfrm>
            <a:custGeom>
              <a:avLst/>
              <a:gdLst/>
              <a:ahLst/>
              <a:cxnLst/>
              <a:rect l="l" t="t" r="r" b="b"/>
              <a:pathLst>
                <a:path w="6629400" h="5862320">
                  <a:moveTo>
                    <a:pt x="6028090" y="546454"/>
                  </a:moveTo>
                  <a:lnTo>
                    <a:pt x="5986140" y="522363"/>
                  </a:lnTo>
                  <a:lnTo>
                    <a:pt x="5944026" y="498832"/>
                  </a:lnTo>
                  <a:lnTo>
                    <a:pt x="5901752" y="475859"/>
                  </a:lnTo>
                  <a:lnTo>
                    <a:pt x="5859324" y="453444"/>
                  </a:lnTo>
                  <a:lnTo>
                    <a:pt x="5816745" y="431585"/>
                  </a:lnTo>
                  <a:lnTo>
                    <a:pt x="5774019" y="410280"/>
                  </a:lnTo>
                  <a:lnTo>
                    <a:pt x="5731151" y="389530"/>
                  </a:lnTo>
                  <a:lnTo>
                    <a:pt x="5688146" y="369333"/>
                  </a:lnTo>
                  <a:lnTo>
                    <a:pt x="5645007" y="349687"/>
                  </a:lnTo>
                  <a:lnTo>
                    <a:pt x="5601738" y="330591"/>
                  </a:lnTo>
                  <a:lnTo>
                    <a:pt x="5558345" y="312045"/>
                  </a:lnTo>
                  <a:lnTo>
                    <a:pt x="5514831" y="294047"/>
                  </a:lnTo>
                  <a:lnTo>
                    <a:pt x="5471201" y="276595"/>
                  </a:lnTo>
                  <a:lnTo>
                    <a:pt x="5427459" y="259690"/>
                  </a:lnTo>
                  <a:lnTo>
                    <a:pt x="5383609" y="243329"/>
                  </a:lnTo>
                  <a:lnTo>
                    <a:pt x="5339656" y="227512"/>
                  </a:lnTo>
                  <a:lnTo>
                    <a:pt x="5295604" y="212237"/>
                  </a:lnTo>
                  <a:lnTo>
                    <a:pt x="5251457" y="197503"/>
                  </a:lnTo>
                  <a:lnTo>
                    <a:pt x="5207219" y="183309"/>
                  </a:lnTo>
                  <a:lnTo>
                    <a:pt x="5162896" y="169655"/>
                  </a:lnTo>
                  <a:lnTo>
                    <a:pt x="5118490" y="156537"/>
                  </a:lnTo>
                  <a:lnTo>
                    <a:pt x="5074007" y="143957"/>
                  </a:lnTo>
                  <a:lnTo>
                    <a:pt x="5029450" y="131912"/>
                  </a:lnTo>
                  <a:lnTo>
                    <a:pt x="4984825" y="120401"/>
                  </a:lnTo>
                  <a:lnTo>
                    <a:pt x="4940135" y="109423"/>
                  </a:lnTo>
                  <a:lnTo>
                    <a:pt x="4895384" y="98977"/>
                  </a:lnTo>
                  <a:lnTo>
                    <a:pt x="4850578" y="89062"/>
                  </a:lnTo>
                  <a:lnTo>
                    <a:pt x="4805720" y="79677"/>
                  </a:lnTo>
                  <a:lnTo>
                    <a:pt x="4760814" y="70820"/>
                  </a:lnTo>
                  <a:lnTo>
                    <a:pt x="4715865" y="62491"/>
                  </a:lnTo>
                  <a:lnTo>
                    <a:pt x="4670877" y="54688"/>
                  </a:lnTo>
                  <a:lnTo>
                    <a:pt x="4625855" y="47410"/>
                  </a:lnTo>
                  <a:lnTo>
                    <a:pt x="4580802" y="40655"/>
                  </a:lnTo>
                  <a:lnTo>
                    <a:pt x="4535724" y="34424"/>
                  </a:lnTo>
                  <a:lnTo>
                    <a:pt x="4490624" y="28714"/>
                  </a:lnTo>
                  <a:lnTo>
                    <a:pt x="4445506" y="23524"/>
                  </a:lnTo>
                  <a:lnTo>
                    <a:pt x="4400376" y="18854"/>
                  </a:lnTo>
                  <a:lnTo>
                    <a:pt x="4355237" y="14702"/>
                  </a:lnTo>
                  <a:lnTo>
                    <a:pt x="4310093" y="11067"/>
                  </a:lnTo>
                  <a:lnTo>
                    <a:pt x="4264949" y="7948"/>
                  </a:lnTo>
                  <a:lnTo>
                    <a:pt x="4219809" y="5343"/>
                  </a:lnTo>
                  <a:lnTo>
                    <a:pt x="4174678" y="3252"/>
                  </a:lnTo>
                  <a:lnTo>
                    <a:pt x="4129560" y="1673"/>
                  </a:lnTo>
                  <a:lnTo>
                    <a:pt x="4084459" y="606"/>
                  </a:lnTo>
                  <a:lnTo>
                    <a:pt x="4039379" y="48"/>
                  </a:lnTo>
                  <a:lnTo>
                    <a:pt x="3994324" y="0"/>
                  </a:lnTo>
                  <a:lnTo>
                    <a:pt x="3949300" y="459"/>
                  </a:lnTo>
                  <a:lnTo>
                    <a:pt x="3904310" y="1424"/>
                  </a:lnTo>
                  <a:lnTo>
                    <a:pt x="3859359" y="2896"/>
                  </a:lnTo>
                  <a:lnTo>
                    <a:pt x="3814450" y="4871"/>
                  </a:lnTo>
                  <a:lnTo>
                    <a:pt x="3769589" y="7350"/>
                  </a:lnTo>
                  <a:lnTo>
                    <a:pt x="3724779" y="10331"/>
                  </a:lnTo>
                  <a:lnTo>
                    <a:pt x="3680026" y="13812"/>
                  </a:lnTo>
                  <a:lnTo>
                    <a:pt x="3635332" y="17793"/>
                  </a:lnTo>
                  <a:lnTo>
                    <a:pt x="3590702" y="22273"/>
                  </a:lnTo>
                  <a:lnTo>
                    <a:pt x="3546142" y="27250"/>
                  </a:lnTo>
                  <a:lnTo>
                    <a:pt x="3501654" y="32723"/>
                  </a:lnTo>
                  <a:lnTo>
                    <a:pt x="3457243" y="38692"/>
                  </a:lnTo>
                  <a:lnTo>
                    <a:pt x="3412915" y="45154"/>
                  </a:lnTo>
                  <a:lnTo>
                    <a:pt x="3368672" y="52109"/>
                  </a:lnTo>
                  <a:lnTo>
                    <a:pt x="3324519" y="59556"/>
                  </a:lnTo>
                  <a:lnTo>
                    <a:pt x="3280461" y="67493"/>
                  </a:lnTo>
                  <a:lnTo>
                    <a:pt x="3236502" y="75920"/>
                  </a:lnTo>
                  <a:lnTo>
                    <a:pt x="3192646" y="84834"/>
                  </a:lnTo>
                  <a:lnTo>
                    <a:pt x="3148897" y="94236"/>
                  </a:lnTo>
                  <a:lnTo>
                    <a:pt x="3105260" y="104123"/>
                  </a:lnTo>
                  <a:lnTo>
                    <a:pt x="3061739" y="114496"/>
                  </a:lnTo>
                  <a:lnTo>
                    <a:pt x="3018339" y="125351"/>
                  </a:lnTo>
                  <a:lnTo>
                    <a:pt x="2975063" y="136689"/>
                  </a:lnTo>
                  <a:lnTo>
                    <a:pt x="2931916" y="148509"/>
                  </a:lnTo>
                  <a:lnTo>
                    <a:pt x="2888902" y="160808"/>
                  </a:lnTo>
                  <a:lnTo>
                    <a:pt x="2846026" y="173586"/>
                  </a:lnTo>
                  <a:lnTo>
                    <a:pt x="2803292" y="186843"/>
                  </a:lnTo>
                  <a:lnTo>
                    <a:pt x="2760704" y="200575"/>
                  </a:lnTo>
                  <a:lnTo>
                    <a:pt x="2718266" y="214784"/>
                  </a:lnTo>
                  <a:lnTo>
                    <a:pt x="2675983" y="229466"/>
                  </a:lnTo>
                  <a:lnTo>
                    <a:pt x="2633859" y="244622"/>
                  </a:lnTo>
                  <a:lnTo>
                    <a:pt x="2591899" y="260250"/>
                  </a:lnTo>
                  <a:lnTo>
                    <a:pt x="2550106" y="276348"/>
                  </a:lnTo>
                  <a:lnTo>
                    <a:pt x="2508485" y="292917"/>
                  </a:lnTo>
                  <a:lnTo>
                    <a:pt x="2467041" y="309953"/>
                  </a:lnTo>
                  <a:lnTo>
                    <a:pt x="2425777" y="327458"/>
                  </a:lnTo>
                  <a:lnTo>
                    <a:pt x="2384698" y="345428"/>
                  </a:lnTo>
                  <a:lnTo>
                    <a:pt x="2343808" y="363864"/>
                  </a:lnTo>
                  <a:lnTo>
                    <a:pt x="2303112" y="382763"/>
                  </a:lnTo>
                  <a:lnTo>
                    <a:pt x="2262613" y="402126"/>
                  </a:lnTo>
                  <a:lnTo>
                    <a:pt x="2222317" y="421950"/>
                  </a:lnTo>
                  <a:lnTo>
                    <a:pt x="2182227" y="442234"/>
                  </a:lnTo>
                  <a:lnTo>
                    <a:pt x="2142347" y="462978"/>
                  </a:lnTo>
                  <a:lnTo>
                    <a:pt x="2102683" y="484180"/>
                  </a:lnTo>
                  <a:lnTo>
                    <a:pt x="2063238" y="505839"/>
                  </a:lnTo>
                  <a:lnTo>
                    <a:pt x="2024016" y="527954"/>
                  </a:lnTo>
                  <a:lnTo>
                    <a:pt x="1985023" y="550523"/>
                  </a:lnTo>
                  <a:lnTo>
                    <a:pt x="1946261" y="573547"/>
                  </a:lnTo>
                  <a:lnTo>
                    <a:pt x="1907737" y="597022"/>
                  </a:lnTo>
                  <a:lnTo>
                    <a:pt x="1869453" y="620949"/>
                  </a:lnTo>
                  <a:lnTo>
                    <a:pt x="1831414" y="645326"/>
                  </a:lnTo>
                  <a:lnTo>
                    <a:pt x="1793624" y="670152"/>
                  </a:lnTo>
                  <a:lnTo>
                    <a:pt x="1756089" y="695426"/>
                  </a:lnTo>
                  <a:lnTo>
                    <a:pt x="1718811" y="721146"/>
                  </a:lnTo>
                  <a:lnTo>
                    <a:pt x="1681795" y="747312"/>
                  </a:lnTo>
                  <a:lnTo>
                    <a:pt x="1645047" y="773922"/>
                  </a:lnTo>
                  <a:lnTo>
                    <a:pt x="1608569" y="800975"/>
                  </a:lnTo>
                  <a:lnTo>
                    <a:pt x="1572366" y="828471"/>
                  </a:lnTo>
                  <a:lnTo>
                    <a:pt x="1536443" y="856407"/>
                  </a:lnTo>
                  <a:lnTo>
                    <a:pt x="1500804" y="884783"/>
                  </a:lnTo>
                  <a:lnTo>
                    <a:pt x="1465453" y="913598"/>
                  </a:lnTo>
                  <a:lnTo>
                    <a:pt x="1430395" y="942850"/>
                  </a:lnTo>
                  <a:lnTo>
                    <a:pt x="1395633" y="972538"/>
                  </a:lnTo>
                  <a:lnTo>
                    <a:pt x="1361172" y="1002662"/>
                  </a:lnTo>
                  <a:lnTo>
                    <a:pt x="1327017" y="1033219"/>
                  </a:lnTo>
                  <a:lnTo>
                    <a:pt x="1293171" y="1064209"/>
                  </a:lnTo>
                  <a:lnTo>
                    <a:pt x="1259639" y="1095631"/>
                  </a:lnTo>
                  <a:lnTo>
                    <a:pt x="1226426" y="1127484"/>
                  </a:lnTo>
                  <a:lnTo>
                    <a:pt x="1193535" y="1159765"/>
                  </a:lnTo>
                  <a:lnTo>
                    <a:pt x="1160971" y="1192475"/>
                  </a:lnTo>
                  <a:lnTo>
                    <a:pt x="1128738" y="1225612"/>
                  </a:lnTo>
                  <a:lnTo>
                    <a:pt x="1096841" y="1259175"/>
                  </a:lnTo>
                  <a:lnTo>
                    <a:pt x="1065283" y="1293163"/>
                  </a:lnTo>
                  <a:lnTo>
                    <a:pt x="1034069" y="1327574"/>
                  </a:lnTo>
                  <a:lnTo>
                    <a:pt x="1003204" y="1362408"/>
                  </a:lnTo>
                  <a:lnTo>
                    <a:pt x="972692" y="1397663"/>
                  </a:lnTo>
                  <a:lnTo>
                    <a:pt x="942536" y="1433338"/>
                  </a:lnTo>
                  <a:lnTo>
                    <a:pt x="912742" y="1469432"/>
                  </a:lnTo>
                  <a:lnTo>
                    <a:pt x="883314" y="1505944"/>
                  </a:lnTo>
                  <a:lnTo>
                    <a:pt x="854255" y="1542872"/>
                  </a:lnTo>
                  <a:lnTo>
                    <a:pt x="825570" y="1580217"/>
                  </a:lnTo>
                  <a:lnTo>
                    <a:pt x="797265" y="1617975"/>
                  </a:lnTo>
                  <a:lnTo>
                    <a:pt x="769341" y="1656147"/>
                  </a:lnTo>
                  <a:lnTo>
                    <a:pt x="741805" y="1694730"/>
                  </a:lnTo>
                  <a:lnTo>
                    <a:pt x="714661" y="1733725"/>
                  </a:lnTo>
                  <a:lnTo>
                    <a:pt x="687912" y="1773130"/>
                  </a:lnTo>
                  <a:lnTo>
                    <a:pt x="661563" y="1812943"/>
                  </a:lnTo>
                  <a:lnTo>
                    <a:pt x="635618" y="1853163"/>
                  </a:lnTo>
                  <a:lnTo>
                    <a:pt x="610082" y="1893790"/>
                  </a:lnTo>
                  <a:lnTo>
                    <a:pt x="584959" y="1934822"/>
                  </a:lnTo>
                  <a:lnTo>
                    <a:pt x="560253" y="1976258"/>
                  </a:lnTo>
                  <a:lnTo>
                    <a:pt x="535969" y="2018096"/>
                  </a:lnTo>
                  <a:lnTo>
                    <a:pt x="512176" y="2060222"/>
                  </a:lnTo>
                  <a:lnTo>
                    <a:pt x="488939" y="2102513"/>
                  </a:lnTo>
                  <a:lnTo>
                    <a:pt x="466258" y="2144968"/>
                  </a:lnTo>
                  <a:lnTo>
                    <a:pt x="444131" y="2187580"/>
                  </a:lnTo>
                  <a:lnTo>
                    <a:pt x="422558" y="2230345"/>
                  </a:lnTo>
                  <a:lnTo>
                    <a:pt x="401537" y="2273260"/>
                  </a:lnTo>
                  <a:lnTo>
                    <a:pt x="381066" y="2316320"/>
                  </a:lnTo>
                  <a:lnTo>
                    <a:pt x="361146" y="2359521"/>
                  </a:lnTo>
                  <a:lnTo>
                    <a:pt x="341774" y="2402858"/>
                  </a:lnTo>
                  <a:lnTo>
                    <a:pt x="322950" y="2446327"/>
                  </a:lnTo>
                  <a:lnTo>
                    <a:pt x="304672" y="2489923"/>
                  </a:lnTo>
                  <a:lnTo>
                    <a:pt x="286939" y="2533643"/>
                  </a:lnTo>
                  <a:lnTo>
                    <a:pt x="269750" y="2577482"/>
                  </a:lnTo>
                  <a:lnTo>
                    <a:pt x="253105" y="2621435"/>
                  </a:lnTo>
                  <a:lnTo>
                    <a:pt x="237000" y="2665499"/>
                  </a:lnTo>
                  <a:lnTo>
                    <a:pt x="221437" y="2709669"/>
                  </a:lnTo>
                  <a:lnTo>
                    <a:pt x="206412" y="2753940"/>
                  </a:lnTo>
                  <a:lnTo>
                    <a:pt x="191926" y="2798309"/>
                  </a:lnTo>
                  <a:lnTo>
                    <a:pt x="177977" y="2842770"/>
                  </a:lnTo>
                  <a:lnTo>
                    <a:pt x="164564" y="2887320"/>
                  </a:lnTo>
                  <a:lnTo>
                    <a:pt x="151686" y="2931955"/>
                  </a:lnTo>
                  <a:lnTo>
                    <a:pt x="139341" y="2976669"/>
                  </a:lnTo>
                  <a:lnTo>
                    <a:pt x="127528" y="3021459"/>
                  </a:lnTo>
                  <a:lnTo>
                    <a:pt x="116247" y="3066320"/>
                  </a:lnTo>
                  <a:lnTo>
                    <a:pt x="105496" y="3111249"/>
                  </a:lnTo>
                  <a:lnTo>
                    <a:pt x="95273" y="3156240"/>
                  </a:lnTo>
                  <a:lnTo>
                    <a:pt x="85579" y="3201289"/>
                  </a:lnTo>
                  <a:lnTo>
                    <a:pt x="76411" y="3246392"/>
                  </a:lnTo>
                  <a:lnTo>
                    <a:pt x="67768" y="3291545"/>
                  </a:lnTo>
                  <a:lnTo>
                    <a:pt x="59650" y="3336743"/>
                  </a:lnTo>
                  <a:lnTo>
                    <a:pt x="52055" y="3381982"/>
                  </a:lnTo>
                  <a:lnTo>
                    <a:pt x="44982" y="3427258"/>
                  </a:lnTo>
                  <a:lnTo>
                    <a:pt x="38429" y="3472566"/>
                  </a:lnTo>
                  <a:lnTo>
                    <a:pt x="32397" y="3517902"/>
                  </a:lnTo>
                  <a:lnTo>
                    <a:pt x="26882" y="3563261"/>
                  </a:lnTo>
                  <a:lnTo>
                    <a:pt x="21885" y="3608640"/>
                  </a:lnTo>
                  <a:lnTo>
                    <a:pt x="17405" y="3654034"/>
                  </a:lnTo>
                  <a:lnTo>
                    <a:pt x="13439" y="3699438"/>
                  </a:lnTo>
                  <a:lnTo>
                    <a:pt x="9987" y="3744849"/>
                  </a:lnTo>
                  <a:lnTo>
                    <a:pt x="7047" y="3790262"/>
                  </a:lnTo>
                  <a:lnTo>
                    <a:pt x="4619" y="3835672"/>
                  </a:lnTo>
                  <a:lnTo>
                    <a:pt x="2702" y="3881076"/>
                  </a:lnTo>
                  <a:lnTo>
                    <a:pt x="1293" y="3926468"/>
                  </a:lnTo>
                  <a:lnTo>
                    <a:pt x="393" y="3971846"/>
                  </a:lnTo>
                  <a:lnTo>
                    <a:pt x="0" y="4017203"/>
                  </a:lnTo>
                  <a:lnTo>
                    <a:pt x="112" y="4062537"/>
                  </a:lnTo>
                  <a:lnTo>
                    <a:pt x="728" y="4107842"/>
                  </a:lnTo>
                  <a:lnTo>
                    <a:pt x="1848" y="4153114"/>
                  </a:lnTo>
                  <a:lnTo>
                    <a:pt x="3471" y="4198349"/>
                  </a:lnTo>
                  <a:lnTo>
                    <a:pt x="5594" y="4243543"/>
                  </a:lnTo>
                  <a:lnTo>
                    <a:pt x="8217" y="4288692"/>
                  </a:lnTo>
                  <a:lnTo>
                    <a:pt x="11339" y="4333790"/>
                  </a:lnTo>
                  <a:lnTo>
                    <a:pt x="14959" y="4378834"/>
                  </a:lnTo>
                  <a:lnTo>
                    <a:pt x="19075" y="4423819"/>
                  </a:lnTo>
                  <a:lnTo>
                    <a:pt x="23686" y="4468741"/>
                  </a:lnTo>
                  <a:lnTo>
                    <a:pt x="28791" y="4513596"/>
                  </a:lnTo>
                  <a:lnTo>
                    <a:pt x="34389" y="4558379"/>
                  </a:lnTo>
                  <a:lnTo>
                    <a:pt x="40479" y="4603086"/>
                  </a:lnTo>
                  <a:lnTo>
                    <a:pt x="47060" y="4647712"/>
                  </a:lnTo>
                  <a:lnTo>
                    <a:pt x="54130" y="4692254"/>
                  </a:lnTo>
                  <a:lnTo>
                    <a:pt x="61688" y="4736707"/>
                  </a:lnTo>
                  <a:lnTo>
                    <a:pt x="69733" y="4781066"/>
                  </a:lnTo>
                  <a:lnTo>
                    <a:pt x="78264" y="4825328"/>
                  </a:lnTo>
                  <a:lnTo>
                    <a:pt x="87281" y="4869488"/>
                  </a:lnTo>
                  <a:lnTo>
                    <a:pt x="96780" y="4913541"/>
                  </a:lnTo>
                  <a:lnTo>
                    <a:pt x="106762" y="4957484"/>
                  </a:lnTo>
                  <a:lnTo>
                    <a:pt x="117226" y="5001311"/>
                  </a:lnTo>
                  <a:lnTo>
                    <a:pt x="128170" y="5045020"/>
                  </a:lnTo>
                  <a:lnTo>
                    <a:pt x="139592" y="5088604"/>
                  </a:lnTo>
                  <a:lnTo>
                    <a:pt x="151493" y="5132061"/>
                  </a:lnTo>
                  <a:lnTo>
                    <a:pt x="163870" y="5175385"/>
                  </a:lnTo>
                  <a:lnTo>
                    <a:pt x="176722" y="5218572"/>
                  </a:lnTo>
                  <a:lnTo>
                    <a:pt x="190049" y="5261618"/>
                  </a:lnTo>
                  <a:lnTo>
                    <a:pt x="203849" y="5304519"/>
                  </a:lnTo>
                  <a:lnTo>
                    <a:pt x="218122" y="5347271"/>
                  </a:lnTo>
                  <a:lnTo>
                    <a:pt x="232865" y="5389868"/>
                  </a:lnTo>
                  <a:lnTo>
                    <a:pt x="248077" y="5432307"/>
                  </a:lnTo>
                  <a:lnTo>
                    <a:pt x="263758" y="5474583"/>
                  </a:lnTo>
                  <a:lnTo>
                    <a:pt x="279907" y="5516692"/>
                  </a:lnTo>
                  <a:lnTo>
                    <a:pt x="296522" y="5558630"/>
                  </a:lnTo>
                  <a:lnTo>
                    <a:pt x="313602" y="5600392"/>
                  </a:lnTo>
                  <a:lnTo>
                    <a:pt x="331146" y="5641974"/>
                  </a:lnTo>
                  <a:lnTo>
                    <a:pt x="349152" y="5683371"/>
                  </a:lnTo>
                  <a:lnTo>
                    <a:pt x="367620" y="5724580"/>
                  </a:lnTo>
                  <a:lnTo>
                    <a:pt x="386549" y="5765596"/>
                  </a:lnTo>
                  <a:lnTo>
                    <a:pt x="405936" y="5806414"/>
                  </a:lnTo>
                  <a:lnTo>
                    <a:pt x="425782" y="5847031"/>
                  </a:lnTo>
                  <a:lnTo>
                    <a:pt x="433172" y="5861740"/>
                  </a:lnTo>
                </a:path>
                <a:path w="6629400" h="5862320">
                  <a:moveTo>
                    <a:pt x="6628885" y="973206"/>
                  </a:moveTo>
                  <a:lnTo>
                    <a:pt x="6574728" y="927523"/>
                  </a:lnTo>
                  <a:lnTo>
                    <a:pt x="6538336" y="897782"/>
                  </a:lnTo>
                  <a:lnTo>
                    <a:pt x="6501530" y="868411"/>
                  </a:lnTo>
                  <a:lnTo>
                    <a:pt x="6464313" y="839415"/>
                  </a:lnTo>
                  <a:lnTo>
                    <a:pt x="6426686" y="810799"/>
                  </a:lnTo>
                  <a:lnTo>
                    <a:pt x="6388649" y="782566"/>
                  </a:lnTo>
                  <a:lnTo>
                    <a:pt x="6350204" y="754722"/>
                  </a:lnTo>
                  <a:lnTo>
                    <a:pt x="6311352" y="727269"/>
                  </a:lnTo>
                  <a:lnTo>
                    <a:pt x="6272094" y="700214"/>
                  </a:lnTo>
                  <a:lnTo>
                    <a:pt x="6232432" y="673559"/>
                  </a:lnTo>
                  <a:lnTo>
                    <a:pt x="6192366" y="647310"/>
                  </a:lnTo>
                  <a:lnTo>
                    <a:pt x="6151898" y="621471"/>
                  </a:lnTo>
                  <a:lnTo>
                    <a:pt x="6111028" y="596045"/>
                  </a:lnTo>
                  <a:lnTo>
                    <a:pt x="6069759" y="571038"/>
                  </a:lnTo>
                  <a:lnTo>
                    <a:pt x="6028090" y="546454"/>
                  </a:lnTo>
                </a:path>
              </a:pathLst>
            </a:custGeom>
            <a:ln w="38100">
              <a:solidFill>
                <a:srgbClr val="FFFFFF"/>
              </a:solidFill>
            </a:ln>
          </p:spPr>
          <p:txBody>
            <a:bodyPr wrap="square" lIns="0" tIns="0" rIns="0" bIns="0" rtlCol="0"/>
            <a:lstStyle/>
            <a:p>
              <a:endParaRPr/>
            </a:p>
          </p:txBody>
        </p:sp>
      </p:grpSp>
      <p:pic>
        <p:nvPicPr>
          <p:cNvPr id="11" name="Grafik 10"/>
          <p:cNvPicPr>
            <a:picLocks noChangeAspect="1"/>
          </p:cNvPicPr>
          <p:nvPr userDrawn="1"/>
        </p:nvPicPr>
        <p:blipFill rotWithShape="1">
          <a:blip r:embed="rId4" cstate="print">
            <a:extLst>
              <a:ext uri="{28A0092B-C50C-407E-A947-70E740481C1C}">
                <a14:useLocalDpi xmlns:a14="http://schemas.microsoft.com/office/drawing/2010/main" val="0"/>
              </a:ext>
            </a:extLst>
          </a:blip>
          <a:srcRect t="26726"/>
          <a:stretch/>
        </p:blipFill>
        <p:spPr>
          <a:xfrm>
            <a:off x="9117346" y="372627"/>
            <a:ext cx="2520000" cy="420473"/>
          </a:xfrm>
          <a:prstGeom prst="rect">
            <a:avLst/>
          </a:prstGeom>
        </p:spPr>
      </p:pic>
    </p:spTree>
    <p:extLst>
      <p:ext uri="{BB962C8B-B14F-4D97-AF65-F5344CB8AC3E}">
        <p14:creationId xmlns:p14="http://schemas.microsoft.com/office/powerpoint/2010/main" val="3629316789"/>
      </p:ext>
    </p:extLst>
  </p:cSld>
  <p:clrMap bg1="lt1" tx1="dk1" bg2="lt2" tx2="dk2" accent1="accent1" accent2="accent2" accent3="accent3" accent4="accent4" accent5="accent5" accent6="accent6" hlink="hlink" folHlink="folHlink"/>
  <p:sldLayoutIdLst>
    <p:sldLayoutId id="2147483674" r:id="rId1"/>
    <p:sldLayoutId id="2147483713" r:id="rId2"/>
  </p:sldLayoutIdLst>
  <p:hf hdr="0"/>
  <p:txStyles>
    <p:titleStyle>
      <a:lvl1pPr algn="l" defTabSz="914400" rtl="0" eaLnBrk="1" latinLnBrk="0" hangingPunct="1">
        <a:lnSpc>
          <a:spcPct val="90000"/>
        </a:lnSpc>
        <a:spcBef>
          <a:spcPct val="0"/>
        </a:spcBef>
        <a:buNone/>
        <a:defRPr sz="2200" b="1" i="0" kern="1200" cap="all" baseline="0">
          <a:solidFill>
            <a:schemeClr val="bg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userDrawn="1">
          <p15:clr>
            <a:srgbClr val="F26B43"/>
          </p15:clr>
        </p15:guide>
        <p15:guide id="2" orient="horz" pos="3974" userDrawn="1">
          <p15:clr>
            <a:srgbClr val="F26B43"/>
          </p15:clr>
        </p15:guide>
        <p15:guide id="3" orient="horz" pos="618" userDrawn="1">
          <p15:clr>
            <a:srgbClr val="F26B43"/>
          </p15:clr>
        </p15:guide>
        <p15:guide id="4" pos="363" userDrawn="1">
          <p15:clr>
            <a:srgbClr val="F26B43"/>
          </p15:clr>
        </p15:guide>
        <p15:guide id="5" pos="7317" userDrawn="1">
          <p15:clr>
            <a:srgbClr val="F26B43"/>
          </p15:clr>
        </p15:guide>
        <p15:guide id="6" orient="horz" pos="913" userDrawn="1">
          <p15:clr>
            <a:srgbClr val="F26B43"/>
          </p15:clr>
        </p15:guide>
        <p15:guide id="7" pos="5745" userDrawn="1">
          <p15:clr>
            <a:srgbClr val="F26B43"/>
          </p15:clr>
        </p15:guide>
        <p15:guide id="8" orient="horz" pos="4088" userDrawn="1">
          <p15:clr>
            <a:srgbClr val="F26B43"/>
          </p15:clr>
        </p15:guide>
        <p15:guide id="9" pos="651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Date Placeholder 3"/>
          <p:cNvSpPr>
            <a:spLocks noGrp="1"/>
          </p:cNvSpPr>
          <p:nvPr>
            <p:ph type="dt" sz="half" idx="2"/>
          </p:nvPr>
        </p:nvSpPr>
        <p:spPr>
          <a:xfrm>
            <a:off x="575733" y="6491818"/>
            <a:ext cx="2640000" cy="180000"/>
          </a:xfrm>
          <a:prstGeom prst="rect">
            <a:avLst/>
          </a:prstGeom>
        </p:spPr>
        <p:txBody>
          <a:bodyPr lIns="0" tIns="0" rIns="0" bIns="0"/>
          <a:lstStyle>
            <a:lvl1pPr>
              <a:defRPr sz="1200">
                <a:solidFill>
                  <a:schemeClr val="bg2"/>
                </a:solidFill>
              </a:defRPr>
            </a:lvl1pPr>
          </a:lstStyle>
          <a:p>
            <a:fld id="{3F0902DC-30BC-46C9-9DA4-20568DCAA6F3}" type="datetime6">
              <a:rPr lang="en-US" smtClean="0"/>
              <a:t>February 26</a:t>
            </a:fld>
            <a:endParaRPr lang="de-DE" dirty="0"/>
          </a:p>
        </p:txBody>
      </p:sp>
      <p:grpSp>
        <p:nvGrpSpPr>
          <p:cNvPr id="8" name="Gruppieren 7"/>
          <p:cNvGrpSpPr/>
          <p:nvPr userDrawn="1"/>
        </p:nvGrpSpPr>
        <p:grpSpPr>
          <a:xfrm flipH="1">
            <a:off x="-87790" y="3114675"/>
            <a:ext cx="4521636" cy="3848068"/>
            <a:chOff x="12041354" y="5196642"/>
            <a:chExt cx="8298137" cy="7062001"/>
          </a:xfrm>
        </p:grpSpPr>
        <p:sp>
          <p:nvSpPr>
            <p:cNvPr id="14" name="object 29"/>
            <p:cNvSpPr/>
            <p:nvPr userDrawn="1"/>
          </p:nvSpPr>
          <p:spPr>
            <a:xfrm>
              <a:off x="13270036" y="5196642"/>
              <a:ext cx="7069455" cy="7061834"/>
            </a:xfrm>
            <a:custGeom>
              <a:avLst/>
              <a:gdLst/>
              <a:ahLst/>
              <a:cxnLst/>
              <a:rect l="l" t="t" r="r" b="b"/>
              <a:pathLst>
                <a:path w="7069455" h="7061834">
                  <a:moveTo>
                    <a:pt x="6518248" y="580414"/>
                  </a:moveTo>
                  <a:lnTo>
                    <a:pt x="6476353" y="556588"/>
                  </a:lnTo>
                  <a:lnTo>
                    <a:pt x="6434305" y="533278"/>
                  </a:lnTo>
                  <a:lnTo>
                    <a:pt x="6392108" y="510481"/>
                  </a:lnTo>
                  <a:lnTo>
                    <a:pt x="6349765" y="488196"/>
                  </a:lnTo>
                  <a:lnTo>
                    <a:pt x="6307280" y="466424"/>
                  </a:lnTo>
                  <a:lnTo>
                    <a:pt x="6264657" y="445162"/>
                  </a:lnTo>
                  <a:lnTo>
                    <a:pt x="6221899" y="424410"/>
                  </a:lnTo>
                  <a:lnTo>
                    <a:pt x="6179010" y="404166"/>
                  </a:lnTo>
                  <a:lnTo>
                    <a:pt x="6135994" y="384431"/>
                  </a:lnTo>
                  <a:lnTo>
                    <a:pt x="6092855" y="365202"/>
                  </a:lnTo>
                  <a:lnTo>
                    <a:pt x="6049596" y="346479"/>
                  </a:lnTo>
                  <a:lnTo>
                    <a:pt x="6006220" y="328260"/>
                  </a:lnTo>
                  <a:lnTo>
                    <a:pt x="5962732" y="310546"/>
                  </a:lnTo>
                  <a:lnTo>
                    <a:pt x="5919136" y="293334"/>
                  </a:lnTo>
                  <a:lnTo>
                    <a:pt x="5875434" y="276624"/>
                  </a:lnTo>
                  <a:lnTo>
                    <a:pt x="5831631" y="260415"/>
                  </a:lnTo>
                  <a:lnTo>
                    <a:pt x="5787731" y="244706"/>
                  </a:lnTo>
                  <a:lnTo>
                    <a:pt x="5743736" y="229495"/>
                  </a:lnTo>
                  <a:lnTo>
                    <a:pt x="5699651" y="214783"/>
                  </a:lnTo>
                  <a:lnTo>
                    <a:pt x="5655480" y="200567"/>
                  </a:lnTo>
                  <a:lnTo>
                    <a:pt x="5611225" y="186847"/>
                  </a:lnTo>
                  <a:lnTo>
                    <a:pt x="5566892" y="173622"/>
                  </a:lnTo>
                  <a:lnTo>
                    <a:pt x="5522483" y="160891"/>
                  </a:lnTo>
                  <a:lnTo>
                    <a:pt x="5478002" y="148653"/>
                  </a:lnTo>
                  <a:lnTo>
                    <a:pt x="5433453" y="136907"/>
                  </a:lnTo>
                  <a:lnTo>
                    <a:pt x="5388840" y="125652"/>
                  </a:lnTo>
                  <a:lnTo>
                    <a:pt x="5344166" y="114886"/>
                  </a:lnTo>
                  <a:lnTo>
                    <a:pt x="5299435" y="104610"/>
                  </a:lnTo>
                  <a:lnTo>
                    <a:pt x="5254650" y="94821"/>
                  </a:lnTo>
                  <a:lnTo>
                    <a:pt x="5209816" y="85520"/>
                  </a:lnTo>
                  <a:lnTo>
                    <a:pt x="5164936" y="76704"/>
                  </a:lnTo>
                  <a:lnTo>
                    <a:pt x="5120014" y="68374"/>
                  </a:lnTo>
                  <a:lnTo>
                    <a:pt x="5075053" y="60527"/>
                  </a:lnTo>
                  <a:lnTo>
                    <a:pt x="5030057" y="53164"/>
                  </a:lnTo>
                  <a:lnTo>
                    <a:pt x="4985030" y="46282"/>
                  </a:lnTo>
                  <a:lnTo>
                    <a:pt x="4939976" y="39882"/>
                  </a:lnTo>
                  <a:lnTo>
                    <a:pt x="4894898" y="33962"/>
                  </a:lnTo>
                  <a:lnTo>
                    <a:pt x="4849800" y="28520"/>
                  </a:lnTo>
                  <a:lnTo>
                    <a:pt x="4804685" y="23557"/>
                  </a:lnTo>
                  <a:lnTo>
                    <a:pt x="4759558" y="19071"/>
                  </a:lnTo>
                  <a:lnTo>
                    <a:pt x="4714421" y="15061"/>
                  </a:lnTo>
                  <a:lnTo>
                    <a:pt x="4669280" y="11525"/>
                  </a:lnTo>
                  <a:lnTo>
                    <a:pt x="4624136" y="8465"/>
                  </a:lnTo>
                  <a:lnTo>
                    <a:pt x="4578995" y="5877"/>
                  </a:lnTo>
                  <a:lnTo>
                    <a:pt x="4533860" y="3761"/>
                  </a:lnTo>
                  <a:lnTo>
                    <a:pt x="4488734" y="2116"/>
                  </a:lnTo>
                  <a:lnTo>
                    <a:pt x="4443621" y="942"/>
                  </a:lnTo>
                  <a:lnTo>
                    <a:pt x="4398525" y="237"/>
                  </a:lnTo>
                  <a:lnTo>
                    <a:pt x="4353449" y="0"/>
                  </a:lnTo>
                  <a:lnTo>
                    <a:pt x="4308398" y="230"/>
                  </a:lnTo>
                  <a:lnTo>
                    <a:pt x="4263375" y="926"/>
                  </a:lnTo>
                  <a:lnTo>
                    <a:pt x="4218383" y="2087"/>
                  </a:lnTo>
                  <a:lnTo>
                    <a:pt x="4173427" y="3713"/>
                  </a:lnTo>
                  <a:lnTo>
                    <a:pt x="4128509" y="5802"/>
                  </a:lnTo>
                  <a:lnTo>
                    <a:pt x="4083635" y="8353"/>
                  </a:lnTo>
                  <a:lnTo>
                    <a:pt x="4038806" y="11365"/>
                  </a:lnTo>
                  <a:lnTo>
                    <a:pt x="3994028" y="14838"/>
                  </a:lnTo>
                  <a:lnTo>
                    <a:pt x="3949304" y="18769"/>
                  </a:lnTo>
                  <a:lnTo>
                    <a:pt x="3904637" y="23160"/>
                  </a:lnTo>
                  <a:lnTo>
                    <a:pt x="3860031" y="28007"/>
                  </a:lnTo>
                  <a:lnTo>
                    <a:pt x="3815490" y="33310"/>
                  </a:lnTo>
                  <a:lnTo>
                    <a:pt x="3771017" y="39069"/>
                  </a:lnTo>
                  <a:lnTo>
                    <a:pt x="3726617" y="45283"/>
                  </a:lnTo>
                  <a:lnTo>
                    <a:pt x="3682293" y="51949"/>
                  </a:lnTo>
                  <a:lnTo>
                    <a:pt x="3638049" y="59068"/>
                  </a:lnTo>
                  <a:lnTo>
                    <a:pt x="3593887" y="66638"/>
                  </a:lnTo>
                  <a:lnTo>
                    <a:pt x="3549813" y="74659"/>
                  </a:lnTo>
                  <a:lnTo>
                    <a:pt x="3505830" y="83129"/>
                  </a:lnTo>
                  <a:lnTo>
                    <a:pt x="3461941" y="92047"/>
                  </a:lnTo>
                  <a:lnTo>
                    <a:pt x="3418150" y="101413"/>
                  </a:lnTo>
                  <a:lnTo>
                    <a:pt x="3374460" y="111225"/>
                  </a:lnTo>
                  <a:lnTo>
                    <a:pt x="3330877" y="121482"/>
                  </a:lnTo>
                  <a:lnTo>
                    <a:pt x="3287402" y="132184"/>
                  </a:lnTo>
                  <a:lnTo>
                    <a:pt x="3244040" y="143330"/>
                  </a:lnTo>
                  <a:lnTo>
                    <a:pt x="3200795" y="154917"/>
                  </a:lnTo>
                  <a:lnTo>
                    <a:pt x="3157671" y="166947"/>
                  </a:lnTo>
                  <a:lnTo>
                    <a:pt x="3114670" y="179416"/>
                  </a:lnTo>
                  <a:lnTo>
                    <a:pt x="3071797" y="192325"/>
                  </a:lnTo>
                  <a:lnTo>
                    <a:pt x="3029055" y="205673"/>
                  </a:lnTo>
                  <a:lnTo>
                    <a:pt x="2986448" y="219458"/>
                  </a:lnTo>
                  <a:lnTo>
                    <a:pt x="2943980" y="233679"/>
                  </a:lnTo>
                  <a:lnTo>
                    <a:pt x="2901654" y="248336"/>
                  </a:lnTo>
                  <a:lnTo>
                    <a:pt x="2859475" y="263428"/>
                  </a:lnTo>
                  <a:lnTo>
                    <a:pt x="2817445" y="278953"/>
                  </a:lnTo>
                  <a:lnTo>
                    <a:pt x="2775569" y="294911"/>
                  </a:lnTo>
                  <a:lnTo>
                    <a:pt x="2733850" y="311300"/>
                  </a:lnTo>
                  <a:lnTo>
                    <a:pt x="2692291" y="328120"/>
                  </a:lnTo>
                  <a:lnTo>
                    <a:pt x="2650898" y="345369"/>
                  </a:lnTo>
                  <a:lnTo>
                    <a:pt x="2609673" y="363047"/>
                  </a:lnTo>
                  <a:lnTo>
                    <a:pt x="2568619" y="381152"/>
                  </a:lnTo>
                  <a:lnTo>
                    <a:pt x="2527742" y="399684"/>
                  </a:lnTo>
                  <a:lnTo>
                    <a:pt x="2487043" y="418642"/>
                  </a:lnTo>
                  <a:lnTo>
                    <a:pt x="2446528" y="438024"/>
                  </a:lnTo>
                  <a:lnTo>
                    <a:pt x="2406200" y="457830"/>
                  </a:lnTo>
                  <a:lnTo>
                    <a:pt x="2366062" y="478058"/>
                  </a:lnTo>
                  <a:lnTo>
                    <a:pt x="2326118" y="498709"/>
                  </a:lnTo>
                  <a:lnTo>
                    <a:pt x="2286372" y="519779"/>
                  </a:lnTo>
                  <a:lnTo>
                    <a:pt x="2246827" y="541270"/>
                  </a:lnTo>
                  <a:lnTo>
                    <a:pt x="2207488" y="563179"/>
                  </a:lnTo>
                  <a:lnTo>
                    <a:pt x="2168358" y="585506"/>
                  </a:lnTo>
                  <a:lnTo>
                    <a:pt x="2129440" y="608250"/>
                  </a:lnTo>
                  <a:lnTo>
                    <a:pt x="2090738" y="631409"/>
                  </a:lnTo>
                  <a:lnTo>
                    <a:pt x="2052257" y="654983"/>
                  </a:lnTo>
                  <a:lnTo>
                    <a:pt x="2013999" y="678971"/>
                  </a:lnTo>
                  <a:lnTo>
                    <a:pt x="1975969" y="703371"/>
                  </a:lnTo>
                  <a:lnTo>
                    <a:pt x="1938169" y="728183"/>
                  </a:lnTo>
                  <a:lnTo>
                    <a:pt x="1900605" y="753406"/>
                  </a:lnTo>
                  <a:lnTo>
                    <a:pt x="1863279" y="779039"/>
                  </a:lnTo>
                  <a:lnTo>
                    <a:pt x="1826195" y="805080"/>
                  </a:lnTo>
                  <a:lnTo>
                    <a:pt x="1789357" y="831530"/>
                  </a:lnTo>
                  <a:lnTo>
                    <a:pt x="1752768" y="858386"/>
                  </a:lnTo>
                  <a:lnTo>
                    <a:pt x="1716433" y="885648"/>
                  </a:lnTo>
                  <a:lnTo>
                    <a:pt x="1680354" y="913314"/>
                  </a:lnTo>
                  <a:lnTo>
                    <a:pt x="1644536" y="941385"/>
                  </a:lnTo>
                  <a:lnTo>
                    <a:pt x="1608983" y="969858"/>
                  </a:lnTo>
                  <a:lnTo>
                    <a:pt x="1573697" y="998734"/>
                  </a:lnTo>
                  <a:lnTo>
                    <a:pt x="1538684" y="1028010"/>
                  </a:lnTo>
                  <a:lnTo>
                    <a:pt x="1503945" y="1057686"/>
                  </a:lnTo>
                  <a:lnTo>
                    <a:pt x="1469486" y="1087761"/>
                  </a:lnTo>
                  <a:lnTo>
                    <a:pt x="1435309" y="1118233"/>
                  </a:lnTo>
                  <a:lnTo>
                    <a:pt x="1401419" y="1149103"/>
                  </a:lnTo>
                  <a:lnTo>
                    <a:pt x="1367820" y="1180369"/>
                  </a:lnTo>
                  <a:lnTo>
                    <a:pt x="1334514" y="1212029"/>
                  </a:lnTo>
                  <a:lnTo>
                    <a:pt x="1301505" y="1244084"/>
                  </a:lnTo>
                  <a:lnTo>
                    <a:pt x="1268798" y="1276531"/>
                  </a:lnTo>
                  <a:lnTo>
                    <a:pt x="1236396" y="1309371"/>
                  </a:lnTo>
                  <a:lnTo>
                    <a:pt x="1204302" y="1342601"/>
                  </a:lnTo>
                  <a:lnTo>
                    <a:pt x="1172521" y="1376221"/>
                  </a:lnTo>
                  <a:lnTo>
                    <a:pt x="1141056" y="1410230"/>
                  </a:lnTo>
                  <a:lnTo>
                    <a:pt x="1109910" y="1444628"/>
                  </a:lnTo>
                  <a:lnTo>
                    <a:pt x="1079088" y="1479412"/>
                  </a:lnTo>
                  <a:lnTo>
                    <a:pt x="1048593" y="1514582"/>
                  </a:lnTo>
                  <a:lnTo>
                    <a:pt x="1018429" y="1550138"/>
                  </a:lnTo>
                  <a:lnTo>
                    <a:pt x="988599" y="1586077"/>
                  </a:lnTo>
                  <a:lnTo>
                    <a:pt x="959107" y="1622399"/>
                  </a:lnTo>
                  <a:lnTo>
                    <a:pt x="929958" y="1659104"/>
                  </a:lnTo>
                  <a:lnTo>
                    <a:pt x="901154" y="1696190"/>
                  </a:lnTo>
                  <a:lnTo>
                    <a:pt x="872699" y="1733655"/>
                  </a:lnTo>
                  <a:lnTo>
                    <a:pt x="844597" y="1771500"/>
                  </a:lnTo>
                  <a:lnTo>
                    <a:pt x="816852" y="1809723"/>
                  </a:lnTo>
                  <a:lnTo>
                    <a:pt x="789467" y="1848323"/>
                  </a:lnTo>
                  <a:lnTo>
                    <a:pt x="762446" y="1887299"/>
                  </a:lnTo>
                  <a:lnTo>
                    <a:pt x="735793" y="1926650"/>
                  </a:lnTo>
                  <a:lnTo>
                    <a:pt x="709512" y="1966375"/>
                  </a:lnTo>
                  <a:lnTo>
                    <a:pt x="683605" y="2006474"/>
                  </a:lnTo>
                  <a:lnTo>
                    <a:pt x="658077" y="2046944"/>
                  </a:lnTo>
                  <a:lnTo>
                    <a:pt x="632932" y="2087786"/>
                  </a:lnTo>
                  <a:lnTo>
                    <a:pt x="608173" y="2128998"/>
                  </a:lnTo>
                  <a:lnTo>
                    <a:pt x="583804" y="2170579"/>
                  </a:lnTo>
                  <a:lnTo>
                    <a:pt x="559730" y="2212705"/>
                  </a:lnTo>
                  <a:lnTo>
                    <a:pt x="536178" y="2254985"/>
                  </a:lnTo>
                  <a:lnTo>
                    <a:pt x="513147" y="2297416"/>
                  </a:lnTo>
                  <a:lnTo>
                    <a:pt x="490637" y="2339994"/>
                  </a:lnTo>
                  <a:lnTo>
                    <a:pt x="468647" y="2382714"/>
                  </a:lnTo>
                  <a:lnTo>
                    <a:pt x="447174" y="2425574"/>
                  </a:lnTo>
                  <a:lnTo>
                    <a:pt x="426220" y="2468569"/>
                  </a:lnTo>
                  <a:lnTo>
                    <a:pt x="405781" y="2511696"/>
                  </a:lnTo>
                  <a:lnTo>
                    <a:pt x="385858" y="2554950"/>
                  </a:lnTo>
                  <a:lnTo>
                    <a:pt x="366450" y="2598329"/>
                  </a:lnTo>
                  <a:lnTo>
                    <a:pt x="347554" y="2641829"/>
                  </a:lnTo>
                  <a:lnTo>
                    <a:pt x="329172" y="2685445"/>
                  </a:lnTo>
                  <a:lnTo>
                    <a:pt x="311300" y="2729174"/>
                  </a:lnTo>
                  <a:lnTo>
                    <a:pt x="293939" y="2773012"/>
                  </a:lnTo>
                  <a:lnTo>
                    <a:pt x="277087" y="2816955"/>
                  </a:lnTo>
                  <a:lnTo>
                    <a:pt x="260744" y="2861000"/>
                  </a:lnTo>
                  <a:lnTo>
                    <a:pt x="244908" y="2905143"/>
                  </a:lnTo>
                  <a:lnTo>
                    <a:pt x="229578" y="2949380"/>
                  </a:lnTo>
                  <a:lnTo>
                    <a:pt x="214754" y="2993708"/>
                  </a:lnTo>
                  <a:lnTo>
                    <a:pt x="200434" y="3038122"/>
                  </a:lnTo>
                  <a:lnTo>
                    <a:pt x="186617" y="3082619"/>
                  </a:lnTo>
                  <a:lnTo>
                    <a:pt x="173302" y="3127194"/>
                  </a:lnTo>
                  <a:lnTo>
                    <a:pt x="160489" y="3171845"/>
                  </a:lnTo>
                  <a:lnTo>
                    <a:pt x="148176" y="3216568"/>
                  </a:lnTo>
                  <a:lnTo>
                    <a:pt x="136363" y="3261358"/>
                  </a:lnTo>
                  <a:lnTo>
                    <a:pt x="125047" y="3306213"/>
                  </a:lnTo>
                  <a:lnTo>
                    <a:pt x="114229" y="3351127"/>
                  </a:lnTo>
                  <a:lnTo>
                    <a:pt x="103908" y="3396099"/>
                  </a:lnTo>
                  <a:lnTo>
                    <a:pt x="94081" y="3441122"/>
                  </a:lnTo>
                  <a:lnTo>
                    <a:pt x="84749" y="3486195"/>
                  </a:lnTo>
                  <a:lnTo>
                    <a:pt x="75910" y="3531313"/>
                  </a:lnTo>
                  <a:lnTo>
                    <a:pt x="67563" y="3576473"/>
                  </a:lnTo>
                  <a:lnTo>
                    <a:pt x="59707" y="3621670"/>
                  </a:lnTo>
                  <a:lnTo>
                    <a:pt x="52342" y="3666901"/>
                  </a:lnTo>
                  <a:lnTo>
                    <a:pt x="45465" y="3712162"/>
                  </a:lnTo>
                  <a:lnTo>
                    <a:pt x="39077" y="3757450"/>
                  </a:lnTo>
                  <a:lnTo>
                    <a:pt x="33176" y="3802760"/>
                  </a:lnTo>
                  <a:lnTo>
                    <a:pt x="27762" y="3848089"/>
                  </a:lnTo>
                  <a:lnTo>
                    <a:pt x="22832" y="3893433"/>
                  </a:lnTo>
                  <a:lnTo>
                    <a:pt x="18387" y="3938789"/>
                  </a:lnTo>
                  <a:lnTo>
                    <a:pt x="14425" y="3984152"/>
                  </a:lnTo>
                  <a:lnTo>
                    <a:pt x="10945" y="4029519"/>
                  </a:lnTo>
                  <a:lnTo>
                    <a:pt x="7946" y="4074886"/>
                  </a:lnTo>
                  <a:lnTo>
                    <a:pt x="5427" y="4120250"/>
                  </a:lnTo>
                  <a:lnTo>
                    <a:pt x="3387" y="4165606"/>
                  </a:lnTo>
                  <a:lnTo>
                    <a:pt x="1826" y="4210950"/>
                  </a:lnTo>
                  <a:lnTo>
                    <a:pt x="741" y="4256280"/>
                  </a:lnTo>
                  <a:lnTo>
                    <a:pt x="133" y="4301591"/>
                  </a:lnTo>
                  <a:lnTo>
                    <a:pt x="0" y="4346880"/>
                  </a:lnTo>
                  <a:lnTo>
                    <a:pt x="340" y="4392142"/>
                  </a:lnTo>
                  <a:lnTo>
                    <a:pt x="1154" y="4437374"/>
                  </a:lnTo>
                  <a:lnTo>
                    <a:pt x="2440" y="4482573"/>
                  </a:lnTo>
                  <a:lnTo>
                    <a:pt x="4197" y="4527733"/>
                  </a:lnTo>
                  <a:lnTo>
                    <a:pt x="6424" y="4572853"/>
                  </a:lnTo>
                  <a:lnTo>
                    <a:pt x="9120" y="4617928"/>
                  </a:lnTo>
                  <a:lnTo>
                    <a:pt x="12285" y="4662953"/>
                  </a:lnTo>
                  <a:lnTo>
                    <a:pt x="15916" y="4707927"/>
                  </a:lnTo>
                  <a:lnTo>
                    <a:pt x="20013" y="4752843"/>
                  </a:lnTo>
                  <a:lnTo>
                    <a:pt x="24575" y="4797700"/>
                  </a:lnTo>
                  <a:lnTo>
                    <a:pt x="29601" y="4842493"/>
                  </a:lnTo>
                  <a:lnTo>
                    <a:pt x="35091" y="4887218"/>
                  </a:lnTo>
                  <a:lnTo>
                    <a:pt x="41042" y="4931872"/>
                  </a:lnTo>
                  <a:lnTo>
                    <a:pt x="47454" y="4976451"/>
                  </a:lnTo>
                  <a:lnTo>
                    <a:pt x="54326" y="5020950"/>
                  </a:lnTo>
                  <a:lnTo>
                    <a:pt x="61657" y="5065367"/>
                  </a:lnTo>
                  <a:lnTo>
                    <a:pt x="69447" y="5109698"/>
                  </a:lnTo>
                  <a:lnTo>
                    <a:pt x="77693" y="5153939"/>
                  </a:lnTo>
                  <a:lnTo>
                    <a:pt x="86395" y="5198085"/>
                  </a:lnTo>
                  <a:lnTo>
                    <a:pt x="95552" y="5242134"/>
                  </a:lnTo>
                  <a:lnTo>
                    <a:pt x="105162" y="5286081"/>
                  </a:lnTo>
                  <a:lnTo>
                    <a:pt x="115226" y="5329923"/>
                  </a:lnTo>
                  <a:lnTo>
                    <a:pt x="125742" y="5373656"/>
                  </a:lnTo>
                  <a:lnTo>
                    <a:pt x="136709" y="5417277"/>
                  </a:lnTo>
                  <a:lnTo>
                    <a:pt x="148125" y="5460780"/>
                  </a:lnTo>
                  <a:lnTo>
                    <a:pt x="159990" y="5504164"/>
                  </a:lnTo>
                  <a:lnTo>
                    <a:pt x="172304" y="5547423"/>
                  </a:lnTo>
                  <a:lnTo>
                    <a:pt x="185064" y="5590555"/>
                  </a:lnTo>
                  <a:lnTo>
                    <a:pt x="198270" y="5633555"/>
                  </a:lnTo>
                  <a:lnTo>
                    <a:pt x="211921" y="5676420"/>
                  </a:lnTo>
                  <a:lnTo>
                    <a:pt x="226015" y="5719146"/>
                  </a:lnTo>
                  <a:lnTo>
                    <a:pt x="240553" y="5761728"/>
                  </a:lnTo>
                  <a:lnTo>
                    <a:pt x="255532" y="5804165"/>
                  </a:lnTo>
                  <a:lnTo>
                    <a:pt x="270953" y="5846450"/>
                  </a:lnTo>
                  <a:lnTo>
                    <a:pt x="286813" y="5888582"/>
                  </a:lnTo>
                  <a:lnTo>
                    <a:pt x="303112" y="5930556"/>
                  </a:lnTo>
                  <a:lnTo>
                    <a:pt x="319848" y="5972368"/>
                  </a:lnTo>
                  <a:lnTo>
                    <a:pt x="337022" y="6014015"/>
                  </a:lnTo>
                  <a:lnTo>
                    <a:pt x="354631" y="6055492"/>
                  </a:lnTo>
                  <a:lnTo>
                    <a:pt x="372675" y="6096797"/>
                  </a:lnTo>
                  <a:lnTo>
                    <a:pt x="391153" y="6137925"/>
                  </a:lnTo>
                  <a:lnTo>
                    <a:pt x="410063" y="6178873"/>
                  </a:lnTo>
                  <a:lnTo>
                    <a:pt x="429406" y="6219636"/>
                  </a:lnTo>
                  <a:lnTo>
                    <a:pt x="449179" y="6260211"/>
                  </a:lnTo>
                  <a:lnTo>
                    <a:pt x="469382" y="6300595"/>
                  </a:lnTo>
                  <a:lnTo>
                    <a:pt x="490013" y="6340783"/>
                  </a:lnTo>
                  <a:lnTo>
                    <a:pt x="511072" y="6380772"/>
                  </a:lnTo>
                  <a:lnTo>
                    <a:pt x="532558" y="6420557"/>
                  </a:lnTo>
                  <a:lnTo>
                    <a:pt x="554470" y="6460136"/>
                  </a:lnTo>
                  <a:lnTo>
                    <a:pt x="576807" y="6499505"/>
                  </a:lnTo>
                  <a:lnTo>
                    <a:pt x="599567" y="6538659"/>
                  </a:lnTo>
                  <a:lnTo>
                    <a:pt x="622749" y="6577595"/>
                  </a:lnTo>
                  <a:lnTo>
                    <a:pt x="646354" y="6616309"/>
                  </a:lnTo>
                  <a:lnTo>
                    <a:pt x="670379" y="6654798"/>
                  </a:lnTo>
                  <a:lnTo>
                    <a:pt x="694824" y="6693057"/>
                  </a:lnTo>
                  <a:lnTo>
                    <a:pt x="719687" y="6731083"/>
                  </a:lnTo>
                  <a:lnTo>
                    <a:pt x="744968" y="6768873"/>
                  </a:lnTo>
                  <a:lnTo>
                    <a:pt x="770666" y="6806421"/>
                  </a:lnTo>
                  <a:lnTo>
                    <a:pt x="796780" y="6843725"/>
                  </a:lnTo>
                  <a:lnTo>
                    <a:pt x="823308" y="6880782"/>
                  </a:lnTo>
                  <a:lnTo>
                    <a:pt x="850249" y="6917586"/>
                  </a:lnTo>
                  <a:lnTo>
                    <a:pt x="877603" y="6954134"/>
                  </a:lnTo>
                  <a:lnTo>
                    <a:pt x="905369" y="6990423"/>
                  </a:lnTo>
                  <a:lnTo>
                    <a:pt x="933546" y="7026449"/>
                  </a:lnTo>
                  <a:lnTo>
                    <a:pt x="961499" y="7061417"/>
                  </a:lnTo>
                </a:path>
                <a:path w="7069455" h="7061834">
                  <a:moveTo>
                    <a:pt x="7068847" y="955891"/>
                  </a:moveTo>
                  <a:lnTo>
                    <a:pt x="7033545" y="927916"/>
                  </a:lnTo>
                  <a:lnTo>
                    <a:pt x="6996203" y="898982"/>
                  </a:lnTo>
                  <a:lnTo>
                    <a:pt x="6958475" y="870401"/>
                  </a:lnTo>
                  <a:lnTo>
                    <a:pt x="6920361" y="842177"/>
                  </a:lnTo>
                  <a:lnTo>
                    <a:pt x="6881863" y="814314"/>
                  </a:lnTo>
                  <a:lnTo>
                    <a:pt x="6842981" y="786816"/>
                  </a:lnTo>
                  <a:lnTo>
                    <a:pt x="6803717" y="759687"/>
                  </a:lnTo>
                  <a:lnTo>
                    <a:pt x="6764072" y="732929"/>
                  </a:lnTo>
                  <a:lnTo>
                    <a:pt x="6724046" y="706548"/>
                  </a:lnTo>
                  <a:lnTo>
                    <a:pt x="6683641" y="680547"/>
                  </a:lnTo>
                  <a:lnTo>
                    <a:pt x="6642858" y="654929"/>
                  </a:lnTo>
                  <a:lnTo>
                    <a:pt x="6601697" y="629698"/>
                  </a:lnTo>
                  <a:lnTo>
                    <a:pt x="6560160" y="604858"/>
                  </a:lnTo>
                  <a:lnTo>
                    <a:pt x="6518248" y="580414"/>
                  </a:lnTo>
                </a:path>
              </a:pathLst>
            </a:custGeom>
            <a:ln w="38100">
              <a:solidFill>
                <a:schemeClr val="bg2"/>
              </a:solidFill>
            </a:ln>
          </p:spPr>
          <p:txBody>
            <a:bodyPr wrap="square" lIns="0" tIns="0" rIns="0" bIns="0" rtlCol="0"/>
            <a:lstStyle/>
            <a:p>
              <a:endParaRPr/>
            </a:p>
          </p:txBody>
        </p:sp>
        <p:sp>
          <p:nvSpPr>
            <p:cNvPr id="15" name="object 30"/>
            <p:cNvSpPr/>
            <p:nvPr userDrawn="1"/>
          </p:nvSpPr>
          <p:spPr>
            <a:xfrm>
              <a:off x="12041354" y="6104858"/>
              <a:ext cx="8297545" cy="6153785"/>
            </a:xfrm>
            <a:custGeom>
              <a:avLst/>
              <a:gdLst/>
              <a:ahLst/>
              <a:cxnLst/>
              <a:rect l="l" t="t" r="r" b="b"/>
              <a:pathLst>
                <a:path w="8297544" h="6153784">
                  <a:moveTo>
                    <a:pt x="6684390" y="598109"/>
                  </a:moveTo>
                  <a:lnTo>
                    <a:pt x="6642246" y="574066"/>
                  </a:lnTo>
                  <a:lnTo>
                    <a:pt x="6599952" y="550532"/>
                  </a:lnTo>
                  <a:lnTo>
                    <a:pt x="6557511" y="527505"/>
                  </a:lnTo>
                  <a:lnTo>
                    <a:pt x="6514927" y="504984"/>
                  </a:lnTo>
                  <a:lnTo>
                    <a:pt x="6472202" y="482970"/>
                  </a:lnTo>
                  <a:lnTo>
                    <a:pt x="6429341" y="461459"/>
                  </a:lnTo>
                  <a:lnTo>
                    <a:pt x="6386348" y="440453"/>
                  </a:lnTo>
                  <a:lnTo>
                    <a:pt x="6343225" y="419948"/>
                  </a:lnTo>
                  <a:lnTo>
                    <a:pt x="6299976" y="399946"/>
                  </a:lnTo>
                  <a:lnTo>
                    <a:pt x="6256605" y="380444"/>
                  </a:lnTo>
                  <a:lnTo>
                    <a:pt x="6213116" y="361442"/>
                  </a:lnTo>
                  <a:lnTo>
                    <a:pt x="6169512" y="342939"/>
                  </a:lnTo>
                  <a:lnTo>
                    <a:pt x="6125796" y="324934"/>
                  </a:lnTo>
                  <a:lnTo>
                    <a:pt x="6081973" y="307426"/>
                  </a:lnTo>
                  <a:lnTo>
                    <a:pt x="6038045" y="290414"/>
                  </a:lnTo>
                  <a:lnTo>
                    <a:pt x="5994017" y="273896"/>
                  </a:lnTo>
                  <a:lnTo>
                    <a:pt x="5949892" y="257873"/>
                  </a:lnTo>
                  <a:lnTo>
                    <a:pt x="5905673" y="242343"/>
                  </a:lnTo>
                  <a:lnTo>
                    <a:pt x="5861364" y="227304"/>
                  </a:lnTo>
                  <a:lnTo>
                    <a:pt x="5816969" y="212757"/>
                  </a:lnTo>
                  <a:lnTo>
                    <a:pt x="5772490" y="198701"/>
                  </a:lnTo>
                  <a:lnTo>
                    <a:pt x="5727933" y="185133"/>
                  </a:lnTo>
                  <a:lnTo>
                    <a:pt x="5683300" y="172054"/>
                  </a:lnTo>
                  <a:lnTo>
                    <a:pt x="5638595" y="159462"/>
                  </a:lnTo>
                  <a:lnTo>
                    <a:pt x="5593821" y="147357"/>
                  </a:lnTo>
                  <a:lnTo>
                    <a:pt x="5548982" y="135737"/>
                  </a:lnTo>
                  <a:lnTo>
                    <a:pt x="5504082" y="124601"/>
                  </a:lnTo>
                  <a:lnTo>
                    <a:pt x="5459124" y="113949"/>
                  </a:lnTo>
                  <a:lnTo>
                    <a:pt x="5414111" y="103780"/>
                  </a:lnTo>
                  <a:lnTo>
                    <a:pt x="5369048" y="94092"/>
                  </a:lnTo>
                  <a:lnTo>
                    <a:pt x="5323938" y="84885"/>
                  </a:lnTo>
                  <a:lnTo>
                    <a:pt x="5278784" y="76157"/>
                  </a:lnTo>
                  <a:lnTo>
                    <a:pt x="5233590" y="67908"/>
                  </a:lnTo>
                  <a:lnTo>
                    <a:pt x="5188360" y="60137"/>
                  </a:lnTo>
                  <a:lnTo>
                    <a:pt x="5143097" y="52843"/>
                  </a:lnTo>
                  <a:lnTo>
                    <a:pt x="5097804" y="46025"/>
                  </a:lnTo>
                  <a:lnTo>
                    <a:pt x="5052486" y="39682"/>
                  </a:lnTo>
                  <a:lnTo>
                    <a:pt x="5007146" y="33812"/>
                  </a:lnTo>
                  <a:lnTo>
                    <a:pt x="4961787" y="28416"/>
                  </a:lnTo>
                  <a:lnTo>
                    <a:pt x="4916413" y="23491"/>
                  </a:lnTo>
                  <a:lnTo>
                    <a:pt x="4871027" y="19038"/>
                  </a:lnTo>
                  <a:lnTo>
                    <a:pt x="4825634" y="15055"/>
                  </a:lnTo>
                  <a:lnTo>
                    <a:pt x="4780236" y="11541"/>
                  </a:lnTo>
                  <a:lnTo>
                    <a:pt x="4734838" y="8495"/>
                  </a:lnTo>
                  <a:lnTo>
                    <a:pt x="4689442" y="5917"/>
                  </a:lnTo>
                  <a:lnTo>
                    <a:pt x="4644053" y="3804"/>
                  </a:lnTo>
                  <a:lnTo>
                    <a:pt x="4598673" y="2158"/>
                  </a:lnTo>
                  <a:lnTo>
                    <a:pt x="4553308" y="975"/>
                  </a:lnTo>
                  <a:lnTo>
                    <a:pt x="4507959" y="256"/>
                  </a:lnTo>
                  <a:lnTo>
                    <a:pt x="4462631" y="0"/>
                  </a:lnTo>
                  <a:lnTo>
                    <a:pt x="4417327" y="204"/>
                  </a:lnTo>
                  <a:lnTo>
                    <a:pt x="4372051" y="870"/>
                  </a:lnTo>
                  <a:lnTo>
                    <a:pt x="4326806" y="1995"/>
                  </a:lnTo>
                  <a:lnTo>
                    <a:pt x="4281596" y="3579"/>
                  </a:lnTo>
                  <a:lnTo>
                    <a:pt x="4236425" y="5621"/>
                  </a:lnTo>
                  <a:lnTo>
                    <a:pt x="4191296" y="8119"/>
                  </a:lnTo>
                  <a:lnTo>
                    <a:pt x="4146212" y="11073"/>
                  </a:lnTo>
                  <a:lnTo>
                    <a:pt x="4101178" y="14482"/>
                  </a:lnTo>
                  <a:lnTo>
                    <a:pt x="4056196" y="18345"/>
                  </a:lnTo>
                  <a:lnTo>
                    <a:pt x="4011271" y="22660"/>
                  </a:lnTo>
                  <a:lnTo>
                    <a:pt x="3966406" y="27428"/>
                  </a:lnTo>
                  <a:lnTo>
                    <a:pt x="3921604" y="32647"/>
                  </a:lnTo>
                  <a:lnTo>
                    <a:pt x="3876869" y="38315"/>
                  </a:lnTo>
                  <a:lnTo>
                    <a:pt x="3832205" y="44433"/>
                  </a:lnTo>
                  <a:lnTo>
                    <a:pt x="3787615" y="50999"/>
                  </a:lnTo>
                  <a:lnTo>
                    <a:pt x="3743103" y="58012"/>
                  </a:lnTo>
                  <a:lnTo>
                    <a:pt x="3698672" y="65472"/>
                  </a:lnTo>
                  <a:lnTo>
                    <a:pt x="3654326" y="73376"/>
                  </a:lnTo>
                  <a:lnTo>
                    <a:pt x="3610068" y="81725"/>
                  </a:lnTo>
                  <a:lnTo>
                    <a:pt x="3565902" y="90517"/>
                  </a:lnTo>
                  <a:lnTo>
                    <a:pt x="3521832" y="99752"/>
                  </a:lnTo>
                  <a:lnTo>
                    <a:pt x="3477862" y="109428"/>
                  </a:lnTo>
                  <a:lnTo>
                    <a:pt x="3433993" y="119545"/>
                  </a:lnTo>
                  <a:lnTo>
                    <a:pt x="3390232" y="130101"/>
                  </a:lnTo>
                  <a:lnTo>
                    <a:pt x="3346580" y="141096"/>
                  </a:lnTo>
                  <a:lnTo>
                    <a:pt x="3303041" y="152528"/>
                  </a:lnTo>
                  <a:lnTo>
                    <a:pt x="3259620" y="164397"/>
                  </a:lnTo>
                  <a:lnTo>
                    <a:pt x="3216319" y="176702"/>
                  </a:lnTo>
                  <a:lnTo>
                    <a:pt x="3173142" y="189441"/>
                  </a:lnTo>
                  <a:lnTo>
                    <a:pt x="3130093" y="202615"/>
                  </a:lnTo>
                  <a:lnTo>
                    <a:pt x="3087175" y="216221"/>
                  </a:lnTo>
                  <a:lnTo>
                    <a:pt x="3044392" y="230259"/>
                  </a:lnTo>
                  <a:lnTo>
                    <a:pt x="3001748" y="244728"/>
                  </a:lnTo>
                  <a:lnTo>
                    <a:pt x="2959245" y="259627"/>
                  </a:lnTo>
                  <a:lnTo>
                    <a:pt x="2916888" y="274954"/>
                  </a:lnTo>
                  <a:lnTo>
                    <a:pt x="2874680" y="290710"/>
                  </a:lnTo>
                  <a:lnTo>
                    <a:pt x="2832625" y="306894"/>
                  </a:lnTo>
                  <a:lnTo>
                    <a:pt x="2790726" y="323503"/>
                  </a:lnTo>
                  <a:lnTo>
                    <a:pt x="2748987" y="340537"/>
                  </a:lnTo>
                  <a:lnTo>
                    <a:pt x="2707412" y="357996"/>
                  </a:lnTo>
                  <a:lnTo>
                    <a:pt x="2666003" y="375878"/>
                  </a:lnTo>
                  <a:lnTo>
                    <a:pt x="2624765" y="394182"/>
                  </a:lnTo>
                  <a:lnTo>
                    <a:pt x="2583701" y="412908"/>
                  </a:lnTo>
                  <a:lnTo>
                    <a:pt x="2542814" y="432054"/>
                  </a:lnTo>
                  <a:lnTo>
                    <a:pt x="2502109" y="451619"/>
                  </a:lnTo>
                  <a:lnTo>
                    <a:pt x="2461589" y="471603"/>
                  </a:lnTo>
                  <a:lnTo>
                    <a:pt x="2421257" y="492004"/>
                  </a:lnTo>
                  <a:lnTo>
                    <a:pt x="2381117" y="512822"/>
                  </a:lnTo>
                  <a:lnTo>
                    <a:pt x="2341172" y="534056"/>
                  </a:lnTo>
                  <a:lnTo>
                    <a:pt x="2301427" y="555705"/>
                  </a:lnTo>
                  <a:lnTo>
                    <a:pt x="2261884" y="577767"/>
                  </a:lnTo>
                  <a:lnTo>
                    <a:pt x="2222548" y="600241"/>
                  </a:lnTo>
                  <a:lnTo>
                    <a:pt x="2183421" y="623128"/>
                  </a:lnTo>
                  <a:lnTo>
                    <a:pt x="2144508" y="646426"/>
                  </a:lnTo>
                  <a:lnTo>
                    <a:pt x="2105811" y="670133"/>
                  </a:lnTo>
                  <a:lnTo>
                    <a:pt x="2067335" y="694249"/>
                  </a:lnTo>
                  <a:lnTo>
                    <a:pt x="2029083" y="718774"/>
                  </a:lnTo>
                  <a:lnTo>
                    <a:pt x="1991059" y="743705"/>
                  </a:lnTo>
                  <a:lnTo>
                    <a:pt x="1953266" y="769042"/>
                  </a:lnTo>
                  <a:lnTo>
                    <a:pt x="1915708" y="794785"/>
                  </a:lnTo>
                  <a:lnTo>
                    <a:pt x="1878388" y="820931"/>
                  </a:lnTo>
                  <a:lnTo>
                    <a:pt x="1841310" y="847481"/>
                  </a:lnTo>
                  <a:lnTo>
                    <a:pt x="1804477" y="874433"/>
                  </a:lnTo>
                  <a:lnTo>
                    <a:pt x="1767894" y="901787"/>
                  </a:lnTo>
                  <a:lnTo>
                    <a:pt x="1731563" y="929540"/>
                  </a:lnTo>
                  <a:lnTo>
                    <a:pt x="1695488" y="957693"/>
                  </a:lnTo>
                  <a:lnTo>
                    <a:pt x="1659673" y="986245"/>
                  </a:lnTo>
                  <a:lnTo>
                    <a:pt x="1624121" y="1015194"/>
                  </a:lnTo>
                  <a:lnTo>
                    <a:pt x="1588837" y="1044539"/>
                  </a:lnTo>
                  <a:lnTo>
                    <a:pt x="1553822" y="1074280"/>
                  </a:lnTo>
                  <a:lnTo>
                    <a:pt x="1519082" y="1104416"/>
                  </a:lnTo>
                  <a:lnTo>
                    <a:pt x="1484619" y="1134945"/>
                  </a:lnTo>
                  <a:lnTo>
                    <a:pt x="1450438" y="1165867"/>
                  </a:lnTo>
                  <a:lnTo>
                    <a:pt x="1416541" y="1197180"/>
                  </a:lnTo>
                  <a:lnTo>
                    <a:pt x="1382932" y="1228885"/>
                  </a:lnTo>
                  <a:lnTo>
                    <a:pt x="1349616" y="1260979"/>
                  </a:lnTo>
                  <a:lnTo>
                    <a:pt x="1316595" y="1293462"/>
                  </a:lnTo>
                  <a:lnTo>
                    <a:pt x="1283872" y="1326333"/>
                  </a:lnTo>
                  <a:lnTo>
                    <a:pt x="1251453" y="1359591"/>
                  </a:lnTo>
                  <a:lnTo>
                    <a:pt x="1219339" y="1393234"/>
                  </a:lnTo>
                  <a:lnTo>
                    <a:pt x="1187536" y="1427263"/>
                  </a:lnTo>
                  <a:lnTo>
                    <a:pt x="1156045" y="1461676"/>
                  </a:lnTo>
                  <a:lnTo>
                    <a:pt x="1124871" y="1496472"/>
                  </a:lnTo>
                  <a:lnTo>
                    <a:pt x="1094018" y="1531651"/>
                  </a:lnTo>
                  <a:lnTo>
                    <a:pt x="1063489" y="1567210"/>
                  </a:lnTo>
                  <a:lnTo>
                    <a:pt x="1033287" y="1603150"/>
                  </a:lnTo>
                  <a:lnTo>
                    <a:pt x="1003417" y="1639469"/>
                  </a:lnTo>
                  <a:lnTo>
                    <a:pt x="973881" y="1676166"/>
                  </a:lnTo>
                  <a:lnTo>
                    <a:pt x="944683" y="1713240"/>
                  </a:lnTo>
                  <a:lnTo>
                    <a:pt x="915828" y="1750692"/>
                  </a:lnTo>
                  <a:lnTo>
                    <a:pt x="887317" y="1788518"/>
                  </a:lnTo>
                  <a:lnTo>
                    <a:pt x="859156" y="1826719"/>
                  </a:lnTo>
                  <a:lnTo>
                    <a:pt x="831347" y="1865294"/>
                  </a:lnTo>
                  <a:lnTo>
                    <a:pt x="803894" y="1904241"/>
                  </a:lnTo>
                  <a:lnTo>
                    <a:pt x="776801" y="1943560"/>
                  </a:lnTo>
                  <a:lnTo>
                    <a:pt x="750071" y="1983249"/>
                  </a:lnTo>
                  <a:lnTo>
                    <a:pt x="723708" y="2023309"/>
                  </a:lnTo>
                  <a:lnTo>
                    <a:pt x="697715" y="2063737"/>
                  </a:lnTo>
                  <a:lnTo>
                    <a:pt x="672097" y="2104532"/>
                  </a:lnTo>
                  <a:lnTo>
                    <a:pt x="646856" y="2145695"/>
                  </a:lnTo>
                  <a:lnTo>
                    <a:pt x="621995" y="2187224"/>
                  </a:lnTo>
                  <a:lnTo>
                    <a:pt x="597520" y="2229117"/>
                  </a:lnTo>
                  <a:lnTo>
                    <a:pt x="573492" y="2271270"/>
                  </a:lnTo>
                  <a:lnTo>
                    <a:pt x="549973" y="2313573"/>
                  </a:lnTo>
                  <a:lnTo>
                    <a:pt x="526961" y="2356023"/>
                  </a:lnTo>
                  <a:lnTo>
                    <a:pt x="504456" y="2398617"/>
                  </a:lnTo>
                  <a:lnTo>
                    <a:pt x="482455" y="2441351"/>
                  </a:lnTo>
                  <a:lnTo>
                    <a:pt x="460960" y="2484221"/>
                  </a:lnTo>
                  <a:lnTo>
                    <a:pt x="439967" y="2527224"/>
                  </a:lnTo>
                  <a:lnTo>
                    <a:pt x="419477" y="2570357"/>
                  </a:lnTo>
                  <a:lnTo>
                    <a:pt x="399489" y="2613616"/>
                  </a:lnTo>
                  <a:lnTo>
                    <a:pt x="380001" y="2656996"/>
                  </a:lnTo>
                  <a:lnTo>
                    <a:pt x="361013" y="2700496"/>
                  </a:lnTo>
                  <a:lnTo>
                    <a:pt x="342524" y="2744110"/>
                  </a:lnTo>
                  <a:lnTo>
                    <a:pt x="324532" y="2787836"/>
                  </a:lnTo>
                  <a:lnTo>
                    <a:pt x="307037" y="2831670"/>
                  </a:lnTo>
                  <a:lnTo>
                    <a:pt x="290038" y="2875608"/>
                  </a:lnTo>
                  <a:lnTo>
                    <a:pt x="273534" y="2919647"/>
                  </a:lnTo>
                  <a:lnTo>
                    <a:pt x="257524" y="2963783"/>
                  </a:lnTo>
                  <a:lnTo>
                    <a:pt x="242006" y="3008013"/>
                  </a:lnTo>
                  <a:lnTo>
                    <a:pt x="226981" y="3052333"/>
                  </a:lnTo>
                  <a:lnTo>
                    <a:pt x="212447" y="3096740"/>
                  </a:lnTo>
                  <a:lnTo>
                    <a:pt x="198402" y="3141229"/>
                  </a:lnTo>
                  <a:lnTo>
                    <a:pt x="184847" y="3185798"/>
                  </a:lnTo>
                  <a:lnTo>
                    <a:pt x="171780" y="3230443"/>
                  </a:lnTo>
                  <a:lnTo>
                    <a:pt x="159200" y="3275160"/>
                  </a:lnTo>
                  <a:lnTo>
                    <a:pt x="147107" y="3319945"/>
                  </a:lnTo>
                  <a:lnTo>
                    <a:pt x="135499" y="3364796"/>
                  </a:lnTo>
                  <a:lnTo>
                    <a:pt x="124375" y="3409708"/>
                  </a:lnTo>
                  <a:lnTo>
                    <a:pt x="113734" y="3454678"/>
                  </a:lnTo>
                  <a:lnTo>
                    <a:pt x="103576" y="3499702"/>
                  </a:lnTo>
                  <a:lnTo>
                    <a:pt x="93899" y="3544778"/>
                  </a:lnTo>
                  <a:lnTo>
                    <a:pt x="84703" y="3589900"/>
                  </a:lnTo>
                  <a:lnTo>
                    <a:pt x="75986" y="3635067"/>
                  </a:lnTo>
                  <a:lnTo>
                    <a:pt x="67748" y="3680273"/>
                  </a:lnTo>
                  <a:lnTo>
                    <a:pt x="59988" y="3725516"/>
                  </a:lnTo>
                  <a:lnTo>
                    <a:pt x="52704" y="3770792"/>
                  </a:lnTo>
                  <a:lnTo>
                    <a:pt x="45896" y="3816097"/>
                  </a:lnTo>
                  <a:lnTo>
                    <a:pt x="39563" y="3861428"/>
                  </a:lnTo>
                  <a:lnTo>
                    <a:pt x="33704" y="3906781"/>
                  </a:lnTo>
                  <a:lnTo>
                    <a:pt x="28317" y="3952153"/>
                  </a:lnTo>
                  <a:lnTo>
                    <a:pt x="23402" y="3997540"/>
                  </a:lnTo>
                  <a:lnTo>
                    <a:pt x="18959" y="4042939"/>
                  </a:lnTo>
                  <a:lnTo>
                    <a:pt x="14985" y="4088346"/>
                  </a:lnTo>
                  <a:lnTo>
                    <a:pt x="11480" y="4133757"/>
                  </a:lnTo>
                  <a:lnTo>
                    <a:pt x="8443" y="4179169"/>
                  </a:lnTo>
                  <a:lnTo>
                    <a:pt x="5874" y="4224578"/>
                  </a:lnTo>
                  <a:lnTo>
                    <a:pt x="3771" y="4269981"/>
                  </a:lnTo>
                  <a:lnTo>
                    <a:pt x="2132" y="4315374"/>
                  </a:lnTo>
                  <a:lnTo>
                    <a:pt x="958" y="4360753"/>
                  </a:lnTo>
                  <a:lnTo>
                    <a:pt x="248" y="4406116"/>
                  </a:lnTo>
                  <a:lnTo>
                    <a:pt x="0" y="4451458"/>
                  </a:lnTo>
                  <a:lnTo>
                    <a:pt x="213" y="4496776"/>
                  </a:lnTo>
                  <a:lnTo>
                    <a:pt x="886" y="4542066"/>
                  </a:lnTo>
                  <a:lnTo>
                    <a:pt x="2019" y="4587324"/>
                  </a:lnTo>
                  <a:lnTo>
                    <a:pt x="3610" y="4632548"/>
                  </a:lnTo>
                  <a:lnTo>
                    <a:pt x="5659" y="4677734"/>
                  </a:lnTo>
                  <a:lnTo>
                    <a:pt x="8165" y="4722877"/>
                  </a:lnTo>
                  <a:lnTo>
                    <a:pt x="11126" y="4767975"/>
                  </a:lnTo>
                  <a:lnTo>
                    <a:pt x="14542" y="4813024"/>
                  </a:lnTo>
                  <a:lnTo>
                    <a:pt x="18412" y="4858020"/>
                  </a:lnTo>
                  <a:lnTo>
                    <a:pt x="22734" y="4902960"/>
                  </a:lnTo>
                  <a:lnTo>
                    <a:pt x="27508" y="4947840"/>
                  </a:lnTo>
                  <a:lnTo>
                    <a:pt x="32733" y="4992656"/>
                  </a:lnTo>
                  <a:lnTo>
                    <a:pt x="38408" y="5037406"/>
                  </a:lnTo>
                  <a:lnTo>
                    <a:pt x="44532" y="5082085"/>
                  </a:lnTo>
                  <a:lnTo>
                    <a:pt x="51104" y="5126690"/>
                  </a:lnTo>
                  <a:lnTo>
                    <a:pt x="58123" y="5171217"/>
                  </a:lnTo>
                  <a:lnTo>
                    <a:pt x="65588" y="5215663"/>
                  </a:lnTo>
                  <a:lnTo>
                    <a:pt x="73498" y="5260024"/>
                  </a:lnTo>
                  <a:lnTo>
                    <a:pt x="81852" y="5304297"/>
                  </a:lnTo>
                  <a:lnTo>
                    <a:pt x="90650" y="5348477"/>
                  </a:lnTo>
                  <a:lnTo>
                    <a:pt x="99890" y="5392562"/>
                  </a:lnTo>
                  <a:lnTo>
                    <a:pt x="109571" y="5436548"/>
                  </a:lnTo>
                  <a:lnTo>
                    <a:pt x="119692" y="5480432"/>
                  </a:lnTo>
                  <a:lnTo>
                    <a:pt x="130253" y="5524209"/>
                  </a:lnTo>
                  <a:lnTo>
                    <a:pt x="141252" y="5567876"/>
                  </a:lnTo>
                  <a:lnTo>
                    <a:pt x="152688" y="5611430"/>
                  </a:lnTo>
                  <a:lnTo>
                    <a:pt x="164561" y="5654867"/>
                  </a:lnTo>
                  <a:lnTo>
                    <a:pt x="176870" y="5698183"/>
                  </a:lnTo>
                  <a:lnTo>
                    <a:pt x="189613" y="5741375"/>
                  </a:lnTo>
                  <a:lnTo>
                    <a:pt x="202790" y="5784440"/>
                  </a:lnTo>
                  <a:lnTo>
                    <a:pt x="216399" y="5827373"/>
                  </a:lnTo>
                  <a:lnTo>
                    <a:pt x="230441" y="5870171"/>
                  </a:lnTo>
                  <a:lnTo>
                    <a:pt x="244913" y="5912831"/>
                  </a:lnTo>
                  <a:lnTo>
                    <a:pt x="259814" y="5955350"/>
                  </a:lnTo>
                  <a:lnTo>
                    <a:pt x="275145" y="5997722"/>
                  </a:lnTo>
                  <a:lnTo>
                    <a:pt x="290904" y="6039946"/>
                  </a:lnTo>
                  <a:lnTo>
                    <a:pt x="307089" y="6082017"/>
                  </a:lnTo>
                  <a:lnTo>
                    <a:pt x="323701" y="6123931"/>
                  </a:lnTo>
                  <a:lnTo>
                    <a:pt x="335643" y="6153200"/>
                  </a:lnTo>
                </a:path>
                <a:path w="8297544" h="6153784">
                  <a:moveTo>
                    <a:pt x="8297531" y="2197393"/>
                  </a:moveTo>
                  <a:lnTo>
                    <a:pt x="8266865" y="2145860"/>
                  </a:lnTo>
                  <a:lnTo>
                    <a:pt x="8243158" y="2107147"/>
                  </a:lnTo>
                  <a:lnTo>
                    <a:pt x="8219042" y="2068655"/>
                  </a:lnTo>
                  <a:lnTo>
                    <a:pt x="8194519" y="2030387"/>
                  </a:lnTo>
                  <a:lnTo>
                    <a:pt x="8169588" y="1992347"/>
                  </a:lnTo>
                  <a:lnTo>
                    <a:pt x="8144252" y="1954537"/>
                  </a:lnTo>
                  <a:lnTo>
                    <a:pt x="8118511" y="1916963"/>
                  </a:lnTo>
                  <a:lnTo>
                    <a:pt x="8092366" y="1879627"/>
                  </a:lnTo>
                  <a:lnTo>
                    <a:pt x="8065818" y="1842533"/>
                  </a:lnTo>
                  <a:lnTo>
                    <a:pt x="8038867" y="1805684"/>
                  </a:lnTo>
                  <a:lnTo>
                    <a:pt x="8011516" y="1769084"/>
                  </a:lnTo>
                  <a:lnTo>
                    <a:pt x="7983765" y="1732737"/>
                  </a:lnTo>
                  <a:lnTo>
                    <a:pt x="7955614" y="1696646"/>
                  </a:lnTo>
                  <a:lnTo>
                    <a:pt x="7927065" y="1660815"/>
                  </a:lnTo>
                  <a:lnTo>
                    <a:pt x="7898119" y="1625247"/>
                  </a:lnTo>
                  <a:lnTo>
                    <a:pt x="7868776" y="1589946"/>
                  </a:lnTo>
                  <a:lnTo>
                    <a:pt x="7839038" y="1554916"/>
                  </a:lnTo>
                  <a:lnTo>
                    <a:pt x="7808906" y="1520159"/>
                  </a:lnTo>
                  <a:lnTo>
                    <a:pt x="7778380" y="1485681"/>
                  </a:lnTo>
                  <a:lnTo>
                    <a:pt x="7747462" y="1451483"/>
                  </a:lnTo>
                  <a:lnTo>
                    <a:pt x="7716152" y="1417570"/>
                  </a:lnTo>
                  <a:lnTo>
                    <a:pt x="7684451" y="1383946"/>
                  </a:lnTo>
                  <a:lnTo>
                    <a:pt x="7652361" y="1350613"/>
                  </a:lnTo>
                  <a:lnTo>
                    <a:pt x="7619882" y="1317576"/>
                  </a:lnTo>
                  <a:lnTo>
                    <a:pt x="7587016" y="1284837"/>
                  </a:lnTo>
                  <a:lnTo>
                    <a:pt x="7553763" y="1252402"/>
                  </a:lnTo>
                  <a:lnTo>
                    <a:pt x="7520124" y="1220272"/>
                  </a:lnTo>
                  <a:lnTo>
                    <a:pt x="7486100" y="1188453"/>
                  </a:lnTo>
                  <a:lnTo>
                    <a:pt x="7451692" y="1156946"/>
                  </a:lnTo>
                  <a:lnTo>
                    <a:pt x="7416901" y="1125757"/>
                  </a:lnTo>
                  <a:lnTo>
                    <a:pt x="7381728" y="1094887"/>
                  </a:lnTo>
                  <a:lnTo>
                    <a:pt x="7346174" y="1064342"/>
                  </a:lnTo>
                  <a:lnTo>
                    <a:pt x="7310241" y="1034125"/>
                  </a:lnTo>
                  <a:lnTo>
                    <a:pt x="7273928" y="1004238"/>
                  </a:lnTo>
                  <a:lnTo>
                    <a:pt x="7237236" y="974687"/>
                  </a:lnTo>
                  <a:lnTo>
                    <a:pt x="7200168" y="945473"/>
                  </a:lnTo>
                  <a:lnTo>
                    <a:pt x="7162724" y="916602"/>
                  </a:lnTo>
                  <a:lnTo>
                    <a:pt x="7124904" y="888076"/>
                  </a:lnTo>
                  <a:lnTo>
                    <a:pt x="7086709" y="859899"/>
                  </a:lnTo>
                  <a:lnTo>
                    <a:pt x="7048142" y="832074"/>
                  </a:lnTo>
                  <a:lnTo>
                    <a:pt x="7009202" y="804606"/>
                  </a:lnTo>
                  <a:lnTo>
                    <a:pt x="6969890" y="777497"/>
                  </a:lnTo>
                  <a:lnTo>
                    <a:pt x="6930209" y="750752"/>
                  </a:lnTo>
                  <a:lnTo>
                    <a:pt x="6890157" y="724374"/>
                  </a:lnTo>
                  <a:lnTo>
                    <a:pt x="6849737" y="698365"/>
                  </a:lnTo>
                  <a:lnTo>
                    <a:pt x="6808949" y="672731"/>
                  </a:lnTo>
                  <a:lnTo>
                    <a:pt x="6767795" y="647475"/>
                  </a:lnTo>
                  <a:lnTo>
                    <a:pt x="6726275" y="622599"/>
                  </a:lnTo>
                  <a:lnTo>
                    <a:pt x="6684390" y="598109"/>
                  </a:lnTo>
                </a:path>
              </a:pathLst>
            </a:custGeom>
            <a:ln w="38100">
              <a:solidFill>
                <a:schemeClr val="bg2"/>
              </a:solidFill>
            </a:ln>
          </p:spPr>
          <p:txBody>
            <a:bodyPr wrap="square" lIns="0" tIns="0" rIns="0" bIns="0" rtlCol="0"/>
            <a:lstStyle/>
            <a:p>
              <a:endParaRPr/>
            </a:p>
          </p:txBody>
        </p:sp>
        <p:sp>
          <p:nvSpPr>
            <p:cNvPr id="16" name="object 31"/>
            <p:cNvSpPr/>
            <p:nvPr userDrawn="1"/>
          </p:nvSpPr>
          <p:spPr>
            <a:xfrm>
              <a:off x="13709998" y="6396318"/>
              <a:ext cx="6629400" cy="5862320"/>
            </a:xfrm>
            <a:custGeom>
              <a:avLst/>
              <a:gdLst/>
              <a:ahLst/>
              <a:cxnLst/>
              <a:rect l="l" t="t" r="r" b="b"/>
              <a:pathLst>
                <a:path w="6629400" h="5862320">
                  <a:moveTo>
                    <a:pt x="6028090" y="546454"/>
                  </a:moveTo>
                  <a:lnTo>
                    <a:pt x="5986140" y="522363"/>
                  </a:lnTo>
                  <a:lnTo>
                    <a:pt x="5944026" y="498832"/>
                  </a:lnTo>
                  <a:lnTo>
                    <a:pt x="5901752" y="475859"/>
                  </a:lnTo>
                  <a:lnTo>
                    <a:pt x="5859324" y="453444"/>
                  </a:lnTo>
                  <a:lnTo>
                    <a:pt x="5816745" y="431585"/>
                  </a:lnTo>
                  <a:lnTo>
                    <a:pt x="5774019" y="410280"/>
                  </a:lnTo>
                  <a:lnTo>
                    <a:pt x="5731151" y="389530"/>
                  </a:lnTo>
                  <a:lnTo>
                    <a:pt x="5688146" y="369333"/>
                  </a:lnTo>
                  <a:lnTo>
                    <a:pt x="5645007" y="349687"/>
                  </a:lnTo>
                  <a:lnTo>
                    <a:pt x="5601738" y="330591"/>
                  </a:lnTo>
                  <a:lnTo>
                    <a:pt x="5558345" y="312045"/>
                  </a:lnTo>
                  <a:lnTo>
                    <a:pt x="5514831" y="294047"/>
                  </a:lnTo>
                  <a:lnTo>
                    <a:pt x="5471201" y="276595"/>
                  </a:lnTo>
                  <a:lnTo>
                    <a:pt x="5427459" y="259690"/>
                  </a:lnTo>
                  <a:lnTo>
                    <a:pt x="5383609" y="243329"/>
                  </a:lnTo>
                  <a:lnTo>
                    <a:pt x="5339656" y="227512"/>
                  </a:lnTo>
                  <a:lnTo>
                    <a:pt x="5295604" y="212237"/>
                  </a:lnTo>
                  <a:lnTo>
                    <a:pt x="5251457" y="197503"/>
                  </a:lnTo>
                  <a:lnTo>
                    <a:pt x="5207219" y="183309"/>
                  </a:lnTo>
                  <a:lnTo>
                    <a:pt x="5162896" y="169655"/>
                  </a:lnTo>
                  <a:lnTo>
                    <a:pt x="5118490" y="156537"/>
                  </a:lnTo>
                  <a:lnTo>
                    <a:pt x="5074007" y="143957"/>
                  </a:lnTo>
                  <a:lnTo>
                    <a:pt x="5029450" y="131912"/>
                  </a:lnTo>
                  <a:lnTo>
                    <a:pt x="4984825" y="120401"/>
                  </a:lnTo>
                  <a:lnTo>
                    <a:pt x="4940135" y="109423"/>
                  </a:lnTo>
                  <a:lnTo>
                    <a:pt x="4895384" y="98977"/>
                  </a:lnTo>
                  <a:lnTo>
                    <a:pt x="4850578" y="89062"/>
                  </a:lnTo>
                  <a:lnTo>
                    <a:pt x="4805720" y="79677"/>
                  </a:lnTo>
                  <a:lnTo>
                    <a:pt x="4760814" y="70820"/>
                  </a:lnTo>
                  <a:lnTo>
                    <a:pt x="4715865" y="62491"/>
                  </a:lnTo>
                  <a:lnTo>
                    <a:pt x="4670877" y="54688"/>
                  </a:lnTo>
                  <a:lnTo>
                    <a:pt x="4625855" y="47410"/>
                  </a:lnTo>
                  <a:lnTo>
                    <a:pt x="4580802" y="40655"/>
                  </a:lnTo>
                  <a:lnTo>
                    <a:pt x="4535724" y="34424"/>
                  </a:lnTo>
                  <a:lnTo>
                    <a:pt x="4490624" y="28714"/>
                  </a:lnTo>
                  <a:lnTo>
                    <a:pt x="4445506" y="23524"/>
                  </a:lnTo>
                  <a:lnTo>
                    <a:pt x="4400376" y="18854"/>
                  </a:lnTo>
                  <a:lnTo>
                    <a:pt x="4355237" y="14702"/>
                  </a:lnTo>
                  <a:lnTo>
                    <a:pt x="4310093" y="11067"/>
                  </a:lnTo>
                  <a:lnTo>
                    <a:pt x="4264949" y="7948"/>
                  </a:lnTo>
                  <a:lnTo>
                    <a:pt x="4219809" y="5343"/>
                  </a:lnTo>
                  <a:lnTo>
                    <a:pt x="4174678" y="3252"/>
                  </a:lnTo>
                  <a:lnTo>
                    <a:pt x="4129560" y="1673"/>
                  </a:lnTo>
                  <a:lnTo>
                    <a:pt x="4084459" y="606"/>
                  </a:lnTo>
                  <a:lnTo>
                    <a:pt x="4039379" y="48"/>
                  </a:lnTo>
                  <a:lnTo>
                    <a:pt x="3994324" y="0"/>
                  </a:lnTo>
                  <a:lnTo>
                    <a:pt x="3949300" y="459"/>
                  </a:lnTo>
                  <a:lnTo>
                    <a:pt x="3904310" y="1424"/>
                  </a:lnTo>
                  <a:lnTo>
                    <a:pt x="3859359" y="2896"/>
                  </a:lnTo>
                  <a:lnTo>
                    <a:pt x="3814450" y="4871"/>
                  </a:lnTo>
                  <a:lnTo>
                    <a:pt x="3769589" y="7350"/>
                  </a:lnTo>
                  <a:lnTo>
                    <a:pt x="3724779" y="10331"/>
                  </a:lnTo>
                  <a:lnTo>
                    <a:pt x="3680026" y="13812"/>
                  </a:lnTo>
                  <a:lnTo>
                    <a:pt x="3635332" y="17793"/>
                  </a:lnTo>
                  <a:lnTo>
                    <a:pt x="3590702" y="22273"/>
                  </a:lnTo>
                  <a:lnTo>
                    <a:pt x="3546142" y="27250"/>
                  </a:lnTo>
                  <a:lnTo>
                    <a:pt x="3501654" y="32723"/>
                  </a:lnTo>
                  <a:lnTo>
                    <a:pt x="3457243" y="38692"/>
                  </a:lnTo>
                  <a:lnTo>
                    <a:pt x="3412915" y="45154"/>
                  </a:lnTo>
                  <a:lnTo>
                    <a:pt x="3368672" y="52109"/>
                  </a:lnTo>
                  <a:lnTo>
                    <a:pt x="3324519" y="59556"/>
                  </a:lnTo>
                  <a:lnTo>
                    <a:pt x="3280461" y="67493"/>
                  </a:lnTo>
                  <a:lnTo>
                    <a:pt x="3236502" y="75920"/>
                  </a:lnTo>
                  <a:lnTo>
                    <a:pt x="3192646" y="84834"/>
                  </a:lnTo>
                  <a:lnTo>
                    <a:pt x="3148897" y="94236"/>
                  </a:lnTo>
                  <a:lnTo>
                    <a:pt x="3105260" y="104123"/>
                  </a:lnTo>
                  <a:lnTo>
                    <a:pt x="3061739" y="114496"/>
                  </a:lnTo>
                  <a:lnTo>
                    <a:pt x="3018339" y="125351"/>
                  </a:lnTo>
                  <a:lnTo>
                    <a:pt x="2975063" y="136689"/>
                  </a:lnTo>
                  <a:lnTo>
                    <a:pt x="2931916" y="148509"/>
                  </a:lnTo>
                  <a:lnTo>
                    <a:pt x="2888902" y="160808"/>
                  </a:lnTo>
                  <a:lnTo>
                    <a:pt x="2846026" y="173586"/>
                  </a:lnTo>
                  <a:lnTo>
                    <a:pt x="2803292" y="186843"/>
                  </a:lnTo>
                  <a:lnTo>
                    <a:pt x="2760704" y="200575"/>
                  </a:lnTo>
                  <a:lnTo>
                    <a:pt x="2718266" y="214784"/>
                  </a:lnTo>
                  <a:lnTo>
                    <a:pt x="2675983" y="229466"/>
                  </a:lnTo>
                  <a:lnTo>
                    <a:pt x="2633859" y="244622"/>
                  </a:lnTo>
                  <a:lnTo>
                    <a:pt x="2591899" y="260250"/>
                  </a:lnTo>
                  <a:lnTo>
                    <a:pt x="2550106" y="276348"/>
                  </a:lnTo>
                  <a:lnTo>
                    <a:pt x="2508485" y="292917"/>
                  </a:lnTo>
                  <a:lnTo>
                    <a:pt x="2467041" y="309953"/>
                  </a:lnTo>
                  <a:lnTo>
                    <a:pt x="2425777" y="327458"/>
                  </a:lnTo>
                  <a:lnTo>
                    <a:pt x="2384698" y="345428"/>
                  </a:lnTo>
                  <a:lnTo>
                    <a:pt x="2343808" y="363864"/>
                  </a:lnTo>
                  <a:lnTo>
                    <a:pt x="2303112" y="382763"/>
                  </a:lnTo>
                  <a:lnTo>
                    <a:pt x="2262613" y="402126"/>
                  </a:lnTo>
                  <a:lnTo>
                    <a:pt x="2222317" y="421950"/>
                  </a:lnTo>
                  <a:lnTo>
                    <a:pt x="2182227" y="442234"/>
                  </a:lnTo>
                  <a:lnTo>
                    <a:pt x="2142347" y="462978"/>
                  </a:lnTo>
                  <a:lnTo>
                    <a:pt x="2102683" y="484180"/>
                  </a:lnTo>
                  <a:lnTo>
                    <a:pt x="2063238" y="505839"/>
                  </a:lnTo>
                  <a:lnTo>
                    <a:pt x="2024016" y="527954"/>
                  </a:lnTo>
                  <a:lnTo>
                    <a:pt x="1985023" y="550523"/>
                  </a:lnTo>
                  <a:lnTo>
                    <a:pt x="1946261" y="573547"/>
                  </a:lnTo>
                  <a:lnTo>
                    <a:pt x="1907737" y="597022"/>
                  </a:lnTo>
                  <a:lnTo>
                    <a:pt x="1869453" y="620949"/>
                  </a:lnTo>
                  <a:lnTo>
                    <a:pt x="1831414" y="645326"/>
                  </a:lnTo>
                  <a:lnTo>
                    <a:pt x="1793624" y="670152"/>
                  </a:lnTo>
                  <a:lnTo>
                    <a:pt x="1756089" y="695426"/>
                  </a:lnTo>
                  <a:lnTo>
                    <a:pt x="1718811" y="721146"/>
                  </a:lnTo>
                  <a:lnTo>
                    <a:pt x="1681795" y="747312"/>
                  </a:lnTo>
                  <a:lnTo>
                    <a:pt x="1645047" y="773922"/>
                  </a:lnTo>
                  <a:lnTo>
                    <a:pt x="1608569" y="800975"/>
                  </a:lnTo>
                  <a:lnTo>
                    <a:pt x="1572366" y="828471"/>
                  </a:lnTo>
                  <a:lnTo>
                    <a:pt x="1536443" y="856407"/>
                  </a:lnTo>
                  <a:lnTo>
                    <a:pt x="1500804" y="884783"/>
                  </a:lnTo>
                  <a:lnTo>
                    <a:pt x="1465453" y="913598"/>
                  </a:lnTo>
                  <a:lnTo>
                    <a:pt x="1430395" y="942850"/>
                  </a:lnTo>
                  <a:lnTo>
                    <a:pt x="1395633" y="972538"/>
                  </a:lnTo>
                  <a:lnTo>
                    <a:pt x="1361172" y="1002662"/>
                  </a:lnTo>
                  <a:lnTo>
                    <a:pt x="1327017" y="1033219"/>
                  </a:lnTo>
                  <a:lnTo>
                    <a:pt x="1293171" y="1064209"/>
                  </a:lnTo>
                  <a:lnTo>
                    <a:pt x="1259639" y="1095631"/>
                  </a:lnTo>
                  <a:lnTo>
                    <a:pt x="1226426" y="1127484"/>
                  </a:lnTo>
                  <a:lnTo>
                    <a:pt x="1193535" y="1159765"/>
                  </a:lnTo>
                  <a:lnTo>
                    <a:pt x="1160971" y="1192475"/>
                  </a:lnTo>
                  <a:lnTo>
                    <a:pt x="1128738" y="1225612"/>
                  </a:lnTo>
                  <a:lnTo>
                    <a:pt x="1096841" y="1259175"/>
                  </a:lnTo>
                  <a:lnTo>
                    <a:pt x="1065283" y="1293163"/>
                  </a:lnTo>
                  <a:lnTo>
                    <a:pt x="1034069" y="1327574"/>
                  </a:lnTo>
                  <a:lnTo>
                    <a:pt x="1003204" y="1362408"/>
                  </a:lnTo>
                  <a:lnTo>
                    <a:pt x="972692" y="1397663"/>
                  </a:lnTo>
                  <a:lnTo>
                    <a:pt x="942536" y="1433338"/>
                  </a:lnTo>
                  <a:lnTo>
                    <a:pt x="912742" y="1469432"/>
                  </a:lnTo>
                  <a:lnTo>
                    <a:pt x="883314" y="1505944"/>
                  </a:lnTo>
                  <a:lnTo>
                    <a:pt x="854255" y="1542872"/>
                  </a:lnTo>
                  <a:lnTo>
                    <a:pt x="825570" y="1580217"/>
                  </a:lnTo>
                  <a:lnTo>
                    <a:pt x="797265" y="1617975"/>
                  </a:lnTo>
                  <a:lnTo>
                    <a:pt x="769341" y="1656147"/>
                  </a:lnTo>
                  <a:lnTo>
                    <a:pt x="741805" y="1694730"/>
                  </a:lnTo>
                  <a:lnTo>
                    <a:pt x="714661" y="1733725"/>
                  </a:lnTo>
                  <a:lnTo>
                    <a:pt x="687912" y="1773130"/>
                  </a:lnTo>
                  <a:lnTo>
                    <a:pt x="661563" y="1812943"/>
                  </a:lnTo>
                  <a:lnTo>
                    <a:pt x="635618" y="1853163"/>
                  </a:lnTo>
                  <a:lnTo>
                    <a:pt x="610082" y="1893790"/>
                  </a:lnTo>
                  <a:lnTo>
                    <a:pt x="584959" y="1934822"/>
                  </a:lnTo>
                  <a:lnTo>
                    <a:pt x="560253" y="1976258"/>
                  </a:lnTo>
                  <a:lnTo>
                    <a:pt x="535969" y="2018096"/>
                  </a:lnTo>
                  <a:lnTo>
                    <a:pt x="512176" y="2060222"/>
                  </a:lnTo>
                  <a:lnTo>
                    <a:pt x="488939" y="2102513"/>
                  </a:lnTo>
                  <a:lnTo>
                    <a:pt x="466258" y="2144968"/>
                  </a:lnTo>
                  <a:lnTo>
                    <a:pt x="444131" y="2187580"/>
                  </a:lnTo>
                  <a:lnTo>
                    <a:pt x="422558" y="2230345"/>
                  </a:lnTo>
                  <a:lnTo>
                    <a:pt x="401537" y="2273260"/>
                  </a:lnTo>
                  <a:lnTo>
                    <a:pt x="381066" y="2316320"/>
                  </a:lnTo>
                  <a:lnTo>
                    <a:pt x="361146" y="2359521"/>
                  </a:lnTo>
                  <a:lnTo>
                    <a:pt x="341774" y="2402858"/>
                  </a:lnTo>
                  <a:lnTo>
                    <a:pt x="322950" y="2446327"/>
                  </a:lnTo>
                  <a:lnTo>
                    <a:pt x="304672" y="2489923"/>
                  </a:lnTo>
                  <a:lnTo>
                    <a:pt x="286939" y="2533643"/>
                  </a:lnTo>
                  <a:lnTo>
                    <a:pt x="269750" y="2577482"/>
                  </a:lnTo>
                  <a:lnTo>
                    <a:pt x="253105" y="2621435"/>
                  </a:lnTo>
                  <a:lnTo>
                    <a:pt x="237000" y="2665499"/>
                  </a:lnTo>
                  <a:lnTo>
                    <a:pt x="221437" y="2709669"/>
                  </a:lnTo>
                  <a:lnTo>
                    <a:pt x="206412" y="2753940"/>
                  </a:lnTo>
                  <a:lnTo>
                    <a:pt x="191926" y="2798309"/>
                  </a:lnTo>
                  <a:lnTo>
                    <a:pt x="177977" y="2842770"/>
                  </a:lnTo>
                  <a:lnTo>
                    <a:pt x="164564" y="2887320"/>
                  </a:lnTo>
                  <a:lnTo>
                    <a:pt x="151686" y="2931955"/>
                  </a:lnTo>
                  <a:lnTo>
                    <a:pt x="139341" y="2976669"/>
                  </a:lnTo>
                  <a:lnTo>
                    <a:pt x="127528" y="3021459"/>
                  </a:lnTo>
                  <a:lnTo>
                    <a:pt x="116247" y="3066320"/>
                  </a:lnTo>
                  <a:lnTo>
                    <a:pt x="105496" y="3111249"/>
                  </a:lnTo>
                  <a:lnTo>
                    <a:pt x="95273" y="3156240"/>
                  </a:lnTo>
                  <a:lnTo>
                    <a:pt x="85579" y="3201289"/>
                  </a:lnTo>
                  <a:lnTo>
                    <a:pt x="76411" y="3246392"/>
                  </a:lnTo>
                  <a:lnTo>
                    <a:pt x="67768" y="3291545"/>
                  </a:lnTo>
                  <a:lnTo>
                    <a:pt x="59650" y="3336743"/>
                  </a:lnTo>
                  <a:lnTo>
                    <a:pt x="52055" y="3381982"/>
                  </a:lnTo>
                  <a:lnTo>
                    <a:pt x="44982" y="3427258"/>
                  </a:lnTo>
                  <a:lnTo>
                    <a:pt x="38429" y="3472566"/>
                  </a:lnTo>
                  <a:lnTo>
                    <a:pt x="32397" y="3517902"/>
                  </a:lnTo>
                  <a:lnTo>
                    <a:pt x="26882" y="3563261"/>
                  </a:lnTo>
                  <a:lnTo>
                    <a:pt x="21885" y="3608640"/>
                  </a:lnTo>
                  <a:lnTo>
                    <a:pt x="17405" y="3654034"/>
                  </a:lnTo>
                  <a:lnTo>
                    <a:pt x="13439" y="3699438"/>
                  </a:lnTo>
                  <a:lnTo>
                    <a:pt x="9987" y="3744849"/>
                  </a:lnTo>
                  <a:lnTo>
                    <a:pt x="7047" y="3790262"/>
                  </a:lnTo>
                  <a:lnTo>
                    <a:pt x="4619" y="3835672"/>
                  </a:lnTo>
                  <a:lnTo>
                    <a:pt x="2702" y="3881076"/>
                  </a:lnTo>
                  <a:lnTo>
                    <a:pt x="1293" y="3926468"/>
                  </a:lnTo>
                  <a:lnTo>
                    <a:pt x="393" y="3971846"/>
                  </a:lnTo>
                  <a:lnTo>
                    <a:pt x="0" y="4017203"/>
                  </a:lnTo>
                  <a:lnTo>
                    <a:pt x="112" y="4062537"/>
                  </a:lnTo>
                  <a:lnTo>
                    <a:pt x="728" y="4107842"/>
                  </a:lnTo>
                  <a:lnTo>
                    <a:pt x="1848" y="4153114"/>
                  </a:lnTo>
                  <a:lnTo>
                    <a:pt x="3471" y="4198349"/>
                  </a:lnTo>
                  <a:lnTo>
                    <a:pt x="5594" y="4243543"/>
                  </a:lnTo>
                  <a:lnTo>
                    <a:pt x="8217" y="4288692"/>
                  </a:lnTo>
                  <a:lnTo>
                    <a:pt x="11339" y="4333790"/>
                  </a:lnTo>
                  <a:lnTo>
                    <a:pt x="14959" y="4378834"/>
                  </a:lnTo>
                  <a:lnTo>
                    <a:pt x="19075" y="4423819"/>
                  </a:lnTo>
                  <a:lnTo>
                    <a:pt x="23686" y="4468741"/>
                  </a:lnTo>
                  <a:lnTo>
                    <a:pt x="28791" y="4513596"/>
                  </a:lnTo>
                  <a:lnTo>
                    <a:pt x="34389" y="4558379"/>
                  </a:lnTo>
                  <a:lnTo>
                    <a:pt x="40479" y="4603086"/>
                  </a:lnTo>
                  <a:lnTo>
                    <a:pt x="47060" y="4647712"/>
                  </a:lnTo>
                  <a:lnTo>
                    <a:pt x="54130" y="4692254"/>
                  </a:lnTo>
                  <a:lnTo>
                    <a:pt x="61688" y="4736707"/>
                  </a:lnTo>
                  <a:lnTo>
                    <a:pt x="69733" y="4781066"/>
                  </a:lnTo>
                  <a:lnTo>
                    <a:pt x="78264" y="4825328"/>
                  </a:lnTo>
                  <a:lnTo>
                    <a:pt x="87281" y="4869488"/>
                  </a:lnTo>
                  <a:lnTo>
                    <a:pt x="96780" y="4913541"/>
                  </a:lnTo>
                  <a:lnTo>
                    <a:pt x="106762" y="4957484"/>
                  </a:lnTo>
                  <a:lnTo>
                    <a:pt x="117226" y="5001311"/>
                  </a:lnTo>
                  <a:lnTo>
                    <a:pt x="128170" y="5045020"/>
                  </a:lnTo>
                  <a:lnTo>
                    <a:pt x="139592" y="5088604"/>
                  </a:lnTo>
                  <a:lnTo>
                    <a:pt x="151493" y="5132061"/>
                  </a:lnTo>
                  <a:lnTo>
                    <a:pt x="163870" y="5175385"/>
                  </a:lnTo>
                  <a:lnTo>
                    <a:pt x="176722" y="5218572"/>
                  </a:lnTo>
                  <a:lnTo>
                    <a:pt x="190049" y="5261618"/>
                  </a:lnTo>
                  <a:lnTo>
                    <a:pt x="203849" y="5304519"/>
                  </a:lnTo>
                  <a:lnTo>
                    <a:pt x="218122" y="5347271"/>
                  </a:lnTo>
                  <a:lnTo>
                    <a:pt x="232865" y="5389868"/>
                  </a:lnTo>
                  <a:lnTo>
                    <a:pt x="248077" y="5432307"/>
                  </a:lnTo>
                  <a:lnTo>
                    <a:pt x="263758" y="5474583"/>
                  </a:lnTo>
                  <a:lnTo>
                    <a:pt x="279907" y="5516692"/>
                  </a:lnTo>
                  <a:lnTo>
                    <a:pt x="296522" y="5558630"/>
                  </a:lnTo>
                  <a:lnTo>
                    <a:pt x="313602" y="5600392"/>
                  </a:lnTo>
                  <a:lnTo>
                    <a:pt x="331146" y="5641974"/>
                  </a:lnTo>
                  <a:lnTo>
                    <a:pt x="349152" y="5683371"/>
                  </a:lnTo>
                  <a:lnTo>
                    <a:pt x="367620" y="5724580"/>
                  </a:lnTo>
                  <a:lnTo>
                    <a:pt x="386549" y="5765596"/>
                  </a:lnTo>
                  <a:lnTo>
                    <a:pt x="405936" y="5806414"/>
                  </a:lnTo>
                  <a:lnTo>
                    <a:pt x="425782" y="5847031"/>
                  </a:lnTo>
                  <a:lnTo>
                    <a:pt x="433172" y="5861740"/>
                  </a:lnTo>
                </a:path>
                <a:path w="6629400" h="5862320">
                  <a:moveTo>
                    <a:pt x="6628885" y="973206"/>
                  </a:moveTo>
                  <a:lnTo>
                    <a:pt x="6574728" y="927523"/>
                  </a:lnTo>
                  <a:lnTo>
                    <a:pt x="6538336" y="897782"/>
                  </a:lnTo>
                  <a:lnTo>
                    <a:pt x="6501530" y="868411"/>
                  </a:lnTo>
                  <a:lnTo>
                    <a:pt x="6464313" y="839415"/>
                  </a:lnTo>
                  <a:lnTo>
                    <a:pt x="6426686" y="810799"/>
                  </a:lnTo>
                  <a:lnTo>
                    <a:pt x="6388649" y="782566"/>
                  </a:lnTo>
                  <a:lnTo>
                    <a:pt x="6350204" y="754722"/>
                  </a:lnTo>
                  <a:lnTo>
                    <a:pt x="6311352" y="727269"/>
                  </a:lnTo>
                  <a:lnTo>
                    <a:pt x="6272094" y="700214"/>
                  </a:lnTo>
                  <a:lnTo>
                    <a:pt x="6232432" y="673559"/>
                  </a:lnTo>
                  <a:lnTo>
                    <a:pt x="6192366" y="647310"/>
                  </a:lnTo>
                  <a:lnTo>
                    <a:pt x="6151898" y="621471"/>
                  </a:lnTo>
                  <a:lnTo>
                    <a:pt x="6111028" y="596045"/>
                  </a:lnTo>
                  <a:lnTo>
                    <a:pt x="6069759" y="571038"/>
                  </a:lnTo>
                  <a:lnTo>
                    <a:pt x="6028090" y="546454"/>
                  </a:lnTo>
                </a:path>
              </a:pathLst>
            </a:custGeom>
            <a:ln w="38100">
              <a:solidFill>
                <a:schemeClr val="bg2"/>
              </a:solidFill>
            </a:ln>
          </p:spPr>
          <p:txBody>
            <a:bodyPr wrap="square" lIns="0" tIns="0" rIns="0" bIns="0" rtlCol="0"/>
            <a:lstStyle/>
            <a:p>
              <a:endParaRPr/>
            </a:p>
          </p:txBody>
        </p:sp>
      </p:grpSp>
      <p:pic>
        <p:nvPicPr>
          <p:cNvPr id="10" name="Grafik 9"/>
          <p:cNvPicPr>
            <a:picLocks noChangeAspect="1"/>
          </p:cNvPicPr>
          <p:nvPr userDrawn="1"/>
        </p:nvPicPr>
        <p:blipFill rotWithShape="1">
          <a:blip r:embed="rId4" cstate="print">
            <a:extLst>
              <a:ext uri="{28A0092B-C50C-407E-A947-70E740481C1C}">
                <a14:useLocalDpi xmlns:a14="http://schemas.microsoft.com/office/drawing/2010/main" val="0"/>
              </a:ext>
            </a:extLst>
          </a:blip>
          <a:srcRect t="26148"/>
          <a:stretch/>
        </p:blipFill>
        <p:spPr>
          <a:xfrm>
            <a:off x="9096210" y="372534"/>
            <a:ext cx="2519528" cy="423711"/>
          </a:xfrm>
          <a:prstGeom prst="rect">
            <a:avLst/>
          </a:prstGeom>
        </p:spPr>
      </p:pic>
    </p:spTree>
    <p:extLst>
      <p:ext uri="{BB962C8B-B14F-4D97-AF65-F5344CB8AC3E}">
        <p14:creationId xmlns:p14="http://schemas.microsoft.com/office/powerpoint/2010/main" val="2201360777"/>
      </p:ext>
    </p:extLst>
  </p:cSld>
  <p:clrMap bg1="lt1" tx1="dk1" bg2="lt2" tx2="dk2" accent1="accent1" accent2="accent2" accent3="accent3" accent4="accent4" accent5="accent5" accent6="accent6" hlink="hlink" folHlink="folHlink"/>
  <p:sldLayoutIdLst>
    <p:sldLayoutId id="2147483690" r:id="rId1"/>
    <p:sldLayoutId id="2147483691" r:id="rId2"/>
  </p:sldLayoutIdLst>
  <p:hf hdr="0"/>
  <p:txStyles>
    <p:titleStyle>
      <a:lvl1pPr algn="l" defTabSz="914400" rtl="0" eaLnBrk="1" latinLnBrk="0" hangingPunct="1">
        <a:lnSpc>
          <a:spcPct val="90000"/>
        </a:lnSpc>
        <a:spcBef>
          <a:spcPct val="0"/>
        </a:spcBef>
        <a:buNone/>
        <a:defRPr sz="2200" b="1" i="0" kern="1200" cap="all" baseline="0">
          <a:solidFill>
            <a:schemeClr val="bg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userDrawn="1">
          <p15:clr>
            <a:srgbClr val="F26B43"/>
          </p15:clr>
        </p15:guide>
        <p15:guide id="2" orient="horz" pos="3974" userDrawn="1">
          <p15:clr>
            <a:srgbClr val="F26B43"/>
          </p15:clr>
        </p15:guide>
        <p15:guide id="3" orient="horz" pos="618" userDrawn="1">
          <p15:clr>
            <a:srgbClr val="F26B43"/>
          </p15:clr>
        </p15:guide>
        <p15:guide id="4" pos="363" userDrawn="1">
          <p15:clr>
            <a:srgbClr val="F26B43"/>
          </p15:clr>
        </p15:guide>
        <p15:guide id="5" pos="7317" userDrawn="1">
          <p15:clr>
            <a:srgbClr val="F26B43"/>
          </p15:clr>
        </p15:guide>
        <p15:guide id="6" orient="horz" pos="913" userDrawn="1">
          <p15:clr>
            <a:srgbClr val="F26B43"/>
          </p15:clr>
        </p15:guide>
        <p15:guide id="7" pos="5201" userDrawn="1">
          <p15:clr>
            <a:srgbClr val="F26B43"/>
          </p15:clr>
        </p15:guide>
        <p15:guide id="8" orient="horz" pos="4088" userDrawn="1">
          <p15:clr>
            <a:srgbClr val="F26B43"/>
          </p15:clr>
        </p15:guide>
        <p15:guide id="9" pos="6229"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9" name="Date Placeholder 3"/>
          <p:cNvSpPr>
            <a:spLocks noGrp="1"/>
          </p:cNvSpPr>
          <p:nvPr>
            <p:ph type="dt" sz="half" idx="2"/>
          </p:nvPr>
        </p:nvSpPr>
        <p:spPr>
          <a:xfrm>
            <a:off x="575733" y="6491818"/>
            <a:ext cx="2640000" cy="180000"/>
          </a:xfrm>
          <a:prstGeom prst="rect">
            <a:avLst/>
          </a:prstGeom>
        </p:spPr>
        <p:txBody>
          <a:bodyPr lIns="0" tIns="0" rIns="0" bIns="0"/>
          <a:lstStyle>
            <a:lvl1pPr>
              <a:defRPr sz="1200">
                <a:solidFill>
                  <a:schemeClr val="bg1"/>
                </a:solidFill>
              </a:defRPr>
            </a:lvl1pPr>
          </a:lstStyle>
          <a:p>
            <a:fld id="{A741E99E-5163-4ED7-9D9F-4066CCFDAA49}" type="datetime6">
              <a:rPr lang="en-US" smtClean="0"/>
              <a:t>February 26</a:t>
            </a:fld>
            <a:endParaRPr lang="de-DE" dirty="0"/>
          </a:p>
        </p:txBody>
      </p:sp>
      <p:grpSp>
        <p:nvGrpSpPr>
          <p:cNvPr id="14" name="Gruppieren 13"/>
          <p:cNvGrpSpPr/>
          <p:nvPr userDrawn="1"/>
        </p:nvGrpSpPr>
        <p:grpSpPr>
          <a:xfrm>
            <a:off x="7731263" y="3114675"/>
            <a:ext cx="4521636" cy="3848068"/>
            <a:chOff x="12041354" y="5196642"/>
            <a:chExt cx="8298137" cy="7062001"/>
          </a:xfrm>
        </p:grpSpPr>
        <p:sp>
          <p:nvSpPr>
            <p:cNvPr id="15" name="object 29"/>
            <p:cNvSpPr/>
            <p:nvPr userDrawn="1"/>
          </p:nvSpPr>
          <p:spPr>
            <a:xfrm>
              <a:off x="13270036" y="5196642"/>
              <a:ext cx="7069455" cy="7061834"/>
            </a:xfrm>
            <a:custGeom>
              <a:avLst/>
              <a:gdLst/>
              <a:ahLst/>
              <a:cxnLst/>
              <a:rect l="l" t="t" r="r" b="b"/>
              <a:pathLst>
                <a:path w="7069455" h="7061834">
                  <a:moveTo>
                    <a:pt x="6518248" y="580414"/>
                  </a:moveTo>
                  <a:lnTo>
                    <a:pt x="6476353" y="556588"/>
                  </a:lnTo>
                  <a:lnTo>
                    <a:pt x="6434305" y="533278"/>
                  </a:lnTo>
                  <a:lnTo>
                    <a:pt x="6392108" y="510481"/>
                  </a:lnTo>
                  <a:lnTo>
                    <a:pt x="6349765" y="488196"/>
                  </a:lnTo>
                  <a:lnTo>
                    <a:pt x="6307280" y="466424"/>
                  </a:lnTo>
                  <a:lnTo>
                    <a:pt x="6264657" y="445162"/>
                  </a:lnTo>
                  <a:lnTo>
                    <a:pt x="6221899" y="424410"/>
                  </a:lnTo>
                  <a:lnTo>
                    <a:pt x="6179010" y="404166"/>
                  </a:lnTo>
                  <a:lnTo>
                    <a:pt x="6135994" y="384431"/>
                  </a:lnTo>
                  <a:lnTo>
                    <a:pt x="6092855" y="365202"/>
                  </a:lnTo>
                  <a:lnTo>
                    <a:pt x="6049596" y="346479"/>
                  </a:lnTo>
                  <a:lnTo>
                    <a:pt x="6006220" y="328260"/>
                  </a:lnTo>
                  <a:lnTo>
                    <a:pt x="5962732" y="310546"/>
                  </a:lnTo>
                  <a:lnTo>
                    <a:pt x="5919136" y="293334"/>
                  </a:lnTo>
                  <a:lnTo>
                    <a:pt x="5875434" y="276624"/>
                  </a:lnTo>
                  <a:lnTo>
                    <a:pt x="5831631" y="260415"/>
                  </a:lnTo>
                  <a:lnTo>
                    <a:pt x="5787731" y="244706"/>
                  </a:lnTo>
                  <a:lnTo>
                    <a:pt x="5743736" y="229495"/>
                  </a:lnTo>
                  <a:lnTo>
                    <a:pt x="5699651" y="214783"/>
                  </a:lnTo>
                  <a:lnTo>
                    <a:pt x="5655480" y="200567"/>
                  </a:lnTo>
                  <a:lnTo>
                    <a:pt x="5611225" y="186847"/>
                  </a:lnTo>
                  <a:lnTo>
                    <a:pt x="5566892" y="173622"/>
                  </a:lnTo>
                  <a:lnTo>
                    <a:pt x="5522483" y="160891"/>
                  </a:lnTo>
                  <a:lnTo>
                    <a:pt x="5478002" y="148653"/>
                  </a:lnTo>
                  <a:lnTo>
                    <a:pt x="5433453" y="136907"/>
                  </a:lnTo>
                  <a:lnTo>
                    <a:pt x="5388840" y="125652"/>
                  </a:lnTo>
                  <a:lnTo>
                    <a:pt x="5344166" y="114886"/>
                  </a:lnTo>
                  <a:lnTo>
                    <a:pt x="5299435" y="104610"/>
                  </a:lnTo>
                  <a:lnTo>
                    <a:pt x="5254650" y="94821"/>
                  </a:lnTo>
                  <a:lnTo>
                    <a:pt x="5209816" y="85520"/>
                  </a:lnTo>
                  <a:lnTo>
                    <a:pt x="5164936" y="76704"/>
                  </a:lnTo>
                  <a:lnTo>
                    <a:pt x="5120014" y="68374"/>
                  </a:lnTo>
                  <a:lnTo>
                    <a:pt x="5075053" y="60527"/>
                  </a:lnTo>
                  <a:lnTo>
                    <a:pt x="5030057" y="53164"/>
                  </a:lnTo>
                  <a:lnTo>
                    <a:pt x="4985030" y="46282"/>
                  </a:lnTo>
                  <a:lnTo>
                    <a:pt x="4939976" y="39882"/>
                  </a:lnTo>
                  <a:lnTo>
                    <a:pt x="4894898" y="33962"/>
                  </a:lnTo>
                  <a:lnTo>
                    <a:pt x="4849800" y="28520"/>
                  </a:lnTo>
                  <a:lnTo>
                    <a:pt x="4804685" y="23557"/>
                  </a:lnTo>
                  <a:lnTo>
                    <a:pt x="4759558" y="19071"/>
                  </a:lnTo>
                  <a:lnTo>
                    <a:pt x="4714421" y="15061"/>
                  </a:lnTo>
                  <a:lnTo>
                    <a:pt x="4669280" y="11525"/>
                  </a:lnTo>
                  <a:lnTo>
                    <a:pt x="4624136" y="8465"/>
                  </a:lnTo>
                  <a:lnTo>
                    <a:pt x="4578995" y="5877"/>
                  </a:lnTo>
                  <a:lnTo>
                    <a:pt x="4533860" y="3761"/>
                  </a:lnTo>
                  <a:lnTo>
                    <a:pt x="4488734" y="2116"/>
                  </a:lnTo>
                  <a:lnTo>
                    <a:pt x="4443621" y="942"/>
                  </a:lnTo>
                  <a:lnTo>
                    <a:pt x="4398525" y="237"/>
                  </a:lnTo>
                  <a:lnTo>
                    <a:pt x="4353449" y="0"/>
                  </a:lnTo>
                  <a:lnTo>
                    <a:pt x="4308398" y="230"/>
                  </a:lnTo>
                  <a:lnTo>
                    <a:pt x="4263375" y="926"/>
                  </a:lnTo>
                  <a:lnTo>
                    <a:pt x="4218383" y="2087"/>
                  </a:lnTo>
                  <a:lnTo>
                    <a:pt x="4173427" y="3713"/>
                  </a:lnTo>
                  <a:lnTo>
                    <a:pt x="4128509" y="5802"/>
                  </a:lnTo>
                  <a:lnTo>
                    <a:pt x="4083635" y="8353"/>
                  </a:lnTo>
                  <a:lnTo>
                    <a:pt x="4038806" y="11365"/>
                  </a:lnTo>
                  <a:lnTo>
                    <a:pt x="3994028" y="14838"/>
                  </a:lnTo>
                  <a:lnTo>
                    <a:pt x="3949304" y="18769"/>
                  </a:lnTo>
                  <a:lnTo>
                    <a:pt x="3904637" y="23160"/>
                  </a:lnTo>
                  <a:lnTo>
                    <a:pt x="3860031" y="28007"/>
                  </a:lnTo>
                  <a:lnTo>
                    <a:pt x="3815490" y="33310"/>
                  </a:lnTo>
                  <a:lnTo>
                    <a:pt x="3771017" y="39069"/>
                  </a:lnTo>
                  <a:lnTo>
                    <a:pt x="3726617" y="45283"/>
                  </a:lnTo>
                  <a:lnTo>
                    <a:pt x="3682293" y="51949"/>
                  </a:lnTo>
                  <a:lnTo>
                    <a:pt x="3638049" y="59068"/>
                  </a:lnTo>
                  <a:lnTo>
                    <a:pt x="3593887" y="66638"/>
                  </a:lnTo>
                  <a:lnTo>
                    <a:pt x="3549813" y="74659"/>
                  </a:lnTo>
                  <a:lnTo>
                    <a:pt x="3505830" y="83129"/>
                  </a:lnTo>
                  <a:lnTo>
                    <a:pt x="3461941" y="92047"/>
                  </a:lnTo>
                  <a:lnTo>
                    <a:pt x="3418150" y="101413"/>
                  </a:lnTo>
                  <a:lnTo>
                    <a:pt x="3374460" y="111225"/>
                  </a:lnTo>
                  <a:lnTo>
                    <a:pt x="3330877" y="121482"/>
                  </a:lnTo>
                  <a:lnTo>
                    <a:pt x="3287402" y="132184"/>
                  </a:lnTo>
                  <a:lnTo>
                    <a:pt x="3244040" y="143330"/>
                  </a:lnTo>
                  <a:lnTo>
                    <a:pt x="3200795" y="154917"/>
                  </a:lnTo>
                  <a:lnTo>
                    <a:pt x="3157671" y="166947"/>
                  </a:lnTo>
                  <a:lnTo>
                    <a:pt x="3114670" y="179416"/>
                  </a:lnTo>
                  <a:lnTo>
                    <a:pt x="3071797" y="192325"/>
                  </a:lnTo>
                  <a:lnTo>
                    <a:pt x="3029055" y="205673"/>
                  </a:lnTo>
                  <a:lnTo>
                    <a:pt x="2986448" y="219458"/>
                  </a:lnTo>
                  <a:lnTo>
                    <a:pt x="2943980" y="233679"/>
                  </a:lnTo>
                  <a:lnTo>
                    <a:pt x="2901654" y="248336"/>
                  </a:lnTo>
                  <a:lnTo>
                    <a:pt x="2859475" y="263428"/>
                  </a:lnTo>
                  <a:lnTo>
                    <a:pt x="2817445" y="278953"/>
                  </a:lnTo>
                  <a:lnTo>
                    <a:pt x="2775569" y="294911"/>
                  </a:lnTo>
                  <a:lnTo>
                    <a:pt x="2733850" y="311300"/>
                  </a:lnTo>
                  <a:lnTo>
                    <a:pt x="2692291" y="328120"/>
                  </a:lnTo>
                  <a:lnTo>
                    <a:pt x="2650898" y="345369"/>
                  </a:lnTo>
                  <a:lnTo>
                    <a:pt x="2609673" y="363047"/>
                  </a:lnTo>
                  <a:lnTo>
                    <a:pt x="2568619" y="381152"/>
                  </a:lnTo>
                  <a:lnTo>
                    <a:pt x="2527742" y="399684"/>
                  </a:lnTo>
                  <a:lnTo>
                    <a:pt x="2487043" y="418642"/>
                  </a:lnTo>
                  <a:lnTo>
                    <a:pt x="2446528" y="438024"/>
                  </a:lnTo>
                  <a:lnTo>
                    <a:pt x="2406200" y="457830"/>
                  </a:lnTo>
                  <a:lnTo>
                    <a:pt x="2366062" y="478058"/>
                  </a:lnTo>
                  <a:lnTo>
                    <a:pt x="2326118" y="498709"/>
                  </a:lnTo>
                  <a:lnTo>
                    <a:pt x="2286372" y="519779"/>
                  </a:lnTo>
                  <a:lnTo>
                    <a:pt x="2246827" y="541270"/>
                  </a:lnTo>
                  <a:lnTo>
                    <a:pt x="2207488" y="563179"/>
                  </a:lnTo>
                  <a:lnTo>
                    <a:pt x="2168358" y="585506"/>
                  </a:lnTo>
                  <a:lnTo>
                    <a:pt x="2129440" y="608250"/>
                  </a:lnTo>
                  <a:lnTo>
                    <a:pt x="2090738" y="631409"/>
                  </a:lnTo>
                  <a:lnTo>
                    <a:pt x="2052257" y="654983"/>
                  </a:lnTo>
                  <a:lnTo>
                    <a:pt x="2013999" y="678971"/>
                  </a:lnTo>
                  <a:lnTo>
                    <a:pt x="1975969" y="703371"/>
                  </a:lnTo>
                  <a:lnTo>
                    <a:pt x="1938169" y="728183"/>
                  </a:lnTo>
                  <a:lnTo>
                    <a:pt x="1900605" y="753406"/>
                  </a:lnTo>
                  <a:lnTo>
                    <a:pt x="1863279" y="779039"/>
                  </a:lnTo>
                  <a:lnTo>
                    <a:pt x="1826195" y="805080"/>
                  </a:lnTo>
                  <a:lnTo>
                    <a:pt x="1789357" y="831530"/>
                  </a:lnTo>
                  <a:lnTo>
                    <a:pt x="1752768" y="858386"/>
                  </a:lnTo>
                  <a:lnTo>
                    <a:pt x="1716433" y="885648"/>
                  </a:lnTo>
                  <a:lnTo>
                    <a:pt x="1680354" y="913314"/>
                  </a:lnTo>
                  <a:lnTo>
                    <a:pt x="1644536" y="941385"/>
                  </a:lnTo>
                  <a:lnTo>
                    <a:pt x="1608983" y="969858"/>
                  </a:lnTo>
                  <a:lnTo>
                    <a:pt x="1573697" y="998734"/>
                  </a:lnTo>
                  <a:lnTo>
                    <a:pt x="1538684" y="1028010"/>
                  </a:lnTo>
                  <a:lnTo>
                    <a:pt x="1503945" y="1057686"/>
                  </a:lnTo>
                  <a:lnTo>
                    <a:pt x="1469486" y="1087761"/>
                  </a:lnTo>
                  <a:lnTo>
                    <a:pt x="1435309" y="1118233"/>
                  </a:lnTo>
                  <a:lnTo>
                    <a:pt x="1401419" y="1149103"/>
                  </a:lnTo>
                  <a:lnTo>
                    <a:pt x="1367820" y="1180369"/>
                  </a:lnTo>
                  <a:lnTo>
                    <a:pt x="1334514" y="1212029"/>
                  </a:lnTo>
                  <a:lnTo>
                    <a:pt x="1301505" y="1244084"/>
                  </a:lnTo>
                  <a:lnTo>
                    <a:pt x="1268798" y="1276531"/>
                  </a:lnTo>
                  <a:lnTo>
                    <a:pt x="1236396" y="1309371"/>
                  </a:lnTo>
                  <a:lnTo>
                    <a:pt x="1204302" y="1342601"/>
                  </a:lnTo>
                  <a:lnTo>
                    <a:pt x="1172521" y="1376221"/>
                  </a:lnTo>
                  <a:lnTo>
                    <a:pt x="1141056" y="1410230"/>
                  </a:lnTo>
                  <a:lnTo>
                    <a:pt x="1109910" y="1444628"/>
                  </a:lnTo>
                  <a:lnTo>
                    <a:pt x="1079088" y="1479412"/>
                  </a:lnTo>
                  <a:lnTo>
                    <a:pt x="1048593" y="1514582"/>
                  </a:lnTo>
                  <a:lnTo>
                    <a:pt x="1018429" y="1550138"/>
                  </a:lnTo>
                  <a:lnTo>
                    <a:pt x="988599" y="1586077"/>
                  </a:lnTo>
                  <a:lnTo>
                    <a:pt x="959107" y="1622399"/>
                  </a:lnTo>
                  <a:lnTo>
                    <a:pt x="929958" y="1659104"/>
                  </a:lnTo>
                  <a:lnTo>
                    <a:pt x="901154" y="1696190"/>
                  </a:lnTo>
                  <a:lnTo>
                    <a:pt x="872699" y="1733655"/>
                  </a:lnTo>
                  <a:lnTo>
                    <a:pt x="844597" y="1771500"/>
                  </a:lnTo>
                  <a:lnTo>
                    <a:pt x="816852" y="1809723"/>
                  </a:lnTo>
                  <a:lnTo>
                    <a:pt x="789467" y="1848323"/>
                  </a:lnTo>
                  <a:lnTo>
                    <a:pt x="762446" y="1887299"/>
                  </a:lnTo>
                  <a:lnTo>
                    <a:pt x="735793" y="1926650"/>
                  </a:lnTo>
                  <a:lnTo>
                    <a:pt x="709512" y="1966375"/>
                  </a:lnTo>
                  <a:lnTo>
                    <a:pt x="683605" y="2006474"/>
                  </a:lnTo>
                  <a:lnTo>
                    <a:pt x="658077" y="2046944"/>
                  </a:lnTo>
                  <a:lnTo>
                    <a:pt x="632932" y="2087786"/>
                  </a:lnTo>
                  <a:lnTo>
                    <a:pt x="608173" y="2128998"/>
                  </a:lnTo>
                  <a:lnTo>
                    <a:pt x="583804" y="2170579"/>
                  </a:lnTo>
                  <a:lnTo>
                    <a:pt x="559730" y="2212705"/>
                  </a:lnTo>
                  <a:lnTo>
                    <a:pt x="536178" y="2254985"/>
                  </a:lnTo>
                  <a:lnTo>
                    <a:pt x="513147" y="2297416"/>
                  </a:lnTo>
                  <a:lnTo>
                    <a:pt x="490637" y="2339994"/>
                  </a:lnTo>
                  <a:lnTo>
                    <a:pt x="468647" y="2382714"/>
                  </a:lnTo>
                  <a:lnTo>
                    <a:pt x="447174" y="2425574"/>
                  </a:lnTo>
                  <a:lnTo>
                    <a:pt x="426220" y="2468569"/>
                  </a:lnTo>
                  <a:lnTo>
                    <a:pt x="405781" y="2511696"/>
                  </a:lnTo>
                  <a:lnTo>
                    <a:pt x="385858" y="2554950"/>
                  </a:lnTo>
                  <a:lnTo>
                    <a:pt x="366450" y="2598329"/>
                  </a:lnTo>
                  <a:lnTo>
                    <a:pt x="347554" y="2641829"/>
                  </a:lnTo>
                  <a:lnTo>
                    <a:pt x="329172" y="2685445"/>
                  </a:lnTo>
                  <a:lnTo>
                    <a:pt x="311300" y="2729174"/>
                  </a:lnTo>
                  <a:lnTo>
                    <a:pt x="293939" y="2773012"/>
                  </a:lnTo>
                  <a:lnTo>
                    <a:pt x="277087" y="2816955"/>
                  </a:lnTo>
                  <a:lnTo>
                    <a:pt x="260744" y="2861000"/>
                  </a:lnTo>
                  <a:lnTo>
                    <a:pt x="244908" y="2905143"/>
                  </a:lnTo>
                  <a:lnTo>
                    <a:pt x="229578" y="2949380"/>
                  </a:lnTo>
                  <a:lnTo>
                    <a:pt x="214754" y="2993708"/>
                  </a:lnTo>
                  <a:lnTo>
                    <a:pt x="200434" y="3038122"/>
                  </a:lnTo>
                  <a:lnTo>
                    <a:pt x="186617" y="3082619"/>
                  </a:lnTo>
                  <a:lnTo>
                    <a:pt x="173302" y="3127194"/>
                  </a:lnTo>
                  <a:lnTo>
                    <a:pt x="160489" y="3171845"/>
                  </a:lnTo>
                  <a:lnTo>
                    <a:pt x="148176" y="3216568"/>
                  </a:lnTo>
                  <a:lnTo>
                    <a:pt x="136363" y="3261358"/>
                  </a:lnTo>
                  <a:lnTo>
                    <a:pt x="125047" y="3306213"/>
                  </a:lnTo>
                  <a:lnTo>
                    <a:pt x="114229" y="3351127"/>
                  </a:lnTo>
                  <a:lnTo>
                    <a:pt x="103908" y="3396099"/>
                  </a:lnTo>
                  <a:lnTo>
                    <a:pt x="94081" y="3441122"/>
                  </a:lnTo>
                  <a:lnTo>
                    <a:pt x="84749" y="3486195"/>
                  </a:lnTo>
                  <a:lnTo>
                    <a:pt x="75910" y="3531313"/>
                  </a:lnTo>
                  <a:lnTo>
                    <a:pt x="67563" y="3576473"/>
                  </a:lnTo>
                  <a:lnTo>
                    <a:pt x="59707" y="3621670"/>
                  </a:lnTo>
                  <a:lnTo>
                    <a:pt x="52342" y="3666901"/>
                  </a:lnTo>
                  <a:lnTo>
                    <a:pt x="45465" y="3712162"/>
                  </a:lnTo>
                  <a:lnTo>
                    <a:pt x="39077" y="3757450"/>
                  </a:lnTo>
                  <a:lnTo>
                    <a:pt x="33176" y="3802760"/>
                  </a:lnTo>
                  <a:lnTo>
                    <a:pt x="27762" y="3848089"/>
                  </a:lnTo>
                  <a:lnTo>
                    <a:pt x="22832" y="3893433"/>
                  </a:lnTo>
                  <a:lnTo>
                    <a:pt x="18387" y="3938789"/>
                  </a:lnTo>
                  <a:lnTo>
                    <a:pt x="14425" y="3984152"/>
                  </a:lnTo>
                  <a:lnTo>
                    <a:pt x="10945" y="4029519"/>
                  </a:lnTo>
                  <a:lnTo>
                    <a:pt x="7946" y="4074886"/>
                  </a:lnTo>
                  <a:lnTo>
                    <a:pt x="5427" y="4120250"/>
                  </a:lnTo>
                  <a:lnTo>
                    <a:pt x="3387" y="4165606"/>
                  </a:lnTo>
                  <a:lnTo>
                    <a:pt x="1826" y="4210950"/>
                  </a:lnTo>
                  <a:lnTo>
                    <a:pt x="741" y="4256280"/>
                  </a:lnTo>
                  <a:lnTo>
                    <a:pt x="133" y="4301591"/>
                  </a:lnTo>
                  <a:lnTo>
                    <a:pt x="0" y="4346880"/>
                  </a:lnTo>
                  <a:lnTo>
                    <a:pt x="340" y="4392142"/>
                  </a:lnTo>
                  <a:lnTo>
                    <a:pt x="1154" y="4437374"/>
                  </a:lnTo>
                  <a:lnTo>
                    <a:pt x="2440" y="4482573"/>
                  </a:lnTo>
                  <a:lnTo>
                    <a:pt x="4197" y="4527733"/>
                  </a:lnTo>
                  <a:lnTo>
                    <a:pt x="6424" y="4572853"/>
                  </a:lnTo>
                  <a:lnTo>
                    <a:pt x="9120" y="4617928"/>
                  </a:lnTo>
                  <a:lnTo>
                    <a:pt x="12285" y="4662953"/>
                  </a:lnTo>
                  <a:lnTo>
                    <a:pt x="15916" y="4707927"/>
                  </a:lnTo>
                  <a:lnTo>
                    <a:pt x="20013" y="4752843"/>
                  </a:lnTo>
                  <a:lnTo>
                    <a:pt x="24575" y="4797700"/>
                  </a:lnTo>
                  <a:lnTo>
                    <a:pt x="29601" y="4842493"/>
                  </a:lnTo>
                  <a:lnTo>
                    <a:pt x="35091" y="4887218"/>
                  </a:lnTo>
                  <a:lnTo>
                    <a:pt x="41042" y="4931872"/>
                  </a:lnTo>
                  <a:lnTo>
                    <a:pt x="47454" y="4976451"/>
                  </a:lnTo>
                  <a:lnTo>
                    <a:pt x="54326" y="5020950"/>
                  </a:lnTo>
                  <a:lnTo>
                    <a:pt x="61657" y="5065367"/>
                  </a:lnTo>
                  <a:lnTo>
                    <a:pt x="69447" y="5109698"/>
                  </a:lnTo>
                  <a:lnTo>
                    <a:pt x="77693" y="5153939"/>
                  </a:lnTo>
                  <a:lnTo>
                    <a:pt x="86395" y="5198085"/>
                  </a:lnTo>
                  <a:lnTo>
                    <a:pt x="95552" y="5242134"/>
                  </a:lnTo>
                  <a:lnTo>
                    <a:pt x="105162" y="5286081"/>
                  </a:lnTo>
                  <a:lnTo>
                    <a:pt x="115226" y="5329923"/>
                  </a:lnTo>
                  <a:lnTo>
                    <a:pt x="125742" y="5373656"/>
                  </a:lnTo>
                  <a:lnTo>
                    <a:pt x="136709" y="5417277"/>
                  </a:lnTo>
                  <a:lnTo>
                    <a:pt x="148125" y="5460780"/>
                  </a:lnTo>
                  <a:lnTo>
                    <a:pt x="159990" y="5504164"/>
                  </a:lnTo>
                  <a:lnTo>
                    <a:pt x="172304" y="5547423"/>
                  </a:lnTo>
                  <a:lnTo>
                    <a:pt x="185064" y="5590555"/>
                  </a:lnTo>
                  <a:lnTo>
                    <a:pt x="198270" y="5633555"/>
                  </a:lnTo>
                  <a:lnTo>
                    <a:pt x="211921" y="5676420"/>
                  </a:lnTo>
                  <a:lnTo>
                    <a:pt x="226015" y="5719146"/>
                  </a:lnTo>
                  <a:lnTo>
                    <a:pt x="240553" y="5761728"/>
                  </a:lnTo>
                  <a:lnTo>
                    <a:pt x="255532" y="5804165"/>
                  </a:lnTo>
                  <a:lnTo>
                    <a:pt x="270953" y="5846450"/>
                  </a:lnTo>
                  <a:lnTo>
                    <a:pt x="286813" y="5888582"/>
                  </a:lnTo>
                  <a:lnTo>
                    <a:pt x="303112" y="5930556"/>
                  </a:lnTo>
                  <a:lnTo>
                    <a:pt x="319848" y="5972368"/>
                  </a:lnTo>
                  <a:lnTo>
                    <a:pt x="337022" y="6014015"/>
                  </a:lnTo>
                  <a:lnTo>
                    <a:pt x="354631" y="6055492"/>
                  </a:lnTo>
                  <a:lnTo>
                    <a:pt x="372675" y="6096797"/>
                  </a:lnTo>
                  <a:lnTo>
                    <a:pt x="391153" y="6137925"/>
                  </a:lnTo>
                  <a:lnTo>
                    <a:pt x="410063" y="6178873"/>
                  </a:lnTo>
                  <a:lnTo>
                    <a:pt x="429406" y="6219636"/>
                  </a:lnTo>
                  <a:lnTo>
                    <a:pt x="449179" y="6260211"/>
                  </a:lnTo>
                  <a:lnTo>
                    <a:pt x="469382" y="6300595"/>
                  </a:lnTo>
                  <a:lnTo>
                    <a:pt x="490013" y="6340783"/>
                  </a:lnTo>
                  <a:lnTo>
                    <a:pt x="511072" y="6380772"/>
                  </a:lnTo>
                  <a:lnTo>
                    <a:pt x="532558" y="6420557"/>
                  </a:lnTo>
                  <a:lnTo>
                    <a:pt x="554470" y="6460136"/>
                  </a:lnTo>
                  <a:lnTo>
                    <a:pt x="576807" y="6499505"/>
                  </a:lnTo>
                  <a:lnTo>
                    <a:pt x="599567" y="6538659"/>
                  </a:lnTo>
                  <a:lnTo>
                    <a:pt x="622749" y="6577595"/>
                  </a:lnTo>
                  <a:lnTo>
                    <a:pt x="646354" y="6616309"/>
                  </a:lnTo>
                  <a:lnTo>
                    <a:pt x="670379" y="6654798"/>
                  </a:lnTo>
                  <a:lnTo>
                    <a:pt x="694824" y="6693057"/>
                  </a:lnTo>
                  <a:lnTo>
                    <a:pt x="719687" y="6731083"/>
                  </a:lnTo>
                  <a:lnTo>
                    <a:pt x="744968" y="6768873"/>
                  </a:lnTo>
                  <a:lnTo>
                    <a:pt x="770666" y="6806421"/>
                  </a:lnTo>
                  <a:lnTo>
                    <a:pt x="796780" y="6843725"/>
                  </a:lnTo>
                  <a:lnTo>
                    <a:pt x="823308" y="6880782"/>
                  </a:lnTo>
                  <a:lnTo>
                    <a:pt x="850249" y="6917586"/>
                  </a:lnTo>
                  <a:lnTo>
                    <a:pt x="877603" y="6954134"/>
                  </a:lnTo>
                  <a:lnTo>
                    <a:pt x="905369" y="6990423"/>
                  </a:lnTo>
                  <a:lnTo>
                    <a:pt x="933546" y="7026449"/>
                  </a:lnTo>
                  <a:lnTo>
                    <a:pt x="961499" y="7061417"/>
                  </a:lnTo>
                </a:path>
                <a:path w="7069455" h="7061834">
                  <a:moveTo>
                    <a:pt x="7068847" y="955891"/>
                  </a:moveTo>
                  <a:lnTo>
                    <a:pt x="7033545" y="927916"/>
                  </a:lnTo>
                  <a:lnTo>
                    <a:pt x="6996203" y="898982"/>
                  </a:lnTo>
                  <a:lnTo>
                    <a:pt x="6958475" y="870401"/>
                  </a:lnTo>
                  <a:lnTo>
                    <a:pt x="6920361" y="842177"/>
                  </a:lnTo>
                  <a:lnTo>
                    <a:pt x="6881863" y="814314"/>
                  </a:lnTo>
                  <a:lnTo>
                    <a:pt x="6842981" y="786816"/>
                  </a:lnTo>
                  <a:lnTo>
                    <a:pt x="6803717" y="759687"/>
                  </a:lnTo>
                  <a:lnTo>
                    <a:pt x="6764072" y="732929"/>
                  </a:lnTo>
                  <a:lnTo>
                    <a:pt x="6724046" y="706548"/>
                  </a:lnTo>
                  <a:lnTo>
                    <a:pt x="6683641" y="680547"/>
                  </a:lnTo>
                  <a:lnTo>
                    <a:pt x="6642858" y="654929"/>
                  </a:lnTo>
                  <a:lnTo>
                    <a:pt x="6601697" y="629698"/>
                  </a:lnTo>
                  <a:lnTo>
                    <a:pt x="6560160" y="604858"/>
                  </a:lnTo>
                  <a:lnTo>
                    <a:pt x="6518248" y="580414"/>
                  </a:lnTo>
                </a:path>
              </a:pathLst>
            </a:custGeom>
            <a:ln w="38100">
              <a:solidFill>
                <a:srgbClr val="FFFFFF"/>
              </a:solidFill>
            </a:ln>
          </p:spPr>
          <p:txBody>
            <a:bodyPr wrap="square" lIns="0" tIns="0" rIns="0" bIns="0" rtlCol="0"/>
            <a:lstStyle/>
            <a:p>
              <a:endParaRPr/>
            </a:p>
          </p:txBody>
        </p:sp>
        <p:sp>
          <p:nvSpPr>
            <p:cNvPr id="16" name="object 30"/>
            <p:cNvSpPr/>
            <p:nvPr userDrawn="1"/>
          </p:nvSpPr>
          <p:spPr>
            <a:xfrm>
              <a:off x="12041354" y="6104858"/>
              <a:ext cx="8297545" cy="6153785"/>
            </a:xfrm>
            <a:custGeom>
              <a:avLst/>
              <a:gdLst/>
              <a:ahLst/>
              <a:cxnLst/>
              <a:rect l="l" t="t" r="r" b="b"/>
              <a:pathLst>
                <a:path w="8297544" h="6153784">
                  <a:moveTo>
                    <a:pt x="6684390" y="598109"/>
                  </a:moveTo>
                  <a:lnTo>
                    <a:pt x="6642246" y="574066"/>
                  </a:lnTo>
                  <a:lnTo>
                    <a:pt x="6599952" y="550532"/>
                  </a:lnTo>
                  <a:lnTo>
                    <a:pt x="6557511" y="527505"/>
                  </a:lnTo>
                  <a:lnTo>
                    <a:pt x="6514927" y="504984"/>
                  </a:lnTo>
                  <a:lnTo>
                    <a:pt x="6472202" y="482970"/>
                  </a:lnTo>
                  <a:lnTo>
                    <a:pt x="6429341" y="461459"/>
                  </a:lnTo>
                  <a:lnTo>
                    <a:pt x="6386348" y="440453"/>
                  </a:lnTo>
                  <a:lnTo>
                    <a:pt x="6343225" y="419948"/>
                  </a:lnTo>
                  <a:lnTo>
                    <a:pt x="6299976" y="399946"/>
                  </a:lnTo>
                  <a:lnTo>
                    <a:pt x="6256605" y="380444"/>
                  </a:lnTo>
                  <a:lnTo>
                    <a:pt x="6213116" y="361442"/>
                  </a:lnTo>
                  <a:lnTo>
                    <a:pt x="6169512" y="342939"/>
                  </a:lnTo>
                  <a:lnTo>
                    <a:pt x="6125796" y="324934"/>
                  </a:lnTo>
                  <a:lnTo>
                    <a:pt x="6081973" y="307426"/>
                  </a:lnTo>
                  <a:lnTo>
                    <a:pt x="6038045" y="290414"/>
                  </a:lnTo>
                  <a:lnTo>
                    <a:pt x="5994017" y="273896"/>
                  </a:lnTo>
                  <a:lnTo>
                    <a:pt x="5949892" y="257873"/>
                  </a:lnTo>
                  <a:lnTo>
                    <a:pt x="5905673" y="242343"/>
                  </a:lnTo>
                  <a:lnTo>
                    <a:pt x="5861364" y="227304"/>
                  </a:lnTo>
                  <a:lnTo>
                    <a:pt x="5816969" y="212757"/>
                  </a:lnTo>
                  <a:lnTo>
                    <a:pt x="5772490" y="198701"/>
                  </a:lnTo>
                  <a:lnTo>
                    <a:pt x="5727933" y="185133"/>
                  </a:lnTo>
                  <a:lnTo>
                    <a:pt x="5683300" y="172054"/>
                  </a:lnTo>
                  <a:lnTo>
                    <a:pt x="5638595" y="159462"/>
                  </a:lnTo>
                  <a:lnTo>
                    <a:pt x="5593821" y="147357"/>
                  </a:lnTo>
                  <a:lnTo>
                    <a:pt x="5548982" y="135737"/>
                  </a:lnTo>
                  <a:lnTo>
                    <a:pt x="5504082" y="124601"/>
                  </a:lnTo>
                  <a:lnTo>
                    <a:pt x="5459124" y="113949"/>
                  </a:lnTo>
                  <a:lnTo>
                    <a:pt x="5414111" y="103780"/>
                  </a:lnTo>
                  <a:lnTo>
                    <a:pt x="5369048" y="94092"/>
                  </a:lnTo>
                  <a:lnTo>
                    <a:pt x="5323938" y="84885"/>
                  </a:lnTo>
                  <a:lnTo>
                    <a:pt x="5278784" y="76157"/>
                  </a:lnTo>
                  <a:lnTo>
                    <a:pt x="5233590" y="67908"/>
                  </a:lnTo>
                  <a:lnTo>
                    <a:pt x="5188360" y="60137"/>
                  </a:lnTo>
                  <a:lnTo>
                    <a:pt x="5143097" y="52843"/>
                  </a:lnTo>
                  <a:lnTo>
                    <a:pt x="5097804" y="46025"/>
                  </a:lnTo>
                  <a:lnTo>
                    <a:pt x="5052486" y="39682"/>
                  </a:lnTo>
                  <a:lnTo>
                    <a:pt x="5007146" y="33812"/>
                  </a:lnTo>
                  <a:lnTo>
                    <a:pt x="4961787" y="28416"/>
                  </a:lnTo>
                  <a:lnTo>
                    <a:pt x="4916413" y="23491"/>
                  </a:lnTo>
                  <a:lnTo>
                    <a:pt x="4871027" y="19038"/>
                  </a:lnTo>
                  <a:lnTo>
                    <a:pt x="4825634" y="15055"/>
                  </a:lnTo>
                  <a:lnTo>
                    <a:pt x="4780236" y="11541"/>
                  </a:lnTo>
                  <a:lnTo>
                    <a:pt x="4734838" y="8495"/>
                  </a:lnTo>
                  <a:lnTo>
                    <a:pt x="4689442" y="5917"/>
                  </a:lnTo>
                  <a:lnTo>
                    <a:pt x="4644053" y="3804"/>
                  </a:lnTo>
                  <a:lnTo>
                    <a:pt x="4598673" y="2158"/>
                  </a:lnTo>
                  <a:lnTo>
                    <a:pt x="4553308" y="975"/>
                  </a:lnTo>
                  <a:lnTo>
                    <a:pt x="4507959" y="256"/>
                  </a:lnTo>
                  <a:lnTo>
                    <a:pt x="4462631" y="0"/>
                  </a:lnTo>
                  <a:lnTo>
                    <a:pt x="4417327" y="204"/>
                  </a:lnTo>
                  <a:lnTo>
                    <a:pt x="4372051" y="870"/>
                  </a:lnTo>
                  <a:lnTo>
                    <a:pt x="4326806" y="1995"/>
                  </a:lnTo>
                  <a:lnTo>
                    <a:pt x="4281596" y="3579"/>
                  </a:lnTo>
                  <a:lnTo>
                    <a:pt x="4236425" y="5621"/>
                  </a:lnTo>
                  <a:lnTo>
                    <a:pt x="4191296" y="8119"/>
                  </a:lnTo>
                  <a:lnTo>
                    <a:pt x="4146212" y="11073"/>
                  </a:lnTo>
                  <a:lnTo>
                    <a:pt x="4101178" y="14482"/>
                  </a:lnTo>
                  <a:lnTo>
                    <a:pt x="4056196" y="18345"/>
                  </a:lnTo>
                  <a:lnTo>
                    <a:pt x="4011271" y="22660"/>
                  </a:lnTo>
                  <a:lnTo>
                    <a:pt x="3966406" y="27428"/>
                  </a:lnTo>
                  <a:lnTo>
                    <a:pt x="3921604" y="32647"/>
                  </a:lnTo>
                  <a:lnTo>
                    <a:pt x="3876869" y="38315"/>
                  </a:lnTo>
                  <a:lnTo>
                    <a:pt x="3832205" y="44433"/>
                  </a:lnTo>
                  <a:lnTo>
                    <a:pt x="3787615" y="50999"/>
                  </a:lnTo>
                  <a:lnTo>
                    <a:pt x="3743103" y="58012"/>
                  </a:lnTo>
                  <a:lnTo>
                    <a:pt x="3698672" y="65472"/>
                  </a:lnTo>
                  <a:lnTo>
                    <a:pt x="3654326" y="73376"/>
                  </a:lnTo>
                  <a:lnTo>
                    <a:pt x="3610068" y="81725"/>
                  </a:lnTo>
                  <a:lnTo>
                    <a:pt x="3565902" y="90517"/>
                  </a:lnTo>
                  <a:lnTo>
                    <a:pt x="3521832" y="99752"/>
                  </a:lnTo>
                  <a:lnTo>
                    <a:pt x="3477862" y="109428"/>
                  </a:lnTo>
                  <a:lnTo>
                    <a:pt x="3433993" y="119545"/>
                  </a:lnTo>
                  <a:lnTo>
                    <a:pt x="3390232" y="130101"/>
                  </a:lnTo>
                  <a:lnTo>
                    <a:pt x="3346580" y="141096"/>
                  </a:lnTo>
                  <a:lnTo>
                    <a:pt x="3303041" y="152528"/>
                  </a:lnTo>
                  <a:lnTo>
                    <a:pt x="3259620" y="164397"/>
                  </a:lnTo>
                  <a:lnTo>
                    <a:pt x="3216319" y="176702"/>
                  </a:lnTo>
                  <a:lnTo>
                    <a:pt x="3173142" y="189441"/>
                  </a:lnTo>
                  <a:lnTo>
                    <a:pt x="3130093" y="202615"/>
                  </a:lnTo>
                  <a:lnTo>
                    <a:pt x="3087175" y="216221"/>
                  </a:lnTo>
                  <a:lnTo>
                    <a:pt x="3044392" y="230259"/>
                  </a:lnTo>
                  <a:lnTo>
                    <a:pt x="3001748" y="244728"/>
                  </a:lnTo>
                  <a:lnTo>
                    <a:pt x="2959245" y="259627"/>
                  </a:lnTo>
                  <a:lnTo>
                    <a:pt x="2916888" y="274954"/>
                  </a:lnTo>
                  <a:lnTo>
                    <a:pt x="2874680" y="290710"/>
                  </a:lnTo>
                  <a:lnTo>
                    <a:pt x="2832625" y="306894"/>
                  </a:lnTo>
                  <a:lnTo>
                    <a:pt x="2790726" y="323503"/>
                  </a:lnTo>
                  <a:lnTo>
                    <a:pt x="2748987" y="340537"/>
                  </a:lnTo>
                  <a:lnTo>
                    <a:pt x="2707412" y="357996"/>
                  </a:lnTo>
                  <a:lnTo>
                    <a:pt x="2666003" y="375878"/>
                  </a:lnTo>
                  <a:lnTo>
                    <a:pt x="2624765" y="394182"/>
                  </a:lnTo>
                  <a:lnTo>
                    <a:pt x="2583701" y="412908"/>
                  </a:lnTo>
                  <a:lnTo>
                    <a:pt x="2542814" y="432054"/>
                  </a:lnTo>
                  <a:lnTo>
                    <a:pt x="2502109" y="451619"/>
                  </a:lnTo>
                  <a:lnTo>
                    <a:pt x="2461589" y="471603"/>
                  </a:lnTo>
                  <a:lnTo>
                    <a:pt x="2421257" y="492004"/>
                  </a:lnTo>
                  <a:lnTo>
                    <a:pt x="2381117" y="512822"/>
                  </a:lnTo>
                  <a:lnTo>
                    <a:pt x="2341172" y="534056"/>
                  </a:lnTo>
                  <a:lnTo>
                    <a:pt x="2301427" y="555705"/>
                  </a:lnTo>
                  <a:lnTo>
                    <a:pt x="2261884" y="577767"/>
                  </a:lnTo>
                  <a:lnTo>
                    <a:pt x="2222548" y="600241"/>
                  </a:lnTo>
                  <a:lnTo>
                    <a:pt x="2183421" y="623128"/>
                  </a:lnTo>
                  <a:lnTo>
                    <a:pt x="2144508" y="646426"/>
                  </a:lnTo>
                  <a:lnTo>
                    <a:pt x="2105811" y="670133"/>
                  </a:lnTo>
                  <a:lnTo>
                    <a:pt x="2067335" y="694249"/>
                  </a:lnTo>
                  <a:lnTo>
                    <a:pt x="2029083" y="718774"/>
                  </a:lnTo>
                  <a:lnTo>
                    <a:pt x="1991059" y="743705"/>
                  </a:lnTo>
                  <a:lnTo>
                    <a:pt x="1953266" y="769042"/>
                  </a:lnTo>
                  <a:lnTo>
                    <a:pt x="1915708" y="794785"/>
                  </a:lnTo>
                  <a:lnTo>
                    <a:pt x="1878388" y="820931"/>
                  </a:lnTo>
                  <a:lnTo>
                    <a:pt x="1841310" y="847481"/>
                  </a:lnTo>
                  <a:lnTo>
                    <a:pt x="1804477" y="874433"/>
                  </a:lnTo>
                  <a:lnTo>
                    <a:pt x="1767894" y="901787"/>
                  </a:lnTo>
                  <a:lnTo>
                    <a:pt x="1731563" y="929540"/>
                  </a:lnTo>
                  <a:lnTo>
                    <a:pt x="1695488" y="957693"/>
                  </a:lnTo>
                  <a:lnTo>
                    <a:pt x="1659673" y="986245"/>
                  </a:lnTo>
                  <a:lnTo>
                    <a:pt x="1624121" y="1015194"/>
                  </a:lnTo>
                  <a:lnTo>
                    <a:pt x="1588837" y="1044539"/>
                  </a:lnTo>
                  <a:lnTo>
                    <a:pt x="1553822" y="1074280"/>
                  </a:lnTo>
                  <a:lnTo>
                    <a:pt x="1519082" y="1104416"/>
                  </a:lnTo>
                  <a:lnTo>
                    <a:pt x="1484619" y="1134945"/>
                  </a:lnTo>
                  <a:lnTo>
                    <a:pt x="1450438" y="1165867"/>
                  </a:lnTo>
                  <a:lnTo>
                    <a:pt x="1416541" y="1197180"/>
                  </a:lnTo>
                  <a:lnTo>
                    <a:pt x="1382932" y="1228885"/>
                  </a:lnTo>
                  <a:lnTo>
                    <a:pt x="1349616" y="1260979"/>
                  </a:lnTo>
                  <a:lnTo>
                    <a:pt x="1316595" y="1293462"/>
                  </a:lnTo>
                  <a:lnTo>
                    <a:pt x="1283872" y="1326333"/>
                  </a:lnTo>
                  <a:lnTo>
                    <a:pt x="1251453" y="1359591"/>
                  </a:lnTo>
                  <a:lnTo>
                    <a:pt x="1219339" y="1393234"/>
                  </a:lnTo>
                  <a:lnTo>
                    <a:pt x="1187536" y="1427263"/>
                  </a:lnTo>
                  <a:lnTo>
                    <a:pt x="1156045" y="1461676"/>
                  </a:lnTo>
                  <a:lnTo>
                    <a:pt x="1124871" y="1496472"/>
                  </a:lnTo>
                  <a:lnTo>
                    <a:pt x="1094018" y="1531651"/>
                  </a:lnTo>
                  <a:lnTo>
                    <a:pt x="1063489" y="1567210"/>
                  </a:lnTo>
                  <a:lnTo>
                    <a:pt x="1033287" y="1603150"/>
                  </a:lnTo>
                  <a:lnTo>
                    <a:pt x="1003417" y="1639469"/>
                  </a:lnTo>
                  <a:lnTo>
                    <a:pt x="973881" y="1676166"/>
                  </a:lnTo>
                  <a:lnTo>
                    <a:pt x="944683" y="1713240"/>
                  </a:lnTo>
                  <a:lnTo>
                    <a:pt x="915828" y="1750692"/>
                  </a:lnTo>
                  <a:lnTo>
                    <a:pt x="887317" y="1788518"/>
                  </a:lnTo>
                  <a:lnTo>
                    <a:pt x="859156" y="1826719"/>
                  </a:lnTo>
                  <a:lnTo>
                    <a:pt x="831347" y="1865294"/>
                  </a:lnTo>
                  <a:lnTo>
                    <a:pt x="803894" y="1904241"/>
                  </a:lnTo>
                  <a:lnTo>
                    <a:pt x="776801" y="1943560"/>
                  </a:lnTo>
                  <a:lnTo>
                    <a:pt x="750071" y="1983249"/>
                  </a:lnTo>
                  <a:lnTo>
                    <a:pt x="723708" y="2023309"/>
                  </a:lnTo>
                  <a:lnTo>
                    <a:pt x="697715" y="2063737"/>
                  </a:lnTo>
                  <a:lnTo>
                    <a:pt x="672097" y="2104532"/>
                  </a:lnTo>
                  <a:lnTo>
                    <a:pt x="646856" y="2145695"/>
                  </a:lnTo>
                  <a:lnTo>
                    <a:pt x="621995" y="2187224"/>
                  </a:lnTo>
                  <a:lnTo>
                    <a:pt x="597520" y="2229117"/>
                  </a:lnTo>
                  <a:lnTo>
                    <a:pt x="573492" y="2271270"/>
                  </a:lnTo>
                  <a:lnTo>
                    <a:pt x="549973" y="2313573"/>
                  </a:lnTo>
                  <a:lnTo>
                    <a:pt x="526961" y="2356023"/>
                  </a:lnTo>
                  <a:lnTo>
                    <a:pt x="504456" y="2398617"/>
                  </a:lnTo>
                  <a:lnTo>
                    <a:pt x="482455" y="2441351"/>
                  </a:lnTo>
                  <a:lnTo>
                    <a:pt x="460960" y="2484221"/>
                  </a:lnTo>
                  <a:lnTo>
                    <a:pt x="439967" y="2527224"/>
                  </a:lnTo>
                  <a:lnTo>
                    <a:pt x="419477" y="2570357"/>
                  </a:lnTo>
                  <a:lnTo>
                    <a:pt x="399489" y="2613616"/>
                  </a:lnTo>
                  <a:lnTo>
                    <a:pt x="380001" y="2656996"/>
                  </a:lnTo>
                  <a:lnTo>
                    <a:pt x="361013" y="2700496"/>
                  </a:lnTo>
                  <a:lnTo>
                    <a:pt x="342524" y="2744110"/>
                  </a:lnTo>
                  <a:lnTo>
                    <a:pt x="324532" y="2787836"/>
                  </a:lnTo>
                  <a:lnTo>
                    <a:pt x="307037" y="2831670"/>
                  </a:lnTo>
                  <a:lnTo>
                    <a:pt x="290038" y="2875608"/>
                  </a:lnTo>
                  <a:lnTo>
                    <a:pt x="273534" y="2919647"/>
                  </a:lnTo>
                  <a:lnTo>
                    <a:pt x="257524" y="2963783"/>
                  </a:lnTo>
                  <a:lnTo>
                    <a:pt x="242006" y="3008013"/>
                  </a:lnTo>
                  <a:lnTo>
                    <a:pt x="226981" y="3052333"/>
                  </a:lnTo>
                  <a:lnTo>
                    <a:pt x="212447" y="3096740"/>
                  </a:lnTo>
                  <a:lnTo>
                    <a:pt x="198402" y="3141229"/>
                  </a:lnTo>
                  <a:lnTo>
                    <a:pt x="184847" y="3185798"/>
                  </a:lnTo>
                  <a:lnTo>
                    <a:pt x="171780" y="3230443"/>
                  </a:lnTo>
                  <a:lnTo>
                    <a:pt x="159200" y="3275160"/>
                  </a:lnTo>
                  <a:lnTo>
                    <a:pt x="147107" y="3319945"/>
                  </a:lnTo>
                  <a:lnTo>
                    <a:pt x="135499" y="3364796"/>
                  </a:lnTo>
                  <a:lnTo>
                    <a:pt x="124375" y="3409708"/>
                  </a:lnTo>
                  <a:lnTo>
                    <a:pt x="113734" y="3454678"/>
                  </a:lnTo>
                  <a:lnTo>
                    <a:pt x="103576" y="3499702"/>
                  </a:lnTo>
                  <a:lnTo>
                    <a:pt x="93899" y="3544778"/>
                  </a:lnTo>
                  <a:lnTo>
                    <a:pt x="84703" y="3589900"/>
                  </a:lnTo>
                  <a:lnTo>
                    <a:pt x="75986" y="3635067"/>
                  </a:lnTo>
                  <a:lnTo>
                    <a:pt x="67748" y="3680273"/>
                  </a:lnTo>
                  <a:lnTo>
                    <a:pt x="59988" y="3725516"/>
                  </a:lnTo>
                  <a:lnTo>
                    <a:pt x="52704" y="3770792"/>
                  </a:lnTo>
                  <a:lnTo>
                    <a:pt x="45896" y="3816097"/>
                  </a:lnTo>
                  <a:lnTo>
                    <a:pt x="39563" y="3861428"/>
                  </a:lnTo>
                  <a:lnTo>
                    <a:pt x="33704" y="3906781"/>
                  </a:lnTo>
                  <a:lnTo>
                    <a:pt x="28317" y="3952153"/>
                  </a:lnTo>
                  <a:lnTo>
                    <a:pt x="23402" y="3997540"/>
                  </a:lnTo>
                  <a:lnTo>
                    <a:pt x="18959" y="4042939"/>
                  </a:lnTo>
                  <a:lnTo>
                    <a:pt x="14985" y="4088346"/>
                  </a:lnTo>
                  <a:lnTo>
                    <a:pt x="11480" y="4133757"/>
                  </a:lnTo>
                  <a:lnTo>
                    <a:pt x="8443" y="4179169"/>
                  </a:lnTo>
                  <a:lnTo>
                    <a:pt x="5874" y="4224578"/>
                  </a:lnTo>
                  <a:lnTo>
                    <a:pt x="3771" y="4269981"/>
                  </a:lnTo>
                  <a:lnTo>
                    <a:pt x="2132" y="4315374"/>
                  </a:lnTo>
                  <a:lnTo>
                    <a:pt x="958" y="4360753"/>
                  </a:lnTo>
                  <a:lnTo>
                    <a:pt x="248" y="4406116"/>
                  </a:lnTo>
                  <a:lnTo>
                    <a:pt x="0" y="4451458"/>
                  </a:lnTo>
                  <a:lnTo>
                    <a:pt x="213" y="4496776"/>
                  </a:lnTo>
                  <a:lnTo>
                    <a:pt x="886" y="4542066"/>
                  </a:lnTo>
                  <a:lnTo>
                    <a:pt x="2019" y="4587324"/>
                  </a:lnTo>
                  <a:lnTo>
                    <a:pt x="3610" y="4632548"/>
                  </a:lnTo>
                  <a:lnTo>
                    <a:pt x="5659" y="4677734"/>
                  </a:lnTo>
                  <a:lnTo>
                    <a:pt x="8165" y="4722877"/>
                  </a:lnTo>
                  <a:lnTo>
                    <a:pt x="11126" y="4767975"/>
                  </a:lnTo>
                  <a:lnTo>
                    <a:pt x="14542" y="4813024"/>
                  </a:lnTo>
                  <a:lnTo>
                    <a:pt x="18412" y="4858020"/>
                  </a:lnTo>
                  <a:lnTo>
                    <a:pt x="22734" y="4902960"/>
                  </a:lnTo>
                  <a:lnTo>
                    <a:pt x="27508" y="4947840"/>
                  </a:lnTo>
                  <a:lnTo>
                    <a:pt x="32733" y="4992656"/>
                  </a:lnTo>
                  <a:lnTo>
                    <a:pt x="38408" y="5037406"/>
                  </a:lnTo>
                  <a:lnTo>
                    <a:pt x="44532" y="5082085"/>
                  </a:lnTo>
                  <a:lnTo>
                    <a:pt x="51104" y="5126690"/>
                  </a:lnTo>
                  <a:lnTo>
                    <a:pt x="58123" y="5171217"/>
                  </a:lnTo>
                  <a:lnTo>
                    <a:pt x="65588" y="5215663"/>
                  </a:lnTo>
                  <a:lnTo>
                    <a:pt x="73498" y="5260024"/>
                  </a:lnTo>
                  <a:lnTo>
                    <a:pt x="81852" y="5304297"/>
                  </a:lnTo>
                  <a:lnTo>
                    <a:pt x="90650" y="5348477"/>
                  </a:lnTo>
                  <a:lnTo>
                    <a:pt x="99890" y="5392562"/>
                  </a:lnTo>
                  <a:lnTo>
                    <a:pt x="109571" y="5436548"/>
                  </a:lnTo>
                  <a:lnTo>
                    <a:pt x="119692" y="5480432"/>
                  </a:lnTo>
                  <a:lnTo>
                    <a:pt x="130253" y="5524209"/>
                  </a:lnTo>
                  <a:lnTo>
                    <a:pt x="141252" y="5567876"/>
                  </a:lnTo>
                  <a:lnTo>
                    <a:pt x="152688" y="5611430"/>
                  </a:lnTo>
                  <a:lnTo>
                    <a:pt x="164561" y="5654867"/>
                  </a:lnTo>
                  <a:lnTo>
                    <a:pt x="176870" y="5698183"/>
                  </a:lnTo>
                  <a:lnTo>
                    <a:pt x="189613" y="5741375"/>
                  </a:lnTo>
                  <a:lnTo>
                    <a:pt x="202790" y="5784440"/>
                  </a:lnTo>
                  <a:lnTo>
                    <a:pt x="216399" y="5827373"/>
                  </a:lnTo>
                  <a:lnTo>
                    <a:pt x="230441" y="5870171"/>
                  </a:lnTo>
                  <a:lnTo>
                    <a:pt x="244913" y="5912831"/>
                  </a:lnTo>
                  <a:lnTo>
                    <a:pt x="259814" y="5955350"/>
                  </a:lnTo>
                  <a:lnTo>
                    <a:pt x="275145" y="5997722"/>
                  </a:lnTo>
                  <a:lnTo>
                    <a:pt x="290904" y="6039946"/>
                  </a:lnTo>
                  <a:lnTo>
                    <a:pt x="307089" y="6082017"/>
                  </a:lnTo>
                  <a:lnTo>
                    <a:pt x="323701" y="6123931"/>
                  </a:lnTo>
                  <a:lnTo>
                    <a:pt x="335643" y="6153200"/>
                  </a:lnTo>
                </a:path>
                <a:path w="8297544" h="6153784">
                  <a:moveTo>
                    <a:pt x="8297531" y="2197393"/>
                  </a:moveTo>
                  <a:lnTo>
                    <a:pt x="8266865" y="2145860"/>
                  </a:lnTo>
                  <a:lnTo>
                    <a:pt x="8243158" y="2107147"/>
                  </a:lnTo>
                  <a:lnTo>
                    <a:pt x="8219042" y="2068655"/>
                  </a:lnTo>
                  <a:lnTo>
                    <a:pt x="8194519" y="2030387"/>
                  </a:lnTo>
                  <a:lnTo>
                    <a:pt x="8169588" y="1992347"/>
                  </a:lnTo>
                  <a:lnTo>
                    <a:pt x="8144252" y="1954537"/>
                  </a:lnTo>
                  <a:lnTo>
                    <a:pt x="8118511" y="1916963"/>
                  </a:lnTo>
                  <a:lnTo>
                    <a:pt x="8092366" y="1879627"/>
                  </a:lnTo>
                  <a:lnTo>
                    <a:pt x="8065818" y="1842533"/>
                  </a:lnTo>
                  <a:lnTo>
                    <a:pt x="8038867" y="1805684"/>
                  </a:lnTo>
                  <a:lnTo>
                    <a:pt x="8011516" y="1769084"/>
                  </a:lnTo>
                  <a:lnTo>
                    <a:pt x="7983765" y="1732737"/>
                  </a:lnTo>
                  <a:lnTo>
                    <a:pt x="7955614" y="1696646"/>
                  </a:lnTo>
                  <a:lnTo>
                    <a:pt x="7927065" y="1660815"/>
                  </a:lnTo>
                  <a:lnTo>
                    <a:pt x="7898119" y="1625247"/>
                  </a:lnTo>
                  <a:lnTo>
                    <a:pt x="7868776" y="1589946"/>
                  </a:lnTo>
                  <a:lnTo>
                    <a:pt x="7839038" y="1554916"/>
                  </a:lnTo>
                  <a:lnTo>
                    <a:pt x="7808906" y="1520159"/>
                  </a:lnTo>
                  <a:lnTo>
                    <a:pt x="7778380" y="1485681"/>
                  </a:lnTo>
                  <a:lnTo>
                    <a:pt x="7747462" y="1451483"/>
                  </a:lnTo>
                  <a:lnTo>
                    <a:pt x="7716152" y="1417570"/>
                  </a:lnTo>
                  <a:lnTo>
                    <a:pt x="7684451" y="1383946"/>
                  </a:lnTo>
                  <a:lnTo>
                    <a:pt x="7652361" y="1350613"/>
                  </a:lnTo>
                  <a:lnTo>
                    <a:pt x="7619882" y="1317576"/>
                  </a:lnTo>
                  <a:lnTo>
                    <a:pt x="7587016" y="1284837"/>
                  </a:lnTo>
                  <a:lnTo>
                    <a:pt x="7553763" y="1252402"/>
                  </a:lnTo>
                  <a:lnTo>
                    <a:pt x="7520124" y="1220272"/>
                  </a:lnTo>
                  <a:lnTo>
                    <a:pt x="7486100" y="1188453"/>
                  </a:lnTo>
                  <a:lnTo>
                    <a:pt x="7451692" y="1156946"/>
                  </a:lnTo>
                  <a:lnTo>
                    <a:pt x="7416901" y="1125757"/>
                  </a:lnTo>
                  <a:lnTo>
                    <a:pt x="7381728" y="1094887"/>
                  </a:lnTo>
                  <a:lnTo>
                    <a:pt x="7346174" y="1064342"/>
                  </a:lnTo>
                  <a:lnTo>
                    <a:pt x="7310241" y="1034125"/>
                  </a:lnTo>
                  <a:lnTo>
                    <a:pt x="7273928" y="1004238"/>
                  </a:lnTo>
                  <a:lnTo>
                    <a:pt x="7237236" y="974687"/>
                  </a:lnTo>
                  <a:lnTo>
                    <a:pt x="7200168" y="945473"/>
                  </a:lnTo>
                  <a:lnTo>
                    <a:pt x="7162724" y="916602"/>
                  </a:lnTo>
                  <a:lnTo>
                    <a:pt x="7124904" y="888076"/>
                  </a:lnTo>
                  <a:lnTo>
                    <a:pt x="7086709" y="859899"/>
                  </a:lnTo>
                  <a:lnTo>
                    <a:pt x="7048142" y="832074"/>
                  </a:lnTo>
                  <a:lnTo>
                    <a:pt x="7009202" y="804606"/>
                  </a:lnTo>
                  <a:lnTo>
                    <a:pt x="6969890" y="777497"/>
                  </a:lnTo>
                  <a:lnTo>
                    <a:pt x="6930209" y="750752"/>
                  </a:lnTo>
                  <a:lnTo>
                    <a:pt x="6890157" y="724374"/>
                  </a:lnTo>
                  <a:lnTo>
                    <a:pt x="6849737" y="698365"/>
                  </a:lnTo>
                  <a:lnTo>
                    <a:pt x="6808949" y="672731"/>
                  </a:lnTo>
                  <a:lnTo>
                    <a:pt x="6767795" y="647475"/>
                  </a:lnTo>
                  <a:lnTo>
                    <a:pt x="6726275" y="622599"/>
                  </a:lnTo>
                  <a:lnTo>
                    <a:pt x="6684390" y="598109"/>
                  </a:lnTo>
                </a:path>
              </a:pathLst>
            </a:custGeom>
            <a:ln w="38100">
              <a:solidFill>
                <a:srgbClr val="FFFFFF"/>
              </a:solidFill>
            </a:ln>
          </p:spPr>
          <p:txBody>
            <a:bodyPr wrap="square" lIns="0" tIns="0" rIns="0" bIns="0" rtlCol="0"/>
            <a:lstStyle/>
            <a:p>
              <a:endParaRPr/>
            </a:p>
          </p:txBody>
        </p:sp>
        <p:sp>
          <p:nvSpPr>
            <p:cNvPr id="17" name="object 31"/>
            <p:cNvSpPr/>
            <p:nvPr userDrawn="1"/>
          </p:nvSpPr>
          <p:spPr>
            <a:xfrm>
              <a:off x="13709998" y="6396318"/>
              <a:ext cx="6629400" cy="5862320"/>
            </a:xfrm>
            <a:custGeom>
              <a:avLst/>
              <a:gdLst/>
              <a:ahLst/>
              <a:cxnLst/>
              <a:rect l="l" t="t" r="r" b="b"/>
              <a:pathLst>
                <a:path w="6629400" h="5862320">
                  <a:moveTo>
                    <a:pt x="6028090" y="546454"/>
                  </a:moveTo>
                  <a:lnTo>
                    <a:pt x="5986140" y="522363"/>
                  </a:lnTo>
                  <a:lnTo>
                    <a:pt x="5944026" y="498832"/>
                  </a:lnTo>
                  <a:lnTo>
                    <a:pt x="5901752" y="475859"/>
                  </a:lnTo>
                  <a:lnTo>
                    <a:pt x="5859324" y="453444"/>
                  </a:lnTo>
                  <a:lnTo>
                    <a:pt x="5816745" y="431585"/>
                  </a:lnTo>
                  <a:lnTo>
                    <a:pt x="5774019" y="410280"/>
                  </a:lnTo>
                  <a:lnTo>
                    <a:pt x="5731151" y="389530"/>
                  </a:lnTo>
                  <a:lnTo>
                    <a:pt x="5688146" y="369333"/>
                  </a:lnTo>
                  <a:lnTo>
                    <a:pt x="5645007" y="349687"/>
                  </a:lnTo>
                  <a:lnTo>
                    <a:pt x="5601738" y="330591"/>
                  </a:lnTo>
                  <a:lnTo>
                    <a:pt x="5558345" y="312045"/>
                  </a:lnTo>
                  <a:lnTo>
                    <a:pt x="5514831" y="294047"/>
                  </a:lnTo>
                  <a:lnTo>
                    <a:pt x="5471201" y="276595"/>
                  </a:lnTo>
                  <a:lnTo>
                    <a:pt x="5427459" y="259690"/>
                  </a:lnTo>
                  <a:lnTo>
                    <a:pt x="5383609" y="243329"/>
                  </a:lnTo>
                  <a:lnTo>
                    <a:pt x="5339656" y="227512"/>
                  </a:lnTo>
                  <a:lnTo>
                    <a:pt x="5295604" y="212237"/>
                  </a:lnTo>
                  <a:lnTo>
                    <a:pt x="5251457" y="197503"/>
                  </a:lnTo>
                  <a:lnTo>
                    <a:pt x="5207219" y="183309"/>
                  </a:lnTo>
                  <a:lnTo>
                    <a:pt x="5162896" y="169655"/>
                  </a:lnTo>
                  <a:lnTo>
                    <a:pt x="5118490" y="156537"/>
                  </a:lnTo>
                  <a:lnTo>
                    <a:pt x="5074007" y="143957"/>
                  </a:lnTo>
                  <a:lnTo>
                    <a:pt x="5029450" y="131912"/>
                  </a:lnTo>
                  <a:lnTo>
                    <a:pt x="4984825" y="120401"/>
                  </a:lnTo>
                  <a:lnTo>
                    <a:pt x="4940135" y="109423"/>
                  </a:lnTo>
                  <a:lnTo>
                    <a:pt x="4895384" y="98977"/>
                  </a:lnTo>
                  <a:lnTo>
                    <a:pt x="4850578" y="89062"/>
                  </a:lnTo>
                  <a:lnTo>
                    <a:pt x="4805720" y="79677"/>
                  </a:lnTo>
                  <a:lnTo>
                    <a:pt x="4760814" y="70820"/>
                  </a:lnTo>
                  <a:lnTo>
                    <a:pt x="4715865" y="62491"/>
                  </a:lnTo>
                  <a:lnTo>
                    <a:pt x="4670877" y="54688"/>
                  </a:lnTo>
                  <a:lnTo>
                    <a:pt x="4625855" y="47410"/>
                  </a:lnTo>
                  <a:lnTo>
                    <a:pt x="4580802" y="40655"/>
                  </a:lnTo>
                  <a:lnTo>
                    <a:pt x="4535724" y="34424"/>
                  </a:lnTo>
                  <a:lnTo>
                    <a:pt x="4490624" y="28714"/>
                  </a:lnTo>
                  <a:lnTo>
                    <a:pt x="4445506" y="23524"/>
                  </a:lnTo>
                  <a:lnTo>
                    <a:pt x="4400376" y="18854"/>
                  </a:lnTo>
                  <a:lnTo>
                    <a:pt x="4355237" y="14702"/>
                  </a:lnTo>
                  <a:lnTo>
                    <a:pt x="4310093" y="11067"/>
                  </a:lnTo>
                  <a:lnTo>
                    <a:pt x="4264949" y="7948"/>
                  </a:lnTo>
                  <a:lnTo>
                    <a:pt x="4219809" y="5343"/>
                  </a:lnTo>
                  <a:lnTo>
                    <a:pt x="4174678" y="3252"/>
                  </a:lnTo>
                  <a:lnTo>
                    <a:pt x="4129560" y="1673"/>
                  </a:lnTo>
                  <a:lnTo>
                    <a:pt x="4084459" y="606"/>
                  </a:lnTo>
                  <a:lnTo>
                    <a:pt x="4039379" y="48"/>
                  </a:lnTo>
                  <a:lnTo>
                    <a:pt x="3994324" y="0"/>
                  </a:lnTo>
                  <a:lnTo>
                    <a:pt x="3949300" y="459"/>
                  </a:lnTo>
                  <a:lnTo>
                    <a:pt x="3904310" y="1424"/>
                  </a:lnTo>
                  <a:lnTo>
                    <a:pt x="3859359" y="2896"/>
                  </a:lnTo>
                  <a:lnTo>
                    <a:pt x="3814450" y="4871"/>
                  </a:lnTo>
                  <a:lnTo>
                    <a:pt x="3769589" y="7350"/>
                  </a:lnTo>
                  <a:lnTo>
                    <a:pt x="3724779" y="10331"/>
                  </a:lnTo>
                  <a:lnTo>
                    <a:pt x="3680026" y="13812"/>
                  </a:lnTo>
                  <a:lnTo>
                    <a:pt x="3635332" y="17793"/>
                  </a:lnTo>
                  <a:lnTo>
                    <a:pt x="3590702" y="22273"/>
                  </a:lnTo>
                  <a:lnTo>
                    <a:pt x="3546142" y="27250"/>
                  </a:lnTo>
                  <a:lnTo>
                    <a:pt x="3501654" y="32723"/>
                  </a:lnTo>
                  <a:lnTo>
                    <a:pt x="3457243" y="38692"/>
                  </a:lnTo>
                  <a:lnTo>
                    <a:pt x="3412915" y="45154"/>
                  </a:lnTo>
                  <a:lnTo>
                    <a:pt x="3368672" y="52109"/>
                  </a:lnTo>
                  <a:lnTo>
                    <a:pt x="3324519" y="59556"/>
                  </a:lnTo>
                  <a:lnTo>
                    <a:pt x="3280461" y="67493"/>
                  </a:lnTo>
                  <a:lnTo>
                    <a:pt x="3236502" y="75920"/>
                  </a:lnTo>
                  <a:lnTo>
                    <a:pt x="3192646" y="84834"/>
                  </a:lnTo>
                  <a:lnTo>
                    <a:pt x="3148897" y="94236"/>
                  </a:lnTo>
                  <a:lnTo>
                    <a:pt x="3105260" y="104123"/>
                  </a:lnTo>
                  <a:lnTo>
                    <a:pt x="3061739" y="114496"/>
                  </a:lnTo>
                  <a:lnTo>
                    <a:pt x="3018339" y="125351"/>
                  </a:lnTo>
                  <a:lnTo>
                    <a:pt x="2975063" y="136689"/>
                  </a:lnTo>
                  <a:lnTo>
                    <a:pt x="2931916" y="148509"/>
                  </a:lnTo>
                  <a:lnTo>
                    <a:pt x="2888902" y="160808"/>
                  </a:lnTo>
                  <a:lnTo>
                    <a:pt x="2846026" y="173586"/>
                  </a:lnTo>
                  <a:lnTo>
                    <a:pt x="2803292" y="186843"/>
                  </a:lnTo>
                  <a:lnTo>
                    <a:pt x="2760704" y="200575"/>
                  </a:lnTo>
                  <a:lnTo>
                    <a:pt x="2718266" y="214784"/>
                  </a:lnTo>
                  <a:lnTo>
                    <a:pt x="2675983" y="229466"/>
                  </a:lnTo>
                  <a:lnTo>
                    <a:pt x="2633859" y="244622"/>
                  </a:lnTo>
                  <a:lnTo>
                    <a:pt x="2591899" y="260250"/>
                  </a:lnTo>
                  <a:lnTo>
                    <a:pt x="2550106" y="276348"/>
                  </a:lnTo>
                  <a:lnTo>
                    <a:pt x="2508485" y="292917"/>
                  </a:lnTo>
                  <a:lnTo>
                    <a:pt x="2467041" y="309953"/>
                  </a:lnTo>
                  <a:lnTo>
                    <a:pt x="2425777" y="327458"/>
                  </a:lnTo>
                  <a:lnTo>
                    <a:pt x="2384698" y="345428"/>
                  </a:lnTo>
                  <a:lnTo>
                    <a:pt x="2343808" y="363864"/>
                  </a:lnTo>
                  <a:lnTo>
                    <a:pt x="2303112" y="382763"/>
                  </a:lnTo>
                  <a:lnTo>
                    <a:pt x="2262613" y="402126"/>
                  </a:lnTo>
                  <a:lnTo>
                    <a:pt x="2222317" y="421950"/>
                  </a:lnTo>
                  <a:lnTo>
                    <a:pt x="2182227" y="442234"/>
                  </a:lnTo>
                  <a:lnTo>
                    <a:pt x="2142347" y="462978"/>
                  </a:lnTo>
                  <a:lnTo>
                    <a:pt x="2102683" y="484180"/>
                  </a:lnTo>
                  <a:lnTo>
                    <a:pt x="2063238" y="505839"/>
                  </a:lnTo>
                  <a:lnTo>
                    <a:pt x="2024016" y="527954"/>
                  </a:lnTo>
                  <a:lnTo>
                    <a:pt x="1985023" y="550523"/>
                  </a:lnTo>
                  <a:lnTo>
                    <a:pt x="1946261" y="573547"/>
                  </a:lnTo>
                  <a:lnTo>
                    <a:pt x="1907737" y="597022"/>
                  </a:lnTo>
                  <a:lnTo>
                    <a:pt x="1869453" y="620949"/>
                  </a:lnTo>
                  <a:lnTo>
                    <a:pt x="1831414" y="645326"/>
                  </a:lnTo>
                  <a:lnTo>
                    <a:pt x="1793624" y="670152"/>
                  </a:lnTo>
                  <a:lnTo>
                    <a:pt x="1756089" y="695426"/>
                  </a:lnTo>
                  <a:lnTo>
                    <a:pt x="1718811" y="721146"/>
                  </a:lnTo>
                  <a:lnTo>
                    <a:pt x="1681795" y="747312"/>
                  </a:lnTo>
                  <a:lnTo>
                    <a:pt x="1645047" y="773922"/>
                  </a:lnTo>
                  <a:lnTo>
                    <a:pt x="1608569" y="800975"/>
                  </a:lnTo>
                  <a:lnTo>
                    <a:pt x="1572366" y="828471"/>
                  </a:lnTo>
                  <a:lnTo>
                    <a:pt x="1536443" y="856407"/>
                  </a:lnTo>
                  <a:lnTo>
                    <a:pt x="1500804" y="884783"/>
                  </a:lnTo>
                  <a:lnTo>
                    <a:pt x="1465453" y="913598"/>
                  </a:lnTo>
                  <a:lnTo>
                    <a:pt x="1430395" y="942850"/>
                  </a:lnTo>
                  <a:lnTo>
                    <a:pt x="1395633" y="972538"/>
                  </a:lnTo>
                  <a:lnTo>
                    <a:pt x="1361172" y="1002662"/>
                  </a:lnTo>
                  <a:lnTo>
                    <a:pt x="1327017" y="1033219"/>
                  </a:lnTo>
                  <a:lnTo>
                    <a:pt x="1293171" y="1064209"/>
                  </a:lnTo>
                  <a:lnTo>
                    <a:pt x="1259639" y="1095631"/>
                  </a:lnTo>
                  <a:lnTo>
                    <a:pt x="1226426" y="1127484"/>
                  </a:lnTo>
                  <a:lnTo>
                    <a:pt x="1193535" y="1159765"/>
                  </a:lnTo>
                  <a:lnTo>
                    <a:pt x="1160971" y="1192475"/>
                  </a:lnTo>
                  <a:lnTo>
                    <a:pt x="1128738" y="1225612"/>
                  </a:lnTo>
                  <a:lnTo>
                    <a:pt x="1096841" y="1259175"/>
                  </a:lnTo>
                  <a:lnTo>
                    <a:pt x="1065283" y="1293163"/>
                  </a:lnTo>
                  <a:lnTo>
                    <a:pt x="1034069" y="1327574"/>
                  </a:lnTo>
                  <a:lnTo>
                    <a:pt x="1003204" y="1362408"/>
                  </a:lnTo>
                  <a:lnTo>
                    <a:pt x="972692" y="1397663"/>
                  </a:lnTo>
                  <a:lnTo>
                    <a:pt x="942536" y="1433338"/>
                  </a:lnTo>
                  <a:lnTo>
                    <a:pt x="912742" y="1469432"/>
                  </a:lnTo>
                  <a:lnTo>
                    <a:pt x="883314" y="1505944"/>
                  </a:lnTo>
                  <a:lnTo>
                    <a:pt x="854255" y="1542872"/>
                  </a:lnTo>
                  <a:lnTo>
                    <a:pt x="825570" y="1580217"/>
                  </a:lnTo>
                  <a:lnTo>
                    <a:pt x="797265" y="1617975"/>
                  </a:lnTo>
                  <a:lnTo>
                    <a:pt x="769341" y="1656147"/>
                  </a:lnTo>
                  <a:lnTo>
                    <a:pt x="741805" y="1694730"/>
                  </a:lnTo>
                  <a:lnTo>
                    <a:pt x="714661" y="1733725"/>
                  </a:lnTo>
                  <a:lnTo>
                    <a:pt x="687912" y="1773130"/>
                  </a:lnTo>
                  <a:lnTo>
                    <a:pt x="661563" y="1812943"/>
                  </a:lnTo>
                  <a:lnTo>
                    <a:pt x="635618" y="1853163"/>
                  </a:lnTo>
                  <a:lnTo>
                    <a:pt x="610082" y="1893790"/>
                  </a:lnTo>
                  <a:lnTo>
                    <a:pt x="584959" y="1934822"/>
                  </a:lnTo>
                  <a:lnTo>
                    <a:pt x="560253" y="1976258"/>
                  </a:lnTo>
                  <a:lnTo>
                    <a:pt x="535969" y="2018096"/>
                  </a:lnTo>
                  <a:lnTo>
                    <a:pt x="512176" y="2060222"/>
                  </a:lnTo>
                  <a:lnTo>
                    <a:pt x="488939" y="2102513"/>
                  </a:lnTo>
                  <a:lnTo>
                    <a:pt x="466258" y="2144968"/>
                  </a:lnTo>
                  <a:lnTo>
                    <a:pt x="444131" y="2187580"/>
                  </a:lnTo>
                  <a:lnTo>
                    <a:pt x="422558" y="2230345"/>
                  </a:lnTo>
                  <a:lnTo>
                    <a:pt x="401537" y="2273260"/>
                  </a:lnTo>
                  <a:lnTo>
                    <a:pt x="381066" y="2316320"/>
                  </a:lnTo>
                  <a:lnTo>
                    <a:pt x="361146" y="2359521"/>
                  </a:lnTo>
                  <a:lnTo>
                    <a:pt x="341774" y="2402858"/>
                  </a:lnTo>
                  <a:lnTo>
                    <a:pt x="322950" y="2446327"/>
                  </a:lnTo>
                  <a:lnTo>
                    <a:pt x="304672" y="2489923"/>
                  </a:lnTo>
                  <a:lnTo>
                    <a:pt x="286939" y="2533643"/>
                  </a:lnTo>
                  <a:lnTo>
                    <a:pt x="269750" y="2577482"/>
                  </a:lnTo>
                  <a:lnTo>
                    <a:pt x="253105" y="2621435"/>
                  </a:lnTo>
                  <a:lnTo>
                    <a:pt x="237000" y="2665499"/>
                  </a:lnTo>
                  <a:lnTo>
                    <a:pt x="221437" y="2709669"/>
                  </a:lnTo>
                  <a:lnTo>
                    <a:pt x="206412" y="2753940"/>
                  </a:lnTo>
                  <a:lnTo>
                    <a:pt x="191926" y="2798309"/>
                  </a:lnTo>
                  <a:lnTo>
                    <a:pt x="177977" y="2842770"/>
                  </a:lnTo>
                  <a:lnTo>
                    <a:pt x="164564" y="2887320"/>
                  </a:lnTo>
                  <a:lnTo>
                    <a:pt x="151686" y="2931955"/>
                  </a:lnTo>
                  <a:lnTo>
                    <a:pt x="139341" y="2976669"/>
                  </a:lnTo>
                  <a:lnTo>
                    <a:pt x="127528" y="3021459"/>
                  </a:lnTo>
                  <a:lnTo>
                    <a:pt x="116247" y="3066320"/>
                  </a:lnTo>
                  <a:lnTo>
                    <a:pt x="105496" y="3111249"/>
                  </a:lnTo>
                  <a:lnTo>
                    <a:pt x="95273" y="3156240"/>
                  </a:lnTo>
                  <a:lnTo>
                    <a:pt x="85579" y="3201289"/>
                  </a:lnTo>
                  <a:lnTo>
                    <a:pt x="76411" y="3246392"/>
                  </a:lnTo>
                  <a:lnTo>
                    <a:pt x="67768" y="3291545"/>
                  </a:lnTo>
                  <a:lnTo>
                    <a:pt x="59650" y="3336743"/>
                  </a:lnTo>
                  <a:lnTo>
                    <a:pt x="52055" y="3381982"/>
                  </a:lnTo>
                  <a:lnTo>
                    <a:pt x="44982" y="3427258"/>
                  </a:lnTo>
                  <a:lnTo>
                    <a:pt x="38429" y="3472566"/>
                  </a:lnTo>
                  <a:lnTo>
                    <a:pt x="32397" y="3517902"/>
                  </a:lnTo>
                  <a:lnTo>
                    <a:pt x="26882" y="3563261"/>
                  </a:lnTo>
                  <a:lnTo>
                    <a:pt x="21885" y="3608640"/>
                  </a:lnTo>
                  <a:lnTo>
                    <a:pt x="17405" y="3654034"/>
                  </a:lnTo>
                  <a:lnTo>
                    <a:pt x="13439" y="3699438"/>
                  </a:lnTo>
                  <a:lnTo>
                    <a:pt x="9987" y="3744849"/>
                  </a:lnTo>
                  <a:lnTo>
                    <a:pt x="7047" y="3790262"/>
                  </a:lnTo>
                  <a:lnTo>
                    <a:pt x="4619" y="3835672"/>
                  </a:lnTo>
                  <a:lnTo>
                    <a:pt x="2702" y="3881076"/>
                  </a:lnTo>
                  <a:lnTo>
                    <a:pt x="1293" y="3926468"/>
                  </a:lnTo>
                  <a:lnTo>
                    <a:pt x="393" y="3971846"/>
                  </a:lnTo>
                  <a:lnTo>
                    <a:pt x="0" y="4017203"/>
                  </a:lnTo>
                  <a:lnTo>
                    <a:pt x="112" y="4062537"/>
                  </a:lnTo>
                  <a:lnTo>
                    <a:pt x="728" y="4107842"/>
                  </a:lnTo>
                  <a:lnTo>
                    <a:pt x="1848" y="4153114"/>
                  </a:lnTo>
                  <a:lnTo>
                    <a:pt x="3471" y="4198349"/>
                  </a:lnTo>
                  <a:lnTo>
                    <a:pt x="5594" y="4243543"/>
                  </a:lnTo>
                  <a:lnTo>
                    <a:pt x="8217" y="4288692"/>
                  </a:lnTo>
                  <a:lnTo>
                    <a:pt x="11339" y="4333790"/>
                  </a:lnTo>
                  <a:lnTo>
                    <a:pt x="14959" y="4378834"/>
                  </a:lnTo>
                  <a:lnTo>
                    <a:pt x="19075" y="4423819"/>
                  </a:lnTo>
                  <a:lnTo>
                    <a:pt x="23686" y="4468741"/>
                  </a:lnTo>
                  <a:lnTo>
                    <a:pt x="28791" y="4513596"/>
                  </a:lnTo>
                  <a:lnTo>
                    <a:pt x="34389" y="4558379"/>
                  </a:lnTo>
                  <a:lnTo>
                    <a:pt x="40479" y="4603086"/>
                  </a:lnTo>
                  <a:lnTo>
                    <a:pt x="47060" y="4647712"/>
                  </a:lnTo>
                  <a:lnTo>
                    <a:pt x="54130" y="4692254"/>
                  </a:lnTo>
                  <a:lnTo>
                    <a:pt x="61688" y="4736707"/>
                  </a:lnTo>
                  <a:lnTo>
                    <a:pt x="69733" y="4781066"/>
                  </a:lnTo>
                  <a:lnTo>
                    <a:pt x="78264" y="4825328"/>
                  </a:lnTo>
                  <a:lnTo>
                    <a:pt x="87281" y="4869488"/>
                  </a:lnTo>
                  <a:lnTo>
                    <a:pt x="96780" y="4913541"/>
                  </a:lnTo>
                  <a:lnTo>
                    <a:pt x="106762" y="4957484"/>
                  </a:lnTo>
                  <a:lnTo>
                    <a:pt x="117226" y="5001311"/>
                  </a:lnTo>
                  <a:lnTo>
                    <a:pt x="128170" y="5045020"/>
                  </a:lnTo>
                  <a:lnTo>
                    <a:pt x="139592" y="5088604"/>
                  </a:lnTo>
                  <a:lnTo>
                    <a:pt x="151493" y="5132061"/>
                  </a:lnTo>
                  <a:lnTo>
                    <a:pt x="163870" y="5175385"/>
                  </a:lnTo>
                  <a:lnTo>
                    <a:pt x="176722" y="5218572"/>
                  </a:lnTo>
                  <a:lnTo>
                    <a:pt x="190049" y="5261618"/>
                  </a:lnTo>
                  <a:lnTo>
                    <a:pt x="203849" y="5304519"/>
                  </a:lnTo>
                  <a:lnTo>
                    <a:pt x="218122" y="5347271"/>
                  </a:lnTo>
                  <a:lnTo>
                    <a:pt x="232865" y="5389868"/>
                  </a:lnTo>
                  <a:lnTo>
                    <a:pt x="248077" y="5432307"/>
                  </a:lnTo>
                  <a:lnTo>
                    <a:pt x="263758" y="5474583"/>
                  </a:lnTo>
                  <a:lnTo>
                    <a:pt x="279907" y="5516692"/>
                  </a:lnTo>
                  <a:lnTo>
                    <a:pt x="296522" y="5558630"/>
                  </a:lnTo>
                  <a:lnTo>
                    <a:pt x="313602" y="5600392"/>
                  </a:lnTo>
                  <a:lnTo>
                    <a:pt x="331146" y="5641974"/>
                  </a:lnTo>
                  <a:lnTo>
                    <a:pt x="349152" y="5683371"/>
                  </a:lnTo>
                  <a:lnTo>
                    <a:pt x="367620" y="5724580"/>
                  </a:lnTo>
                  <a:lnTo>
                    <a:pt x="386549" y="5765596"/>
                  </a:lnTo>
                  <a:lnTo>
                    <a:pt x="405936" y="5806414"/>
                  </a:lnTo>
                  <a:lnTo>
                    <a:pt x="425782" y="5847031"/>
                  </a:lnTo>
                  <a:lnTo>
                    <a:pt x="433172" y="5861740"/>
                  </a:lnTo>
                </a:path>
                <a:path w="6629400" h="5862320">
                  <a:moveTo>
                    <a:pt x="6628885" y="973206"/>
                  </a:moveTo>
                  <a:lnTo>
                    <a:pt x="6574728" y="927523"/>
                  </a:lnTo>
                  <a:lnTo>
                    <a:pt x="6538336" y="897782"/>
                  </a:lnTo>
                  <a:lnTo>
                    <a:pt x="6501530" y="868411"/>
                  </a:lnTo>
                  <a:lnTo>
                    <a:pt x="6464313" y="839415"/>
                  </a:lnTo>
                  <a:lnTo>
                    <a:pt x="6426686" y="810799"/>
                  </a:lnTo>
                  <a:lnTo>
                    <a:pt x="6388649" y="782566"/>
                  </a:lnTo>
                  <a:lnTo>
                    <a:pt x="6350204" y="754722"/>
                  </a:lnTo>
                  <a:lnTo>
                    <a:pt x="6311352" y="727269"/>
                  </a:lnTo>
                  <a:lnTo>
                    <a:pt x="6272094" y="700214"/>
                  </a:lnTo>
                  <a:lnTo>
                    <a:pt x="6232432" y="673559"/>
                  </a:lnTo>
                  <a:lnTo>
                    <a:pt x="6192366" y="647310"/>
                  </a:lnTo>
                  <a:lnTo>
                    <a:pt x="6151898" y="621471"/>
                  </a:lnTo>
                  <a:lnTo>
                    <a:pt x="6111028" y="596045"/>
                  </a:lnTo>
                  <a:lnTo>
                    <a:pt x="6069759" y="571038"/>
                  </a:lnTo>
                  <a:lnTo>
                    <a:pt x="6028090" y="546454"/>
                  </a:lnTo>
                </a:path>
              </a:pathLst>
            </a:custGeom>
            <a:ln w="38100">
              <a:solidFill>
                <a:srgbClr val="FFFFFF"/>
              </a:solidFill>
            </a:ln>
          </p:spPr>
          <p:txBody>
            <a:bodyPr wrap="square" lIns="0" tIns="0" rIns="0" bIns="0" rtlCol="0"/>
            <a:lstStyle/>
            <a:p>
              <a:endParaRPr/>
            </a:p>
          </p:txBody>
        </p:sp>
      </p:grpSp>
      <p:pic>
        <p:nvPicPr>
          <p:cNvPr id="8" name="Grafik 7"/>
          <p:cNvPicPr>
            <a:picLocks noChangeAspect="1"/>
          </p:cNvPicPr>
          <p:nvPr userDrawn="1"/>
        </p:nvPicPr>
        <p:blipFill rotWithShape="1">
          <a:blip r:embed="rId3" cstate="print">
            <a:extLst>
              <a:ext uri="{28A0092B-C50C-407E-A947-70E740481C1C}">
                <a14:useLocalDpi xmlns:a14="http://schemas.microsoft.com/office/drawing/2010/main" val="0"/>
              </a:ext>
            </a:extLst>
          </a:blip>
          <a:srcRect t="26726"/>
          <a:stretch/>
        </p:blipFill>
        <p:spPr>
          <a:xfrm>
            <a:off x="9117346" y="372627"/>
            <a:ext cx="2520000" cy="420473"/>
          </a:xfrm>
          <a:prstGeom prst="rect">
            <a:avLst/>
          </a:prstGeom>
        </p:spPr>
      </p:pic>
    </p:spTree>
    <p:extLst>
      <p:ext uri="{BB962C8B-B14F-4D97-AF65-F5344CB8AC3E}">
        <p14:creationId xmlns:p14="http://schemas.microsoft.com/office/powerpoint/2010/main" val="2407001557"/>
      </p:ext>
    </p:extLst>
  </p:cSld>
  <p:clrMap bg1="lt1" tx1="dk1" bg2="lt2" tx2="dk2" accent1="accent1" accent2="accent2" accent3="accent3" accent4="accent4" accent5="accent5" accent6="accent6" hlink="hlink" folHlink="folHlink"/>
  <p:sldLayoutIdLst>
    <p:sldLayoutId id="2147483693" r:id="rId1"/>
  </p:sldLayoutIdLst>
  <p:hf hdr="0"/>
  <p:txStyles>
    <p:titleStyle>
      <a:lvl1pPr algn="l" defTabSz="914400" rtl="0" eaLnBrk="1" latinLnBrk="0" hangingPunct="1">
        <a:lnSpc>
          <a:spcPct val="90000"/>
        </a:lnSpc>
        <a:spcBef>
          <a:spcPct val="0"/>
        </a:spcBef>
        <a:buNone/>
        <a:defRPr sz="2200" b="1" i="0" kern="1200" cap="all" baseline="0">
          <a:solidFill>
            <a:schemeClr val="bg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userDrawn="1">
          <p15:clr>
            <a:srgbClr val="F26B43"/>
          </p15:clr>
        </p15:guide>
        <p15:guide id="2" orient="horz" pos="3974" userDrawn="1">
          <p15:clr>
            <a:srgbClr val="F26B43"/>
          </p15:clr>
        </p15:guide>
        <p15:guide id="3" orient="horz" pos="618" userDrawn="1">
          <p15:clr>
            <a:srgbClr val="F26B43"/>
          </p15:clr>
        </p15:guide>
        <p15:guide id="4" pos="363" userDrawn="1">
          <p15:clr>
            <a:srgbClr val="F26B43"/>
          </p15:clr>
        </p15:guide>
        <p15:guide id="5" pos="7317" userDrawn="1">
          <p15:clr>
            <a:srgbClr val="F26B43"/>
          </p15:clr>
        </p15:guide>
        <p15:guide id="6" orient="horz" pos="913" userDrawn="1">
          <p15:clr>
            <a:srgbClr val="F26B43"/>
          </p15:clr>
        </p15:guide>
        <p15:guide id="7" pos="5201" userDrawn="1">
          <p15:clr>
            <a:srgbClr val="F26B43"/>
          </p15:clr>
        </p15:guide>
        <p15:guide id="8" orient="horz" pos="4088" userDrawn="1">
          <p15:clr>
            <a:srgbClr val="F26B43"/>
          </p15:clr>
        </p15:guide>
        <p15:guide id="9" pos="6229"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Date Placeholder 3"/>
          <p:cNvSpPr>
            <a:spLocks noGrp="1"/>
          </p:cNvSpPr>
          <p:nvPr>
            <p:ph type="dt" sz="half" idx="2"/>
          </p:nvPr>
        </p:nvSpPr>
        <p:spPr>
          <a:xfrm>
            <a:off x="575733" y="6491818"/>
            <a:ext cx="2640000" cy="180000"/>
          </a:xfrm>
          <a:prstGeom prst="rect">
            <a:avLst/>
          </a:prstGeom>
        </p:spPr>
        <p:txBody>
          <a:bodyPr lIns="0" tIns="0" rIns="0" bIns="0"/>
          <a:lstStyle>
            <a:lvl1pPr>
              <a:defRPr sz="1200">
                <a:solidFill>
                  <a:schemeClr val="bg2"/>
                </a:solidFill>
              </a:defRPr>
            </a:lvl1pPr>
          </a:lstStyle>
          <a:p>
            <a:fld id="{CBBE901B-AF74-4C1D-AAF7-23463812B562}" type="datetime6">
              <a:rPr lang="en-US" smtClean="0"/>
              <a:t>February 26</a:t>
            </a:fld>
            <a:endParaRPr lang="de-DE" dirty="0"/>
          </a:p>
        </p:txBody>
      </p:sp>
      <p:grpSp>
        <p:nvGrpSpPr>
          <p:cNvPr id="14" name="Gruppieren 13"/>
          <p:cNvGrpSpPr/>
          <p:nvPr userDrawn="1"/>
        </p:nvGrpSpPr>
        <p:grpSpPr>
          <a:xfrm>
            <a:off x="7731263" y="3114675"/>
            <a:ext cx="4521636" cy="3848068"/>
            <a:chOff x="12041354" y="5196642"/>
            <a:chExt cx="8298137" cy="7062001"/>
          </a:xfrm>
        </p:grpSpPr>
        <p:sp>
          <p:nvSpPr>
            <p:cNvPr id="15" name="object 29"/>
            <p:cNvSpPr/>
            <p:nvPr userDrawn="1"/>
          </p:nvSpPr>
          <p:spPr>
            <a:xfrm>
              <a:off x="13270036" y="5196642"/>
              <a:ext cx="7069455" cy="7061834"/>
            </a:xfrm>
            <a:custGeom>
              <a:avLst/>
              <a:gdLst/>
              <a:ahLst/>
              <a:cxnLst/>
              <a:rect l="l" t="t" r="r" b="b"/>
              <a:pathLst>
                <a:path w="7069455" h="7061834">
                  <a:moveTo>
                    <a:pt x="6518248" y="580414"/>
                  </a:moveTo>
                  <a:lnTo>
                    <a:pt x="6476353" y="556588"/>
                  </a:lnTo>
                  <a:lnTo>
                    <a:pt x="6434305" y="533278"/>
                  </a:lnTo>
                  <a:lnTo>
                    <a:pt x="6392108" y="510481"/>
                  </a:lnTo>
                  <a:lnTo>
                    <a:pt x="6349765" y="488196"/>
                  </a:lnTo>
                  <a:lnTo>
                    <a:pt x="6307280" y="466424"/>
                  </a:lnTo>
                  <a:lnTo>
                    <a:pt x="6264657" y="445162"/>
                  </a:lnTo>
                  <a:lnTo>
                    <a:pt x="6221899" y="424410"/>
                  </a:lnTo>
                  <a:lnTo>
                    <a:pt x="6179010" y="404166"/>
                  </a:lnTo>
                  <a:lnTo>
                    <a:pt x="6135994" y="384431"/>
                  </a:lnTo>
                  <a:lnTo>
                    <a:pt x="6092855" y="365202"/>
                  </a:lnTo>
                  <a:lnTo>
                    <a:pt x="6049596" y="346479"/>
                  </a:lnTo>
                  <a:lnTo>
                    <a:pt x="6006220" y="328260"/>
                  </a:lnTo>
                  <a:lnTo>
                    <a:pt x="5962732" y="310546"/>
                  </a:lnTo>
                  <a:lnTo>
                    <a:pt x="5919136" y="293334"/>
                  </a:lnTo>
                  <a:lnTo>
                    <a:pt x="5875434" y="276624"/>
                  </a:lnTo>
                  <a:lnTo>
                    <a:pt x="5831631" y="260415"/>
                  </a:lnTo>
                  <a:lnTo>
                    <a:pt x="5787731" y="244706"/>
                  </a:lnTo>
                  <a:lnTo>
                    <a:pt x="5743736" y="229495"/>
                  </a:lnTo>
                  <a:lnTo>
                    <a:pt x="5699651" y="214783"/>
                  </a:lnTo>
                  <a:lnTo>
                    <a:pt x="5655480" y="200567"/>
                  </a:lnTo>
                  <a:lnTo>
                    <a:pt x="5611225" y="186847"/>
                  </a:lnTo>
                  <a:lnTo>
                    <a:pt x="5566892" y="173622"/>
                  </a:lnTo>
                  <a:lnTo>
                    <a:pt x="5522483" y="160891"/>
                  </a:lnTo>
                  <a:lnTo>
                    <a:pt x="5478002" y="148653"/>
                  </a:lnTo>
                  <a:lnTo>
                    <a:pt x="5433453" y="136907"/>
                  </a:lnTo>
                  <a:lnTo>
                    <a:pt x="5388840" y="125652"/>
                  </a:lnTo>
                  <a:lnTo>
                    <a:pt x="5344166" y="114886"/>
                  </a:lnTo>
                  <a:lnTo>
                    <a:pt x="5299435" y="104610"/>
                  </a:lnTo>
                  <a:lnTo>
                    <a:pt x="5254650" y="94821"/>
                  </a:lnTo>
                  <a:lnTo>
                    <a:pt x="5209816" y="85520"/>
                  </a:lnTo>
                  <a:lnTo>
                    <a:pt x="5164936" y="76704"/>
                  </a:lnTo>
                  <a:lnTo>
                    <a:pt x="5120014" y="68374"/>
                  </a:lnTo>
                  <a:lnTo>
                    <a:pt x="5075053" y="60527"/>
                  </a:lnTo>
                  <a:lnTo>
                    <a:pt x="5030057" y="53164"/>
                  </a:lnTo>
                  <a:lnTo>
                    <a:pt x="4985030" y="46282"/>
                  </a:lnTo>
                  <a:lnTo>
                    <a:pt x="4939976" y="39882"/>
                  </a:lnTo>
                  <a:lnTo>
                    <a:pt x="4894898" y="33962"/>
                  </a:lnTo>
                  <a:lnTo>
                    <a:pt x="4849800" y="28520"/>
                  </a:lnTo>
                  <a:lnTo>
                    <a:pt x="4804685" y="23557"/>
                  </a:lnTo>
                  <a:lnTo>
                    <a:pt x="4759558" y="19071"/>
                  </a:lnTo>
                  <a:lnTo>
                    <a:pt x="4714421" y="15061"/>
                  </a:lnTo>
                  <a:lnTo>
                    <a:pt x="4669280" y="11525"/>
                  </a:lnTo>
                  <a:lnTo>
                    <a:pt x="4624136" y="8465"/>
                  </a:lnTo>
                  <a:lnTo>
                    <a:pt x="4578995" y="5877"/>
                  </a:lnTo>
                  <a:lnTo>
                    <a:pt x="4533860" y="3761"/>
                  </a:lnTo>
                  <a:lnTo>
                    <a:pt x="4488734" y="2116"/>
                  </a:lnTo>
                  <a:lnTo>
                    <a:pt x="4443621" y="942"/>
                  </a:lnTo>
                  <a:lnTo>
                    <a:pt x="4398525" y="237"/>
                  </a:lnTo>
                  <a:lnTo>
                    <a:pt x="4353449" y="0"/>
                  </a:lnTo>
                  <a:lnTo>
                    <a:pt x="4308398" y="230"/>
                  </a:lnTo>
                  <a:lnTo>
                    <a:pt x="4263375" y="926"/>
                  </a:lnTo>
                  <a:lnTo>
                    <a:pt x="4218383" y="2087"/>
                  </a:lnTo>
                  <a:lnTo>
                    <a:pt x="4173427" y="3713"/>
                  </a:lnTo>
                  <a:lnTo>
                    <a:pt x="4128509" y="5802"/>
                  </a:lnTo>
                  <a:lnTo>
                    <a:pt x="4083635" y="8353"/>
                  </a:lnTo>
                  <a:lnTo>
                    <a:pt x="4038806" y="11365"/>
                  </a:lnTo>
                  <a:lnTo>
                    <a:pt x="3994028" y="14838"/>
                  </a:lnTo>
                  <a:lnTo>
                    <a:pt x="3949304" y="18769"/>
                  </a:lnTo>
                  <a:lnTo>
                    <a:pt x="3904637" y="23160"/>
                  </a:lnTo>
                  <a:lnTo>
                    <a:pt x="3860031" y="28007"/>
                  </a:lnTo>
                  <a:lnTo>
                    <a:pt x="3815490" y="33310"/>
                  </a:lnTo>
                  <a:lnTo>
                    <a:pt x="3771017" y="39069"/>
                  </a:lnTo>
                  <a:lnTo>
                    <a:pt x="3726617" y="45283"/>
                  </a:lnTo>
                  <a:lnTo>
                    <a:pt x="3682293" y="51949"/>
                  </a:lnTo>
                  <a:lnTo>
                    <a:pt x="3638049" y="59068"/>
                  </a:lnTo>
                  <a:lnTo>
                    <a:pt x="3593887" y="66638"/>
                  </a:lnTo>
                  <a:lnTo>
                    <a:pt x="3549813" y="74659"/>
                  </a:lnTo>
                  <a:lnTo>
                    <a:pt x="3505830" y="83129"/>
                  </a:lnTo>
                  <a:lnTo>
                    <a:pt x="3461941" y="92047"/>
                  </a:lnTo>
                  <a:lnTo>
                    <a:pt x="3418150" y="101413"/>
                  </a:lnTo>
                  <a:lnTo>
                    <a:pt x="3374460" y="111225"/>
                  </a:lnTo>
                  <a:lnTo>
                    <a:pt x="3330877" y="121482"/>
                  </a:lnTo>
                  <a:lnTo>
                    <a:pt x="3287402" y="132184"/>
                  </a:lnTo>
                  <a:lnTo>
                    <a:pt x="3244040" y="143330"/>
                  </a:lnTo>
                  <a:lnTo>
                    <a:pt x="3200795" y="154917"/>
                  </a:lnTo>
                  <a:lnTo>
                    <a:pt x="3157671" y="166947"/>
                  </a:lnTo>
                  <a:lnTo>
                    <a:pt x="3114670" y="179416"/>
                  </a:lnTo>
                  <a:lnTo>
                    <a:pt x="3071797" y="192325"/>
                  </a:lnTo>
                  <a:lnTo>
                    <a:pt x="3029055" y="205673"/>
                  </a:lnTo>
                  <a:lnTo>
                    <a:pt x="2986448" y="219458"/>
                  </a:lnTo>
                  <a:lnTo>
                    <a:pt x="2943980" y="233679"/>
                  </a:lnTo>
                  <a:lnTo>
                    <a:pt x="2901654" y="248336"/>
                  </a:lnTo>
                  <a:lnTo>
                    <a:pt x="2859475" y="263428"/>
                  </a:lnTo>
                  <a:lnTo>
                    <a:pt x="2817445" y="278953"/>
                  </a:lnTo>
                  <a:lnTo>
                    <a:pt x="2775569" y="294911"/>
                  </a:lnTo>
                  <a:lnTo>
                    <a:pt x="2733850" y="311300"/>
                  </a:lnTo>
                  <a:lnTo>
                    <a:pt x="2692291" y="328120"/>
                  </a:lnTo>
                  <a:lnTo>
                    <a:pt x="2650898" y="345369"/>
                  </a:lnTo>
                  <a:lnTo>
                    <a:pt x="2609673" y="363047"/>
                  </a:lnTo>
                  <a:lnTo>
                    <a:pt x="2568619" y="381152"/>
                  </a:lnTo>
                  <a:lnTo>
                    <a:pt x="2527742" y="399684"/>
                  </a:lnTo>
                  <a:lnTo>
                    <a:pt x="2487043" y="418642"/>
                  </a:lnTo>
                  <a:lnTo>
                    <a:pt x="2446528" y="438024"/>
                  </a:lnTo>
                  <a:lnTo>
                    <a:pt x="2406200" y="457830"/>
                  </a:lnTo>
                  <a:lnTo>
                    <a:pt x="2366062" y="478058"/>
                  </a:lnTo>
                  <a:lnTo>
                    <a:pt x="2326118" y="498709"/>
                  </a:lnTo>
                  <a:lnTo>
                    <a:pt x="2286372" y="519779"/>
                  </a:lnTo>
                  <a:lnTo>
                    <a:pt x="2246827" y="541270"/>
                  </a:lnTo>
                  <a:lnTo>
                    <a:pt x="2207488" y="563179"/>
                  </a:lnTo>
                  <a:lnTo>
                    <a:pt x="2168358" y="585506"/>
                  </a:lnTo>
                  <a:lnTo>
                    <a:pt x="2129440" y="608250"/>
                  </a:lnTo>
                  <a:lnTo>
                    <a:pt x="2090738" y="631409"/>
                  </a:lnTo>
                  <a:lnTo>
                    <a:pt x="2052257" y="654983"/>
                  </a:lnTo>
                  <a:lnTo>
                    <a:pt x="2013999" y="678971"/>
                  </a:lnTo>
                  <a:lnTo>
                    <a:pt x="1975969" y="703371"/>
                  </a:lnTo>
                  <a:lnTo>
                    <a:pt x="1938169" y="728183"/>
                  </a:lnTo>
                  <a:lnTo>
                    <a:pt x="1900605" y="753406"/>
                  </a:lnTo>
                  <a:lnTo>
                    <a:pt x="1863279" y="779039"/>
                  </a:lnTo>
                  <a:lnTo>
                    <a:pt x="1826195" y="805080"/>
                  </a:lnTo>
                  <a:lnTo>
                    <a:pt x="1789357" y="831530"/>
                  </a:lnTo>
                  <a:lnTo>
                    <a:pt x="1752768" y="858386"/>
                  </a:lnTo>
                  <a:lnTo>
                    <a:pt x="1716433" y="885648"/>
                  </a:lnTo>
                  <a:lnTo>
                    <a:pt x="1680354" y="913314"/>
                  </a:lnTo>
                  <a:lnTo>
                    <a:pt x="1644536" y="941385"/>
                  </a:lnTo>
                  <a:lnTo>
                    <a:pt x="1608983" y="969858"/>
                  </a:lnTo>
                  <a:lnTo>
                    <a:pt x="1573697" y="998734"/>
                  </a:lnTo>
                  <a:lnTo>
                    <a:pt x="1538684" y="1028010"/>
                  </a:lnTo>
                  <a:lnTo>
                    <a:pt x="1503945" y="1057686"/>
                  </a:lnTo>
                  <a:lnTo>
                    <a:pt x="1469486" y="1087761"/>
                  </a:lnTo>
                  <a:lnTo>
                    <a:pt x="1435309" y="1118233"/>
                  </a:lnTo>
                  <a:lnTo>
                    <a:pt x="1401419" y="1149103"/>
                  </a:lnTo>
                  <a:lnTo>
                    <a:pt x="1367820" y="1180369"/>
                  </a:lnTo>
                  <a:lnTo>
                    <a:pt x="1334514" y="1212029"/>
                  </a:lnTo>
                  <a:lnTo>
                    <a:pt x="1301505" y="1244084"/>
                  </a:lnTo>
                  <a:lnTo>
                    <a:pt x="1268798" y="1276531"/>
                  </a:lnTo>
                  <a:lnTo>
                    <a:pt x="1236396" y="1309371"/>
                  </a:lnTo>
                  <a:lnTo>
                    <a:pt x="1204302" y="1342601"/>
                  </a:lnTo>
                  <a:lnTo>
                    <a:pt x="1172521" y="1376221"/>
                  </a:lnTo>
                  <a:lnTo>
                    <a:pt x="1141056" y="1410230"/>
                  </a:lnTo>
                  <a:lnTo>
                    <a:pt x="1109910" y="1444628"/>
                  </a:lnTo>
                  <a:lnTo>
                    <a:pt x="1079088" y="1479412"/>
                  </a:lnTo>
                  <a:lnTo>
                    <a:pt x="1048593" y="1514582"/>
                  </a:lnTo>
                  <a:lnTo>
                    <a:pt x="1018429" y="1550138"/>
                  </a:lnTo>
                  <a:lnTo>
                    <a:pt x="988599" y="1586077"/>
                  </a:lnTo>
                  <a:lnTo>
                    <a:pt x="959107" y="1622399"/>
                  </a:lnTo>
                  <a:lnTo>
                    <a:pt x="929958" y="1659104"/>
                  </a:lnTo>
                  <a:lnTo>
                    <a:pt x="901154" y="1696190"/>
                  </a:lnTo>
                  <a:lnTo>
                    <a:pt x="872699" y="1733655"/>
                  </a:lnTo>
                  <a:lnTo>
                    <a:pt x="844597" y="1771500"/>
                  </a:lnTo>
                  <a:lnTo>
                    <a:pt x="816852" y="1809723"/>
                  </a:lnTo>
                  <a:lnTo>
                    <a:pt x="789467" y="1848323"/>
                  </a:lnTo>
                  <a:lnTo>
                    <a:pt x="762446" y="1887299"/>
                  </a:lnTo>
                  <a:lnTo>
                    <a:pt x="735793" y="1926650"/>
                  </a:lnTo>
                  <a:lnTo>
                    <a:pt x="709512" y="1966375"/>
                  </a:lnTo>
                  <a:lnTo>
                    <a:pt x="683605" y="2006474"/>
                  </a:lnTo>
                  <a:lnTo>
                    <a:pt x="658077" y="2046944"/>
                  </a:lnTo>
                  <a:lnTo>
                    <a:pt x="632932" y="2087786"/>
                  </a:lnTo>
                  <a:lnTo>
                    <a:pt x="608173" y="2128998"/>
                  </a:lnTo>
                  <a:lnTo>
                    <a:pt x="583804" y="2170579"/>
                  </a:lnTo>
                  <a:lnTo>
                    <a:pt x="559730" y="2212705"/>
                  </a:lnTo>
                  <a:lnTo>
                    <a:pt x="536178" y="2254985"/>
                  </a:lnTo>
                  <a:lnTo>
                    <a:pt x="513147" y="2297416"/>
                  </a:lnTo>
                  <a:lnTo>
                    <a:pt x="490637" y="2339994"/>
                  </a:lnTo>
                  <a:lnTo>
                    <a:pt x="468647" y="2382714"/>
                  </a:lnTo>
                  <a:lnTo>
                    <a:pt x="447174" y="2425574"/>
                  </a:lnTo>
                  <a:lnTo>
                    <a:pt x="426220" y="2468569"/>
                  </a:lnTo>
                  <a:lnTo>
                    <a:pt x="405781" y="2511696"/>
                  </a:lnTo>
                  <a:lnTo>
                    <a:pt x="385858" y="2554950"/>
                  </a:lnTo>
                  <a:lnTo>
                    <a:pt x="366450" y="2598329"/>
                  </a:lnTo>
                  <a:lnTo>
                    <a:pt x="347554" y="2641829"/>
                  </a:lnTo>
                  <a:lnTo>
                    <a:pt x="329172" y="2685445"/>
                  </a:lnTo>
                  <a:lnTo>
                    <a:pt x="311300" y="2729174"/>
                  </a:lnTo>
                  <a:lnTo>
                    <a:pt x="293939" y="2773012"/>
                  </a:lnTo>
                  <a:lnTo>
                    <a:pt x="277087" y="2816955"/>
                  </a:lnTo>
                  <a:lnTo>
                    <a:pt x="260744" y="2861000"/>
                  </a:lnTo>
                  <a:lnTo>
                    <a:pt x="244908" y="2905143"/>
                  </a:lnTo>
                  <a:lnTo>
                    <a:pt x="229578" y="2949380"/>
                  </a:lnTo>
                  <a:lnTo>
                    <a:pt x="214754" y="2993708"/>
                  </a:lnTo>
                  <a:lnTo>
                    <a:pt x="200434" y="3038122"/>
                  </a:lnTo>
                  <a:lnTo>
                    <a:pt x="186617" y="3082619"/>
                  </a:lnTo>
                  <a:lnTo>
                    <a:pt x="173302" y="3127194"/>
                  </a:lnTo>
                  <a:lnTo>
                    <a:pt x="160489" y="3171845"/>
                  </a:lnTo>
                  <a:lnTo>
                    <a:pt x="148176" y="3216568"/>
                  </a:lnTo>
                  <a:lnTo>
                    <a:pt x="136363" y="3261358"/>
                  </a:lnTo>
                  <a:lnTo>
                    <a:pt x="125047" y="3306213"/>
                  </a:lnTo>
                  <a:lnTo>
                    <a:pt x="114229" y="3351127"/>
                  </a:lnTo>
                  <a:lnTo>
                    <a:pt x="103908" y="3396099"/>
                  </a:lnTo>
                  <a:lnTo>
                    <a:pt x="94081" y="3441122"/>
                  </a:lnTo>
                  <a:lnTo>
                    <a:pt x="84749" y="3486195"/>
                  </a:lnTo>
                  <a:lnTo>
                    <a:pt x="75910" y="3531313"/>
                  </a:lnTo>
                  <a:lnTo>
                    <a:pt x="67563" y="3576473"/>
                  </a:lnTo>
                  <a:lnTo>
                    <a:pt x="59707" y="3621670"/>
                  </a:lnTo>
                  <a:lnTo>
                    <a:pt x="52342" y="3666901"/>
                  </a:lnTo>
                  <a:lnTo>
                    <a:pt x="45465" y="3712162"/>
                  </a:lnTo>
                  <a:lnTo>
                    <a:pt x="39077" y="3757450"/>
                  </a:lnTo>
                  <a:lnTo>
                    <a:pt x="33176" y="3802760"/>
                  </a:lnTo>
                  <a:lnTo>
                    <a:pt x="27762" y="3848089"/>
                  </a:lnTo>
                  <a:lnTo>
                    <a:pt x="22832" y="3893433"/>
                  </a:lnTo>
                  <a:lnTo>
                    <a:pt x="18387" y="3938789"/>
                  </a:lnTo>
                  <a:lnTo>
                    <a:pt x="14425" y="3984152"/>
                  </a:lnTo>
                  <a:lnTo>
                    <a:pt x="10945" y="4029519"/>
                  </a:lnTo>
                  <a:lnTo>
                    <a:pt x="7946" y="4074886"/>
                  </a:lnTo>
                  <a:lnTo>
                    <a:pt x="5427" y="4120250"/>
                  </a:lnTo>
                  <a:lnTo>
                    <a:pt x="3387" y="4165606"/>
                  </a:lnTo>
                  <a:lnTo>
                    <a:pt x="1826" y="4210950"/>
                  </a:lnTo>
                  <a:lnTo>
                    <a:pt x="741" y="4256280"/>
                  </a:lnTo>
                  <a:lnTo>
                    <a:pt x="133" y="4301591"/>
                  </a:lnTo>
                  <a:lnTo>
                    <a:pt x="0" y="4346880"/>
                  </a:lnTo>
                  <a:lnTo>
                    <a:pt x="340" y="4392142"/>
                  </a:lnTo>
                  <a:lnTo>
                    <a:pt x="1154" y="4437374"/>
                  </a:lnTo>
                  <a:lnTo>
                    <a:pt x="2440" y="4482573"/>
                  </a:lnTo>
                  <a:lnTo>
                    <a:pt x="4197" y="4527733"/>
                  </a:lnTo>
                  <a:lnTo>
                    <a:pt x="6424" y="4572853"/>
                  </a:lnTo>
                  <a:lnTo>
                    <a:pt x="9120" y="4617928"/>
                  </a:lnTo>
                  <a:lnTo>
                    <a:pt x="12285" y="4662953"/>
                  </a:lnTo>
                  <a:lnTo>
                    <a:pt x="15916" y="4707927"/>
                  </a:lnTo>
                  <a:lnTo>
                    <a:pt x="20013" y="4752843"/>
                  </a:lnTo>
                  <a:lnTo>
                    <a:pt x="24575" y="4797700"/>
                  </a:lnTo>
                  <a:lnTo>
                    <a:pt x="29601" y="4842493"/>
                  </a:lnTo>
                  <a:lnTo>
                    <a:pt x="35091" y="4887218"/>
                  </a:lnTo>
                  <a:lnTo>
                    <a:pt x="41042" y="4931872"/>
                  </a:lnTo>
                  <a:lnTo>
                    <a:pt x="47454" y="4976451"/>
                  </a:lnTo>
                  <a:lnTo>
                    <a:pt x="54326" y="5020950"/>
                  </a:lnTo>
                  <a:lnTo>
                    <a:pt x="61657" y="5065367"/>
                  </a:lnTo>
                  <a:lnTo>
                    <a:pt x="69447" y="5109698"/>
                  </a:lnTo>
                  <a:lnTo>
                    <a:pt x="77693" y="5153939"/>
                  </a:lnTo>
                  <a:lnTo>
                    <a:pt x="86395" y="5198085"/>
                  </a:lnTo>
                  <a:lnTo>
                    <a:pt x="95552" y="5242134"/>
                  </a:lnTo>
                  <a:lnTo>
                    <a:pt x="105162" y="5286081"/>
                  </a:lnTo>
                  <a:lnTo>
                    <a:pt x="115226" y="5329923"/>
                  </a:lnTo>
                  <a:lnTo>
                    <a:pt x="125742" y="5373656"/>
                  </a:lnTo>
                  <a:lnTo>
                    <a:pt x="136709" y="5417277"/>
                  </a:lnTo>
                  <a:lnTo>
                    <a:pt x="148125" y="5460780"/>
                  </a:lnTo>
                  <a:lnTo>
                    <a:pt x="159990" y="5504164"/>
                  </a:lnTo>
                  <a:lnTo>
                    <a:pt x="172304" y="5547423"/>
                  </a:lnTo>
                  <a:lnTo>
                    <a:pt x="185064" y="5590555"/>
                  </a:lnTo>
                  <a:lnTo>
                    <a:pt x="198270" y="5633555"/>
                  </a:lnTo>
                  <a:lnTo>
                    <a:pt x="211921" y="5676420"/>
                  </a:lnTo>
                  <a:lnTo>
                    <a:pt x="226015" y="5719146"/>
                  </a:lnTo>
                  <a:lnTo>
                    <a:pt x="240553" y="5761728"/>
                  </a:lnTo>
                  <a:lnTo>
                    <a:pt x="255532" y="5804165"/>
                  </a:lnTo>
                  <a:lnTo>
                    <a:pt x="270953" y="5846450"/>
                  </a:lnTo>
                  <a:lnTo>
                    <a:pt x="286813" y="5888582"/>
                  </a:lnTo>
                  <a:lnTo>
                    <a:pt x="303112" y="5930556"/>
                  </a:lnTo>
                  <a:lnTo>
                    <a:pt x="319848" y="5972368"/>
                  </a:lnTo>
                  <a:lnTo>
                    <a:pt x="337022" y="6014015"/>
                  </a:lnTo>
                  <a:lnTo>
                    <a:pt x="354631" y="6055492"/>
                  </a:lnTo>
                  <a:lnTo>
                    <a:pt x="372675" y="6096797"/>
                  </a:lnTo>
                  <a:lnTo>
                    <a:pt x="391153" y="6137925"/>
                  </a:lnTo>
                  <a:lnTo>
                    <a:pt x="410063" y="6178873"/>
                  </a:lnTo>
                  <a:lnTo>
                    <a:pt x="429406" y="6219636"/>
                  </a:lnTo>
                  <a:lnTo>
                    <a:pt x="449179" y="6260211"/>
                  </a:lnTo>
                  <a:lnTo>
                    <a:pt x="469382" y="6300595"/>
                  </a:lnTo>
                  <a:lnTo>
                    <a:pt x="490013" y="6340783"/>
                  </a:lnTo>
                  <a:lnTo>
                    <a:pt x="511072" y="6380772"/>
                  </a:lnTo>
                  <a:lnTo>
                    <a:pt x="532558" y="6420557"/>
                  </a:lnTo>
                  <a:lnTo>
                    <a:pt x="554470" y="6460136"/>
                  </a:lnTo>
                  <a:lnTo>
                    <a:pt x="576807" y="6499505"/>
                  </a:lnTo>
                  <a:lnTo>
                    <a:pt x="599567" y="6538659"/>
                  </a:lnTo>
                  <a:lnTo>
                    <a:pt x="622749" y="6577595"/>
                  </a:lnTo>
                  <a:lnTo>
                    <a:pt x="646354" y="6616309"/>
                  </a:lnTo>
                  <a:lnTo>
                    <a:pt x="670379" y="6654798"/>
                  </a:lnTo>
                  <a:lnTo>
                    <a:pt x="694824" y="6693057"/>
                  </a:lnTo>
                  <a:lnTo>
                    <a:pt x="719687" y="6731083"/>
                  </a:lnTo>
                  <a:lnTo>
                    <a:pt x="744968" y="6768873"/>
                  </a:lnTo>
                  <a:lnTo>
                    <a:pt x="770666" y="6806421"/>
                  </a:lnTo>
                  <a:lnTo>
                    <a:pt x="796780" y="6843725"/>
                  </a:lnTo>
                  <a:lnTo>
                    <a:pt x="823308" y="6880782"/>
                  </a:lnTo>
                  <a:lnTo>
                    <a:pt x="850249" y="6917586"/>
                  </a:lnTo>
                  <a:lnTo>
                    <a:pt x="877603" y="6954134"/>
                  </a:lnTo>
                  <a:lnTo>
                    <a:pt x="905369" y="6990423"/>
                  </a:lnTo>
                  <a:lnTo>
                    <a:pt x="933546" y="7026449"/>
                  </a:lnTo>
                  <a:lnTo>
                    <a:pt x="961499" y="7061417"/>
                  </a:lnTo>
                </a:path>
                <a:path w="7069455" h="7061834">
                  <a:moveTo>
                    <a:pt x="7068847" y="955891"/>
                  </a:moveTo>
                  <a:lnTo>
                    <a:pt x="7033545" y="927916"/>
                  </a:lnTo>
                  <a:lnTo>
                    <a:pt x="6996203" y="898982"/>
                  </a:lnTo>
                  <a:lnTo>
                    <a:pt x="6958475" y="870401"/>
                  </a:lnTo>
                  <a:lnTo>
                    <a:pt x="6920361" y="842177"/>
                  </a:lnTo>
                  <a:lnTo>
                    <a:pt x="6881863" y="814314"/>
                  </a:lnTo>
                  <a:lnTo>
                    <a:pt x="6842981" y="786816"/>
                  </a:lnTo>
                  <a:lnTo>
                    <a:pt x="6803717" y="759687"/>
                  </a:lnTo>
                  <a:lnTo>
                    <a:pt x="6764072" y="732929"/>
                  </a:lnTo>
                  <a:lnTo>
                    <a:pt x="6724046" y="706548"/>
                  </a:lnTo>
                  <a:lnTo>
                    <a:pt x="6683641" y="680547"/>
                  </a:lnTo>
                  <a:lnTo>
                    <a:pt x="6642858" y="654929"/>
                  </a:lnTo>
                  <a:lnTo>
                    <a:pt x="6601697" y="629698"/>
                  </a:lnTo>
                  <a:lnTo>
                    <a:pt x="6560160" y="604858"/>
                  </a:lnTo>
                  <a:lnTo>
                    <a:pt x="6518248" y="580414"/>
                  </a:lnTo>
                </a:path>
              </a:pathLst>
            </a:custGeom>
            <a:ln w="38100">
              <a:solidFill>
                <a:schemeClr val="bg2"/>
              </a:solidFill>
            </a:ln>
          </p:spPr>
          <p:txBody>
            <a:bodyPr wrap="square" lIns="0" tIns="0" rIns="0" bIns="0" rtlCol="0"/>
            <a:lstStyle/>
            <a:p>
              <a:endParaRPr/>
            </a:p>
          </p:txBody>
        </p:sp>
        <p:sp>
          <p:nvSpPr>
            <p:cNvPr id="16" name="object 30"/>
            <p:cNvSpPr/>
            <p:nvPr userDrawn="1"/>
          </p:nvSpPr>
          <p:spPr>
            <a:xfrm>
              <a:off x="12041354" y="6104858"/>
              <a:ext cx="8297545" cy="6153785"/>
            </a:xfrm>
            <a:custGeom>
              <a:avLst/>
              <a:gdLst/>
              <a:ahLst/>
              <a:cxnLst/>
              <a:rect l="l" t="t" r="r" b="b"/>
              <a:pathLst>
                <a:path w="8297544" h="6153784">
                  <a:moveTo>
                    <a:pt x="6684390" y="598109"/>
                  </a:moveTo>
                  <a:lnTo>
                    <a:pt x="6642246" y="574066"/>
                  </a:lnTo>
                  <a:lnTo>
                    <a:pt x="6599952" y="550532"/>
                  </a:lnTo>
                  <a:lnTo>
                    <a:pt x="6557511" y="527505"/>
                  </a:lnTo>
                  <a:lnTo>
                    <a:pt x="6514927" y="504984"/>
                  </a:lnTo>
                  <a:lnTo>
                    <a:pt x="6472202" y="482970"/>
                  </a:lnTo>
                  <a:lnTo>
                    <a:pt x="6429341" y="461459"/>
                  </a:lnTo>
                  <a:lnTo>
                    <a:pt x="6386348" y="440453"/>
                  </a:lnTo>
                  <a:lnTo>
                    <a:pt x="6343225" y="419948"/>
                  </a:lnTo>
                  <a:lnTo>
                    <a:pt x="6299976" y="399946"/>
                  </a:lnTo>
                  <a:lnTo>
                    <a:pt x="6256605" y="380444"/>
                  </a:lnTo>
                  <a:lnTo>
                    <a:pt x="6213116" y="361442"/>
                  </a:lnTo>
                  <a:lnTo>
                    <a:pt x="6169512" y="342939"/>
                  </a:lnTo>
                  <a:lnTo>
                    <a:pt x="6125796" y="324934"/>
                  </a:lnTo>
                  <a:lnTo>
                    <a:pt x="6081973" y="307426"/>
                  </a:lnTo>
                  <a:lnTo>
                    <a:pt x="6038045" y="290414"/>
                  </a:lnTo>
                  <a:lnTo>
                    <a:pt x="5994017" y="273896"/>
                  </a:lnTo>
                  <a:lnTo>
                    <a:pt x="5949892" y="257873"/>
                  </a:lnTo>
                  <a:lnTo>
                    <a:pt x="5905673" y="242343"/>
                  </a:lnTo>
                  <a:lnTo>
                    <a:pt x="5861364" y="227304"/>
                  </a:lnTo>
                  <a:lnTo>
                    <a:pt x="5816969" y="212757"/>
                  </a:lnTo>
                  <a:lnTo>
                    <a:pt x="5772490" y="198701"/>
                  </a:lnTo>
                  <a:lnTo>
                    <a:pt x="5727933" y="185133"/>
                  </a:lnTo>
                  <a:lnTo>
                    <a:pt x="5683300" y="172054"/>
                  </a:lnTo>
                  <a:lnTo>
                    <a:pt x="5638595" y="159462"/>
                  </a:lnTo>
                  <a:lnTo>
                    <a:pt x="5593821" y="147357"/>
                  </a:lnTo>
                  <a:lnTo>
                    <a:pt x="5548982" y="135737"/>
                  </a:lnTo>
                  <a:lnTo>
                    <a:pt x="5504082" y="124601"/>
                  </a:lnTo>
                  <a:lnTo>
                    <a:pt x="5459124" y="113949"/>
                  </a:lnTo>
                  <a:lnTo>
                    <a:pt x="5414111" y="103780"/>
                  </a:lnTo>
                  <a:lnTo>
                    <a:pt x="5369048" y="94092"/>
                  </a:lnTo>
                  <a:lnTo>
                    <a:pt x="5323938" y="84885"/>
                  </a:lnTo>
                  <a:lnTo>
                    <a:pt x="5278784" y="76157"/>
                  </a:lnTo>
                  <a:lnTo>
                    <a:pt x="5233590" y="67908"/>
                  </a:lnTo>
                  <a:lnTo>
                    <a:pt x="5188360" y="60137"/>
                  </a:lnTo>
                  <a:lnTo>
                    <a:pt x="5143097" y="52843"/>
                  </a:lnTo>
                  <a:lnTo>
                    <a:pt x="5097804" y="46025"/>
                  </a:lnTo>
                  <a:lnTo>
                    <a:pt x="5052486" y="39682"/>
                  </a:lnTo>
                  <a:lnTo>
                    <a:pt x="5007146" y="33812"/>
                  </a:lnTo>
                  <a:lnTo>
                    <a:pt x="4961787" y="28416"/>
                  </a:lnTo>
                  <a:lnTo>
                    <a:pt x="4916413" y="23491"/>
                  </a:lnTo>
                  <a:lnTo>
                    <a:pt x="4871027" y="19038"/>
                  </a:lnTo>
                  <a:lnTo>
                    <a:pt x="4825634" y="15055"/>
                  </a:lnTo>
                  <a:lnTo>
                    <a:pt x="4780236" y="11541"/>
                  </a:lnTo>
                  <a:lnTo>
                    <a:pt x="4734838" y="8495"/>
                  </a:lnTo>
                  <a:lnTo>
                    <a:pt x="4689442" y="5917"/>
                  </a:lnTo>
                  <a:lnTo>
                    <a:pt x="4644053" y="3804"/>
                  </a:lnTo>
                  <a:lnTo>
                    <a:pt x="4598673" y="2158"/>
                  </a:lnTo>
                  <a:lnTo>
                    <a:pt x="4553308" y="975"/>
                  </a:lnTo>
                  <a:lnTo>
                    <a:pt x="4507959" y="256"/>
                  </a:lnTo>
                  <a:lnTo>
                    <a:pt x="4462631" y="0"/>
                  </a:lnTo>
                  <a:lnTo>
                    <a:pt x="4417327" y="204"/>
                  </a:lnTo>
                  <a:lnTo>
                    <a:pt x="4372051" y="870"/>
                  </a:lnTo>
                  <a:lnTo>
                    <a:pt x="4326806" y="1995"/>
                  </a:lnTo>
                  <a:lnTo>
                    <a:pt x="4281596" y="3579"/>
                  </a:lnTo>
                  <a:lnTo>
                    <a:pt x="4236425" y="5621"/>
                  </a:lnTo>
                  <a:lnTo>
                    <a:pt x="4191296" y="8119"/>
                  </a:lnTo>
                  <a:lnTo>
                    <a:pt x="4146212" y="11073"/>
                  </a:lnTo>
                  <a:lnTo>
                    <a:pt x="4101178" y="14482"/>
                  </a:lnTo>
                  <a:lnTo>
                    <a:pt x="4056196" y="18345"/>
                  </a:lnTo>
                  <a:lnTo>
                    <a:pt x="4011271" y="22660"/>
                  </a:lnTo>
                  <a:lnTo>
                    <a:pt x="3966406" y="27428"/>
                  </a:lnTo>
                  <a:lnTo>
                    <a:pt x="3921604" y="32647"/>
                  </a:lnTo>
                  <a:lnTo>
                    <a:pt x="3876869" y="38315"/>
                  </a:lnTo>
                  <a:lnTo>
                    <a:pt x="3832205" y="44433"/>
                  </a:lnTo>
                  <a:lnTo>
                    <a:pt x="3787615" y="50999"/>
                  </a:lnTo>
                  <a:lnTo>
                    <a:pt x="3743103" y="58012"/>
                  </a:lnTo>
                  <a:lnTo>
                    <a:pt x="3698672" y="65472"/>
                  </a:lnTo>
                  <a:lnTo>
                    <a:pt x="3654326" y="73376"/>
                  </a:lnTo>
                  <a:lnTo>
                    <a:pt x="3610068" y="81725"/>
                  </a:lnTo>
                  <a:lnTo>
                    <a:pt x="3565902" y="90517"/>
                  </a:lnTo>
                  <a:lnTo>
                    <a:pt x="3521832" y="99752"/>
                  </a:lnTo>
                  <a:lnTo>
                    <a:pt x="3477862" y="109428"/>
                  </a:lnTo>
                  <a:lnTo>
                    <a:pt x="3433993" y="119545"/>
                  </a:lnTo>
                  <a:lnTo>
                    <a:pt x="3390232" y="130101"/>
                  </a:lnTo>
                  <a:lnTo>
                    <a:pt x="3346580" y="141096"/>
                  </a:lnTo>
                  <a:lnTo>
                    <a:pt x="3303041" y="152528"/>
                  </a:lnTo>
                  <a:lnTo>
                    <a:pt x="3259620" y="164397"/>
                  </a:lnTo>
                  <a:lnTo>
                    <a:pt x="3216319" y="176702"/>
                  </a:lnTo>
                  <a:lnTo>
                    <a:pt x="3173142" y="189441"/>
                  </a:lnTo>
                  <a:lnTo>
                    <a:pt x="3130093" y="202615"/>
                  </a:lnTo>
                  <a:lnTo>
                    <a:pt x="3087175" y="216221"/>
                  </a:lnTo>
                  <a:lnTo>
                    <a:pt x="3044392" y="230259"/>
                  </a:lnTo>
                  <a:lnTo>
                    <a:pt x="3001748" y="244728"/>
                  </a:lnTo>
                  <a:lnTo>
                    <a:pt x="2959245" y="259627"/>
                  </a:lnTo>
                  <a:lnTo>
                    <a:pt x="2916888" y="274954"/>
                  </a:lnTo>
                  <a:lnTo>
                    <a:pt x="2874680" y="290710"/>
                  </a:lnTo>
                  <a:lnTo>
                    <a:pt x="2832625" y="306894"/>
                  </a:lnTo>
                  <a:lnTo>
                    <a:pt x="2790726" y="323503"/>
                  </a:lnTo>
                  <a:lnTo>
                    <a:pt x="2748987" y="340537"/>
                  </a:lnTo>
                  <a:lnTo>
                    <a:pt x="2707412" y="357996"/>
                  </a:lnTo>
                  <a:lnTo>
                    <a:pt x="2666003" y="375878"/>
                  </a:lnTo>
                  <a:lnTo>
                    <a:pt x="2624765" y="394182"/>
                  </a:lnTo>
                  <a:lnTo>
                    <a:pt x="2583701" y="412908"/>
                  </a:lnTo>
                  <a:lnTo>
                    <a:pt x="2542814" y="432054"/>
                  </a:lnTo>
                  <a:lnTo>
                    <a:pt x="2502109" y="451619"/>
                  </a:lnTo>
                  <a:lnTo>
                    <a:pt x="2461589" y="471603"/>
                  </a:lnTo>
                  <a:lnTo>
                    <a:pt x="2421257" y="492004"/>
                  </a:lnTo>
                  <a:lnTo>
                    <a:pt x="2381117" y="512822"/>
                  </a:lnTo>
                  <a:lnTo>
                    <a:pt x="2341172" y="534056"/>
                  </a:lnTo>
                  <a:lnTo>
                    <a:pt x="2301427" y="555705"/>
                  </a:lnTo>
                  <a:lnTo>
                    <a:pt x="2261884" y="577767"/>
                  </a:lnTo>
                  <a:lnTo>
                    <a:pt x="2222548" y="600241"/>
                  </a:lnTo>
                  <a:lnTo>
                    <a:pt x="2183421" y="623128"/>
                  </a:lnTo>
                  <a:lnTo>
                    <a:pt x="2144508" y="646426"/>
                  </a:lnTo>
                  <a:lnTo>
                    <a:pt x="2105811" y="670133"/>
                  </a:lnTo>
                  <a:lnTo>
                    <a:pt x="2067335" y="694249"/>
                  </a:lnTo>
                  <a:lnTo>
                    <a:pt x="2029083" y="718774"/>
                  </a:lnTo>
                  <a:lnTo>
                    <a:pt x="1991059" y="743705"/>
                  </a:lnTo>
                  <a:lnTo>
                    <a:pt x="1953266" y="769042"/>
                  </a:lnTo>
                  <a:lnTo>
                    <a:pt x="1915708" y="794785"/>
                  </a:lnTo>
                  <a:lnTo>
                    <a:pt x="1878388" y="820931"/>
                  </a:lnTo>
                  <a:lnTo>
                    <a:pt x="1841310" y="847481"/>
                  </a:lnTo>
                  <a:lnTo>
                    <a:pt x="1804477" y="874433"/>
                  </a:lnTo>
                  <a:lnTo>
                    <a:pt x="1767894" y="901787"/>
                  </a:lnTo>
                  <a:lnTo>
                    <a:pt x="1731563" y="929540"/>
                  </a:lnTo>
                  <a:lnTo>
                    <a:pt x="1695488" y="957693"/>
                  </a:lnTo>
                  <a:lnTo>
                    <a:pt x="1659673" y="986245"/>
                  </a:lnTo>
                  <a:lnTo>
                    <a:pt x="1624121" y="1015194"/>
                  </a:lnTo>
                  <a:lnTo>
                    <a:pt x="1588837" y="1044539"/>
                  </a:lnTo>
                  <a:lnTo>
                    <a:pt x="1553822" y="1074280"/>
                  </a:lnTo>
                  <a:lnTo>
                    <a:pt x="1519082" y="1104416"/>
                  </a:lnTo>
                  <a:lnTo>
                    <a:pt x="1484619" y="1134945"/>
                  </a:lnTo>
                  <a:lnTo>
                    <a:pt x="1450438" y="1165867"/>
                  </a:lnTo>
                  <a:lnTo>
                    <a:pt x="1416541" y="1197180"/>
                  </a:lnTo>
                  <a:lnTo>
                    <a:pt x="1382932" y="1228885"/>
                  </a:lnTo>
                  <a:lnTo>
                    <a:pt x="1349616" y="1260979"/>
                  </a:lnTo>
                  <a:lnTo>
                    <a:pt x="1316595" y="1293462"/>
                  </a:lnTo>
                  <a:lnTo>
                    <a:pt x="1283872" y="1326333"/>
                  </a:lnTo>
                  <a:lnTo>
                    <a:pt x="1251453" y="1359591"/>
                  </a:lnTo>
                  <a:lnTo>
                    <a:pt x="1219339" y="1393234"/>
                  </a:lnTo>
                  <a:lnTo>
                    <a:pt x="1187536" y="1427263"/>
                  </a:lnTo>
                  <a:lnTo>
                    <a:pt x="1156045" y="1461676"/>
                  </a:lnTo>
                  <a:lnTo>
                    <a:pt x="1124871" y="1496472"/>
                  </a:lnTo>
                  <a:lnTo>
                    <a:pt x="1094018" y="1531651"/>
                  </a:lnTo>
                  <a:lnTo>
                    <a:pt x="1063489" y="1567210"/>
                  </a:lnTo>
                  <a:lnTo>
                    <a:pt x="1033287" y="1603150"/>
                  </a:lnTo>
                  <a:lnTo>
                    <a:pt x="1003417" y="1639469"/>
                  </a:lnTo>
                  <a:lnTo>
                    <a:pt x="973881" y="1676166"/>
                  </a:lnTo>
                  <a:lnTo>
                    <a:pt x="944683" y="1713240"/>
                  </a:lnTo>
                  <a:lnTo>
                    <a:pt x="915828" y="1750692"/>
                  </a:lnTo>
                  <a:lnTo>
                    <a:pt x="887317" y="1788518"/>
                  </a:lnTo>
                  <a:lnTo>
                    <a:pt x="859156" y="1826719"/>
                  </a:lnTo>
                  <a:lnTo>
                    <a:pt x="831347" y="1865294"/>
                  </a:lnTo>
                  <a:lnTo>
                    <a:pt x="803894" y="1904241"/>
                  </a:lnTo>
                  <a:lnTo>
                    <a:pt x="776801" y="1943560"/>
                  </a:lnTo>
                  <a:lnTo>
                    <a:pt x="750071" y="1983249"/>
                  </a:lnTo>
                  <a:lnTo>
                    <a:pt x="723708" y="2023309"/>
                  </a:lnTo>
                  <a:lnTo>
                    <a:pt x="697715" y="2063737"/>
                  </a:lnTo>
                  <a:lnTo>
                    <a:pt x="672097" y="2104532"/>
                  </a:lnTo>
                  <a:lnTo>
                    <a:pt x="646856" y="2145695"/>
                  </a:lnTo>
                  <a:lnTo>
                    <a:pt x="621995" y="2187224"/>
                  </a:lnTo>
                  <a:lnTo>
                    <a:pt x="597520" y="2229117"/>
                  </a:lnTo>
                  <a:lnTo>
                    <a:pt x="573492" y="2271270"/>
                  </a:lnTo>
                  <a:lnTo>
                    <a:pt x="549973" y="2313573"/>
                  </a:lnTo>
                  <a:lnTo>
                    <a:pt x="526961" y="2356023"/>
                  </a:lnTo>
                  <a:lnTo>
                    <a:pt x="504456" y="2398617"/>
                  </a:lnTo>
                  <a:lnTo>
                    <a:pt x="482455" y="2441351"/>
                  </a:lnTo>
                  <a:lnTo>
                    <a:pt x="460960" y="2484221"/>
                  </a:lnTo>
                  <a:lnTo>
                    <a:pt x="439967" y="2527224"/>
                  </a:lnTo>
                  <a:lnTo>
                    <a:pt x="419477" y="2570357"/>
                  </a:lnTo>
                  <a:lnTo>
                    <a:pt x="399489" y="2613616"/>
                  </a:lnTo>
                  <a:lnTo>
                    <a:pt x="380001" y="2656996"/>
                  </a:lnTo>
                  <a:lnTo>
                    <a:pt x="361013" y="2700496"/>
                  </a:lnTo>
                  <a:lnTo>
                    <a:pt x="342524" y="2744110"/>
                  </a:lnTo>
                  <a:lnTo>
                    <a:pt x="324532" y="2787836"/>
                  </a:lnTo>
                  <a:lnTo>
                    <a:pt x="307037" y="2831670"/>
                  </a:lnTo>
                  <a:lnTo>
                    <a:pt x="290038" y="2875608"/>
                  </a:lnTo>
                  <a:lnTo>
                    <a:pt x="273534" y="2919647"/>
                  </a:lnTo>
                  <a:lnTo>
                    <a:pt x="257524" y="2963783"/>
                  </a:lnTo>
                  <a:lnTo>
                    <a:pt x="242006" y="3008013"/>
                  </a:lnTo>
                  <a:lnTo>
                    <a:pt x="226981" y="3052333"/>
                  </a:lnTo>
                  <a:lnTo>
                    <a:pt x="212447" y="3096740"/>
                  </a:lnTo>
                  <a:lnTo>
                    <a:pt x="198402" y="3141229"/>
                  </a:lnTo>
                  <a:lnTo>
                    <a:pt x="184847" y="3185798"/>
                  </a:lnTo>
                  <a:lnTo>
                    <a:pt x="171780" y="3230443"/>
                  </a:lnTo>
                  <a:lnTo>
                    <a:pt x="159200" y="3275160"/>
                  </a:lnTo>
                  <a:lnTo>
                    <a:pt x="147107" y="3319945"/>
                  </a:lnTo>
                  <a:lnTo>
                    <a:pt x="135499" y="3364796"/>
                  </a:lnTo>
                  <a:lnTo>
                    <a:pt x="124375" y="3409708"/>
                  </a:lnTo>
                  <a:lnTo>
                    <a:pt x="113734" y="3454678"/>
                  </a:lnTo>
                  <a:lnTo>
                    <a:pt x="103576" y="3499702"/>
                  </a:lnTo>
                  <a:lnTo>
                    <a:pt x="93899" y="3544778"/>
                  </a:lnTo>
                  <a:lnTo>
                    <a:pt x="84703" y="3589900"/>
                  </a:lnTo>
                  <a:lnTo>
                    <a:pt x="75986" y="3635067"/>
                  </a:lnTo>
                  <a:lnTo>
                    <a:pt x="67748" y="3680273"/>
                  </a:lnTo>
                  <a:lnTo>
                    <a:pt x="59988" y="3725516"/>
                  </a:lnTo>
                  <a:lnTo>
                    <a:pt x="52704" y="3770792"/>
                  </a:lnTo>
                  <a:lnTo>
                    <a:pt x="45896" y="3816097"/>
                  </a:lnTo>
                  <a:lnTo>
                    <a:pt x="39563" y="3861428"/>
                  </a:lnTo>
                  <a:lnTo>
                    <a:pt x="33704" y="3906781"/>
                  </a:lnTo>
                  <a:lnTo>
                    <a:pt x="28317" y="3952153"/>
                  </a:lnTo>
                  <a:lnTo>
                    <a:pt x="23402" y="3997540"/>
                  </a:lnTo>
                  <a:lnTo>
                    <a:pt x="18959" y="4042939"/>
                  </a:lnTo>
                  <a:lnTo>
                    <a:pt x="14985" y="4088346"/>
                  </a:lnTo>
                  <a:lnTo>
                    <a:pt x="11480" y="4133757"/>
                  </a:lnTo>
                  <a:lnTo>
                    <a:pt x="8443" y="4179169"/>
                  </a:lnTo>
                  <a:lnTo>
                    <a:pt x="5874" y="4224578"/>
                  </a:lnTo>
                  <a:lnTo>
                    <a:pt x="3771" y="4269981"/>
                  </a:lnTo>
                  <a:lnTo>
                    <a:pt x="2132" y="4315374"/>
                  </a:lnTo>
                  <a:lnTo>
                    <a:pt x="958" y="4360753"/>
                  </a:lnTo>
                  <a:lnTo>
                    <a:pt x="248" y="4406116"/>
                  </a:lnTo>
                  <a:lnTo>
                    <a:pt x="0" y="4451458"/>
                  </a:lnTo>
                  <a:lnTo>
                    <a:pt x="213" y="4496776"/>
                  </a:lnTo>
                  <a:lnTo>
                    <a:pt x="886" y="4542066"/>
                  </a:lnTo>
                  <a:lnTo>
                    <a:pt x="2019" y="4587324"/>
                  </a:lnTo>
                  <a:lnTo>
                    <a:pt x="3610" y="4632548"/>
                  </a:lnTo>
                  <a:lnTo>
                    <a:pt x="5659" y="4677734"/>
                  </a:lnTo>
                  <a:lnTo>
                    <a:pt x="8165" y="4722877"/>
                  </a:lnTo>
                  <a:lnTo>
                    <a:pt x="11126" y="4767975"/>
                  </a:lnTo>
                  <a:lnTo>
                    <a:pt x="14542" y="4813024"/>
                  </a:lnTo>
                  <a:lnTo>
                    <a:pt x="18412" y="4858020"/>
                  </a:lnTo>
                  <a:lnTo>
                    <a:pt x="22734" y="4902960"/>
                  </a:lnTo>
                  <a:lnTo>
                    <a:pt x="27508" y="4947840"/>
                  </a:lnTo>
                  <a:lnTo>
                    <a:pt x="32733" y="4992656"/>
                  </a:lnTo>
                  <a:lnTo>
                    <a:pt x="38408" y="5037406"/>
                  </a:lnTo>
                  <a:lnTo>
                    <a:pt x="44532" y="5082085"/>
                  </a:lnTo>
                  <a:lnTo>
                    <a:pt x="51104" y="5126690"/>
                  </a:lnTo>
                  <a:lnTo>
                    <a:pt x="58123" y="5171217"/>
                  </a:lnTo>
                  <a:lnTo>
                    <a:pt x="65588" y="5215663"/>
                  </a:lnTo>
                  <a:lnTo>
                    <a:pt x="73498" y="5260024"/>
                  </a:lnTo>
                  <a:lnTo>
                    <a:pt x="81852" y="5304297"/>
                  </a:lnTo>
                  <a:lnTo>
                    <a:pt x="90650" y="5348477"/>
                  </a:lnTo>
                  <a:lnTo>
                    <a:pt x="99890" y="5392562"/>
                  </a:lnTo>
                  <a:lnTo>
                    <a:pt x="109571" y="5436548"/>
                  </a:lnTo>
                  <a:lnTo>
                    <a:pt x="119692" y="5480432"/>
                  </a:lnTo>
                  <a:lnTo>
                    <a:pt x="130253" y="5524209"/>
                  </a:lnTo>
                  <a:lnTo>
                    <a:pt x="141252" y="5567876"/>
                  </a:lnTo>
                  <a:lnTo>
                    <a:pt x="152688" y="5611430"/>
                  </a:lnTo>
                  <a:lnTo>
                    <a:pt x="164561" y="5654867"/>
                  </a:lnTo>
                  <a:lnTo>
                    <a:pt x="176870" y="5698183"/>
                  </a:lnTo>
                  <a:lnTo>
                    <a:pt x="189613" y="5741375"/>
                  </a:lnTo>
                  <a:lnTo>
                    <a:pt x="202790" y="5784440"/>
                  </a:lnTo>
                  <a:lnTo>
                    <a:pt x="216399" y="5827373"/>
                  </a:lnTo>
                  <a:lnTo>
                    <a:pt x="230441" y="5870171"/>
                  </a:lnTo>
                  <a:lnTo>
                    <a:pt x="244913" y="5912831"/>
                  </a:lnTo>
                  <a:lnTo>
                    <a:pt x="259814" y="5955350"/>
                  </a:lnTo>
                  <a:lnTo>
                    <a:pt x="275145" y="5997722"/>
                  </a:lnTo>
                  <a:lnTo>
                    <a:pt x="290904" y="6039946"/>
                  </a:lnTo>
                  <a:lnTo>
                    <a:pt x="307089" y="6082017"/>
                  </a:lnTo>
                  <a:lnTo>
                    <a:pt x="323701" y="6123931"/>
                  </a:lnTo>
                  <a:lnTo>
                    <a:pt x="335643" y="6153200"/>
                  </a:lnTo>
                </a:path>
                <a:path w="8297544" h="6153784">
                  <a:moveTo>
                    <a:pt x="8297531" y="2197393"/>
                  </a:moveTo>
                  <a:lnTo>
                    <a:pt x="8266865" y="2145860"/>
                  </a:lnTo>
                  <a:lnTo>
                    <a:pt x="8243158" y="2107147"/>
                  </a:lnTo>
                  <a:lnTo>
                    <a:pt x="8219042" y="2068655"/>
                  </a:lnTo>
                  <a:lnTo>
                    <a:pt x="8194519" y="2030387"/>
                  </a:lnTo>
                  <a:lnTo>
                    <a:pt x="8169588" y="1992347"/>
                  </a:lnTo>
                  <a:lnTo>
                    <a:pt x="8144252" y="1954537"/>
                  </a:lnTo>
                  <a:lnTo>
                    <a:pt x="8118511" y="1916963"/>
                  </a:lnTo>
                  <a:lnTo>
                    <a:pt x="8092366" y="1879627"/>
                  </a:lnTo>
                  <a:lnTo>
                    <a:pt x="8065818" y="1842533"/>
                  </a:lnTo>
                  <a:lnTo>
                    <a:pt x="8038867" y="1805684"/>
                  </a:lnTo>
                  <a:lnTo>
                    <a:pt x="8011516" y="1769084"/>
                  </a:lnTo>
                  <a:lnTo>
                    <a:pt x="7983765" y="1732737"/>
                  </a:lnTo>
                  <a:lnTo>
                    <a:pt x="7955614" y="1696646"/>
                  </a:lnTo>
                  <a:lnTo>
                    <a:pt x="7927065" y="1660815"/>
                  </a:lnTo>
                  <a:lnTo>
                    <a:pt x="7898119" y="1625247"/>
                  </a:lnTo>
                  <a:lnTo>
                    <a:pt x="7868776" y="1589946"/>
                  </a:lnTo>
                  <a:lnTo>
                    <a:pt x="7839038" y="1554916"/>
                  </a:lnTo>
                  <a:lnTo>
                    <a:pt x="7808906" y="1520159"/>
                  </a:lnTo>
                  <a:lnTo>
                    <a:pt x="7778380" y="1485681"/>
                  </a:lnTo>
                  <a:lnTo>
                    <a:pt x="7747462" y="1451483"/>
                  </a:lnTo>
                  <a:lnTo>
                    <a:pt x="7716152" y="1417570"/>
                  </a:lnTo>
                  <a:lnTo>
                    <a:pt x="7684451" y="1383946"/>
                  </a:lnTo>
                  <a:lnTo>
                    <a:pt x="7652361" y="1350613"/>
                  </a:lnTo>
                  <a:lnTo>
                    <a:pt x="7619882" y="1317576"/>
                  </a:lnTo>
                  <a:lnTo>
                    <a:pt x="7587016" y="1284837"/>
                  </a:lnTo>
                  <a:lnTo>
                    <a:pt x="7553763" y="1252402"/>
                  </a:lnTo>
                  <a:lnTo>
                    <a:pt x="7520124" y="1220272"/>
                  </a:lnTo>
                  <a:lnTo>
                    <a:pt x="7486100" y="1188453"/>
                  </a:lnTo>
                  <a:lnTo>
                    <a:pt x="7451692" y="1156946"/>
                  </a:lnTo>
                  <a:lnTo>
                    <a:pt x="7416901" y="1125757"/>
                  </a:lnTo>
                  <a:lnTo>
                    <a:pt x="7381728" y="1094887"/>
                  </a:lnTo>
                  <a:lnTo>
                    <a:pt x="7346174" y="1064342"/>
                  </a:lnTo>
                  <a:lnTo>
                    <a:pt x="7310241" y="1034125"/>
                  </a:lnTo>
                  <a:lnTo>
                    <a:pt x="7273928" y="1004238"/>
                  </a:lnTo>
                  <a:lnTo>
                    <a:pt x="7237236" y="974687"/>
                  </a:lnTo>
                  <a:lnTo>
                    <a:pt x="7200168" y="945473"/>
                  </a:lnTo>
                  <a:lnTo>
                    <a:pt x="7162724" y="916602"/>
                  </a:lnTo>
                  <a:lnTo>
                    <a:pt x="7124904" y="888076"/>
                  </a:lnTo>
                  <a:lnTo>
                    <a:pt x="7086709" y="859899"/>
                  </a:lnTo>
                  <a:lnTo>
                    <a:pt x="7048142" y="832074"/>
                  </a:lnTo>
                  <a:lnTo>
                    <a:pt x="7009202" y="804606"/>
                  </a:lnTo>
                  <a:lnTo>
                    <a:pt x="6969890" y="777497"/>
                  </a:lnTo>
                  <a:lnTo>
                    <a:pt x="6930209" y="750752"/>
                  </a:lnTo>
                  <a:lnTo>
                    <a:pt x="6890157" y="724374"/>
                  </a:lnTo>
                  <a:lnTo>
                    <a:pt x="6849737" y="698365"/>
                  </a:lnTo>
                  <a:lnTo>
                    <a:pt x="6808949" y="672731"/>
                  </a:lnTo>
                  <a:lnTo>
                    <a:pt x="6767795" y="647475"/>
                  </a:lnTo>
                  <a:lnTo>
                    <a:pt x="6726275" y="622599"/>
                  </a:lnTo>
                  <a:lnTo>
                    <a:pt x="6684390" y="598109"/>
                  </a:lnTo>
                </a:path>
              </a:pathLst>
            </a:custGeom>
            <a:ln w="38100">
              <a:solidFill>
                <a:schemeClr val="bg2"/>
              </a:solidFill>
            </a:ln>
          </p:spPr>
          <p:txBody>
            <a:bodyPr wrap="square" lIns="0" tIns="0" rIns="0" bIns="0" rtlCol="0"/>
            <a:lstStyle/>
            <a:p>
              <a:endParaRPr/>
            </a:p>
          </p:txBody>
        </p:sp>
        <p:sp>
          <p:nvSpPr>
            <p:cNvPr id="17" name="object 31"/>
            <p:cNvSpPr/>
            <p:nvPr userDrawn="1"/>
          </p:nvSpPr>
          <p:spPr>
            <a:xfrm>
              <a:off x="13709998" y="6396318"/>
              <a:ext cx="6629400" cy="5862320"/>
            </a:xfrm>
            <a:custGeom>
              <a:avLst/>
              <a:gdLst/>
              <a:ahLst/>
              <a:cxnLst/>
              <a:rect l="l" t="t" r="r" b="b"/>
              <a:pathLst>
                <a:path w="6629400" h="5862320">
                  <a:moveTo>
                    <a:pt x="6028090" y="546454"/>
                  </a:moveTo>
                  <a:lnTo>
                    <a:pt x="5986140" y="522363"/>
                  </a:lnTo>
                  <a:lnTo>
                    <a:pt x="5944026" y="498832"/>
                  </a:lnTo>
                  <a:lnTo>
                    <a:pt x="5901752" y="475859"/>
                  </a:lnTo>
                  <a:lnTo>
                    <a:pt x="5859324" y="453444"/>
                  </a:lnTo>
                  <a:lnTo>
                    <a:pt x="5816745" y="431585"/>
                  </a:lnTo>
                  <a:lnTo>
                    <a:pt x="5774019" y="410280"/>
                  </a:lnTo>
                  <a:lnTo>
                    <a:pt x="5731151" y="389530"/>
                  </a:lnTo>
                  <a:lnTo>
                    <a:pt x="5688146" y="369333"/>
                  </a:lnTo>
                  <a:lnTo>
                    <a:pt x="5645007" y="349687"/>
                  </a:lnTo>
                  <a:lnTo>
                    <a:pt x="5601738" y="330591"/>
                  </a:lnTo>
                  <a:lnTo>
                    <a:pt x="5558345" y="312045"/>
                  </a:lnTo>
                  <a:lnTo>
                    <a:pt x="5514831" y="294047"/>
                  </a:lnTo>
                  <a:lnTo>
                    <a:pt x="5471201" y="276595"/>
                  </a:lnTo>
                  <a:lnTo>
                    <a:pt x="5427459" y="259690"/>
                  </a:lnTo>
                  <a:lnTo>
                    <a:pt x="5383609" y="243329"/>
                  </a:lnTo>
                  <a:lnTo>
                    <a:pt x="5339656" y="227512"/>
                  </a:lnTo>
                  <a:lnTo>
                    <a:pt x="5295604" y="212237"/>
                  </a:lnTo>
                  <a:lnTo>
                    <a:pt x="5251457" y="197503"/>
                  </a:lnTo>
                  <a:lnTo>
                    <a:pt x="5207219" y="183309"/>
                  </a:lnTo>
                  <a:lnTo>
                    <a:pt x="5162896" y="169655"/>
                  </a:lnTo>
                  <a:lnTo>
                    <a:pt x="5118490" y="156537"/>
                  </a:lnTo>
                  <a:lnTo>
                    <a:pt x="5074007" y="143957"/>
                  </a:lnTo>
                  <a:lnTo>
                    <a:pt x="5029450" y="131912"/>
                  </a:lnTo>
                  <a:lnTo>
                    <a:pt x="4984825" y="120401"/>
                  </a:lnTo>
                  <a:lnTo>
                    <a:pt x="4940135" y="109423"/>
                  </a:lnTo>
                  <a:lnTo>
                    <a:pt x="4895384" y="98977"/>
                  </a:lnTo>
                  <a:lnTo>
                    <a:pt x="4850578" y="89062"/>
                  </a:lnTo>
                  <a:lnTo>
                    <a:pt x="4805720" y="79677"/>
                  </a:lnTo>
                  <a:lnTo>
                    <a:pt x="4760814" y="70820"/>
                  </a:lnTo>
                  <a:lnTo>
                    <a:pt x="4715865" y="62491"/>
                  </a:lnTo>
                  <a:lnTo>
                    <a:pt x="4670877" y="54688"/>
                  </a:lnTo>
                  <a:lnTo>
                    <a:pt x="4625855" y="47410"/>
                  </a:lnTo>
                  <a:lnTo>
                    <a:pt x="4580802" y="40655"/>
                  </a:lnTo>
                  <a:lnTo>
                    <a:pt x="4535724" y="34424"/>
                  </a:lnTo>
                  <a:lnTo>
                    <a:pt x="4490624" y="28714"/>
                  </a:lnTo>
                  <a:lnTo>
                    <a:pt x="4445506" y="23524"/>
                  </a:lnTo>
                  <a:lnTo>
                    <a:pt x="4400376" y="18854"/>
                  </a:lnTo>
                  <a:lnTo>
                    <a:pt x="4355237" y="14702"/>
                  </a:lnTo>
                  <a:lnTo>
                    <a:pt x="4310093" y="11067"/>
                  </a:lnTo>
                  <a:lnTo>
                    <a:pt x="4264949" y="7948"/>
                  </a:lnTo>
                  <a:lnTo>
                    <a:pt x="4219809" y="5343"/>
                  </a:lnTo>
                  <a:lnTo>
                    <a:pt x="4174678" y="3252"/>
                  </a:lnTo>
                  <a:lnTo>
                    <a:pt x="4129560" y="1673"/>
                  </a:lnTo>
                  <a:lnTo>
                    <a:pt x="4084459" y="606"/>
                  </a:lnTo>
                  <a:lnTo>
                    <a:pt x="4039379" y="48"/>
                  </a:lnTo>
                  <a:lnTo>
                    <a:pt x="3994324" y="0"/>
                  </a:lnTo>
                  <a:lnTo>
                    <a:pt x="3949300" y="459"/>
                  </a:lnTo>
                  <a:lnTo>
                    <a:pt x="3904310" y="1424"/>
                  </a:lnTo>
                  <a:lnTo>
                    <a:pt x="3859359" y="2896"/>
                  </a:lnTo>
                  <a:lnTo>
                    <a:pt x="3814450" y="4871"/>
                  </a:lnTo>
                  <a:lnTo>
                    <a:pt x="3769589" y="7350"/>
                  </a:lnTo>
                  <a:lnTo>
                    <a:pt x="3724779" y="10331"/>
                  </a:lnTo>
                  <a:lnTo>
                    <a:pt x="3680026" y="13812"/>
                  </a:lnTo>
                  <a:lnTo>
                    <a:pt x="3635332" y="17793"/>
                  </a:lnTo>
                  <a:lnTo>
                    <a:pt x="3590702" y="22273"/>
                  </a:lnTo>
                  <a:lnTo>
                    <a:pt x="3546142" y="27250"/>
                  </a:lnTo>
                  <a:lnTo>
                    <a:pt x="3501654" y="32723"/>
                  </a:lnTo>
                  <a:lnTo>
                    <a:pt x="3457243" y="38692"/>
                  </a:lnTo>
                  <a:lnTo>
                    <a:pt x="3412915" y="45154"/>
                  </a:lnTo>
                  <a:lnTo>
                    <a:pt x="3368672" y="52109"/>
                  </a:lnTo>
                  <a:lnTo>
                    <a:pt x="3324519" y="59556"/>
                  </a:lnTo>
                  <a:lnTo>
                    <a:pt x="3280461" y="67493"/>
                  </a:lnTo>
                  <a:lnTo>
                    <a:pt x="3236502" y="75920"/>
                  </a:lnTo>
                  <a:lnTo>
                    <a:pt x="3192646" y="84834"/>
                  </a:lnTo>
                  <a:lnTo>
                    <a:pt x="3148897" y="94236"/>
                  </a:lnTo>
                  <a:lnTo>
                    <a:pt x="3105260" y="104123"/>
                  </a:lnTo>
                  <a:lnTo>
                    <a:pt x="3061739" y="114496"/>
                  </a:lnTo>
                  <a:lnTo>
                    <a:pt x="3018339" y="125351"/>
                  </a:lnTo>
                  <a:lnTo>
                    <a:pt x="2975063" y="136689"/>
                  </a:lnTo>
                  <a:lnTo>
                    <a:pt x="2931916" y="148509"/>
                  </a:lnTo>
                  <a:lnTo>
                    <a:pt x="2888902" y="160808"/>
                  </a:lnTo>
                  <a:lnTo>
                    <a:pt x="2846026" y="173586"/>
                  </a:lnTo>
                  <a:lnTo>
                    <a:pt x="2803292" y="186843"/>
                  </a:lnTo>
                  <a:lnTo>
                    <a:pt x="2760704" y="200575"/>
                  </a:lnTo>
                  <a:lnTo>
                    <a:pt x="2718266" y="214784"/>
                  </a:lnTo>
                  <a:lnTo>
                    <a:pt x="2675983" y="229466"/>
                  </a:lnTo>
                  <a:lnTo>
                    <a:pt x="2633859" y="244622"/>
                  </a:lnTo>
                  <a:lnTo>
                    <a:pt x="2591899" y="260250"/>
                  </a:lnTo>
                  <a:lnTo>
                    <a:pt x="2550106" y="276348"/>
                  </a:lnTo>
                  <a:lnTo>
                    <a:pt x="2508485" y="292917"/>
                  </a:lnTo>
                  <a:lnTo>
                    <a:pt x="2467041" y="309953"/>
                  </a:lnTo>
                  <a:lnTo>
                    <a:pt x="2425777" y="327458"/>
                  </a:lnTo>
                  <a:lnTo>
                    <a:pt x="2384698" y="345428"/>
                  </a:lnTo>
                  <a:lnTo>
                    <a:pt x="2343808" y="363864"/>
                  </a:lnTo>
                  <a:lnTo>
                    <a:pt x="2303112" y="382763"/>
                  </a:lnTo>
                  <a:lnTo>
                    <a:pt x="2262613" y="402126"/>
                  </a:lnTo>
                  <a:lnTo>
                    <a:pt x="2222317" y="421950"/>
                  </a:lnTo>
                  <a:lnTo>
                    <a:pt x="2182227" y="442234"/>
                  </a:lnTo>
                  <a:lnTo>
                    <a:pt x="2142347" y="462978"/>
                  </a:lnTo>
                  <a:lnTo>
                    <a:pt x="2102683" y="484180"/>
                  </a:lnTo>
                  <a:lnTo>
                    <a:pt x="2063238" y="505839"/>
                  </a:lnTo>
                  <a:lnTo>
                    <a:pt x="2024016" y="527954"/>
                  </a:lnTo>
                  <a:lnTo>
                    <a:pt x="1985023" y="550523"/>
                  </a:lnTo>
                  <a:lnTo>
                    <a:pt x="1946261" y="573547"/>
                  </a:lnTo>
                  <a:lnTo>
                    <a:pt x="1907737" y="597022"/>
                  </a:lnTo>
                  <a:lnTo>
                    <a:pt x="1869453" y="620949"/>
                  </a:lnTo>
                  <a:lnTo>
                    <a:pt x="1831414" y="645326"/>
                  </a:lnTo>
                  <a:lnTo>
                    <a:pt x="1793624" y="670152"/>
                  </a:lnTo>
                  <a:lnTo>
                    <a:pt x="1756089" y="695426"/>
                  </a:lnTo>
                  <a:lnTo>
                    <a:pt x="1718811" y="721146"/>
                  </a:lnTo>
                  <a:lnTo>
                    <a:pt x="1681795" y="747312"/>
                  </a:lnTo>
                  <a:lnTo>
                    <a:pt x="1645047" y="773922"/>
                  </a:lnTo>
                  <a:lnTo>
                    <a:pt x="1608569" y="800975"/>
                  </a:lnTo>
                  <a:lnTo>
                    <a:pt x="1572366" y="828471"/>
                  </a:lnTo>
                  <a:lnTo>
                    <a:pt x="1536443" y="856407"/>
                  </a:lnTo>
                  <a:lnTo>
                    <a:pt x="1500804" y="884783"/>
                  </a:lnTo>
                  <a:lnTo>
                    <a:pt x="1465453" y="913598"/>
                  </a:lnTo>
                  <a:lnTo>
                    <a:pt x="1430395" y="942850"/>
                  </a:lnTo>
                  <a:lnTo>
                    <a:pt x="1395633" y="972538"/>
                  </a:lnTo>
                  <a:lnTo>
                    <a:pt x="1361172" y="1002662"/>
                  </a:lnTo>
                  <a:lnTo>
                    <a:pt x="1327017" y="1033219"/>
                  </a:lnTo>
                  <a:lnTo>
                    <a:pt x="1293171" y="1064209"/>
                  </a:lnTo>
                  <a:lnTo>
                    <a:pt x="1259639" y="1095631"/>
                  </a:lnTo>
                  <a:lnTo>
                    <a:pt x="1226426" y="1127484"/>
                  </a:lnTo>
                  <a:lnTo>
                    <a:pt x="1193535" y="1159765"/>
                  </a:lnTo>
                  <a:lnTo>
                    <a:pt x="1160971" y="1192475"/>
                  </a:lnTo>
                  <a:lnTo>
                    <a:pt x="1128738" y="1225612"/>
                  </a:lnTo>
                  <a:lnTo>
                    <a:pt x="1096841" y="1259175"/>
                  </a:lnTo>
                  <a:lnTo>
                    <a:pt x="1065283" y="1293163"/>
                  </a:lnTo>
                  <a:lnTo>
                    <a:pt x="1034069" y="1327574"/>
                  </a:lnTo>
                  <a:lnTo>
                    <a:pt x="1003204" y="1362408"/>
                  </a:lnTo>
                  <a:lnTo>
                    <a:pt x="972692" y="1397663"/>
                  </a:lnTo>
                  <a:lnTo>
                    <a:pt x="942536" y="1433338"/>
                  </a:lnTo>
                  <a:lnTo>
                    <a:pt x="912742" y="1469432"/>
                  </a:lnTo>
                  <a:lnTo>
                    <a:pt x="883314" y="1505944"/>
                  </a:lnTo>
                  <a:lnTo>
                    <a:pt x="854255" y="1542872"/>
                  </a:lnTo>
                  <a:lnTo>
                    <a:pt x="825570" y="1580217"/>
                  </a:lnTo>
                  <a:lnTo>
                    <a:pt x="797265" y="1617975"/>
                  </a:lnTo>
                  <a:lnTo>
                    <a:pt x="769341" y="1656147"/>
                  </a:lnTo>
                  <a:lnTo>
                    <a:pt x="741805" y="1694730"/>
                  </a:lnTo>
                  <a:lnTo>
                    <a:pt x="714661" y="1733725"/>
                  </a:lnTo>
                  <a:lnTo>
                    <a:pt x="687912" y="1773130"/>
                  </a:lnTo>
                  <a:lnTo>
                    <a:pt x="661563" y="1812943"/>
                  </a:lnTo>
                  <a:lnTo>
                    <a:pt x="635618" y="1853163"/>
                  </a:lnTo>
                  <a:lnTo>
                    <a:pt x="610082" y="1893790"/>
                  </a:lnTo>
                  <a:lnTo>
                    <a:pt x="584959" y="1934822"/>
                  </a:lnTo>
                  <a:lnTo>
                    <a:pt x="560253" y="1976258"/>
                  </a:lnTo>
                  <a:lnTo>
                    <a:pt x="535969" y="2018096"/>
                  </a:lnTo>
                  <a:lnTo>
                    <a:pt x="512176" y="2060222"/>
                  </a:lnTo>
                  <a:lnTo>
                    <a:pt x="488939" y="2102513"/>
                  </a:lnTo>
                  <a:lnTo>
                    <a:pt x="466258" y="2144968"/>
                  </a:lnTo>
                  <a:lnTo>
                    <a:pt x="444131" y="2187580"/>
                  </a:lnTo>
                  <a:lnTo>
                    <a:pt x="422558" y="2230345"/>
                  </a:lnTo>
                  <a:lnTo>
                    <a:pt x="401537" y="2273260"/>
                  </a:lnTo>
                  <a:lnTo>
                    <a:pt x="381066" y="2316320"/>
                  </a:lnTo>
                  <a:lnTo>
                    <a:pt x="361146" y="2359521"/>
                  </a:lnTo>
                  <a:lnTo>
                    <a:pt x="341774" y="2402858"/>
                  </a:lnTo>
                  <a:lnTo>
                    <a:pt x="322950" y="2446327"/>
                  </a:lnTo>
                  <a:lnTo>
                    <a:pt x="304672" y="2489923"/>
                  </a:lnTo>
                  <a:lnTo>
                    <a:pt x="286939" y="2533643"/>
                  </a:lnTo>
                  <a:lnTo>
                    <a:pt x="269750" y="2577482"/>
                  </a:lnTo>
                  <a:lnTo>
                    <a:pt x="253105" y="2621435"/>
                  </a:lnTo>
                  <a:lnTo>
                    <a:pt x="237000" y="2665499"/>
                  </a:lnTo>
                  <a:lnTo>
                    <a:pt x="221437" y="2709669"/>
                  </a:lnTo>
                  <a:lnTo>
                    <a:pt x="206412" y="2753940"/>
                  </a:lnTo>
                  <a:lnTo>
                    <a:pt x="191926" y="2798309"/>
                  </a:lnTo>
                  <a:lnTo>
                    <a:pt x="177977" y="2842770"/>
                  </a:lnTo>
                  <a:lnTo>
                    <a:pt x="164564" y="2887320"/>
                  </a:lnTo>
                  <a:lnTo>
                    <a:pt x="151686" y="2931955"/>
                  </a:lnTo>
                  <a:lnTo>
                    <a:pt x="139341" y="2976669"/>
                  </a:lnTo>
                  <a:lnTo>
                    <a:pt x="127528" y="3021459"/>
                  </a:lnTo>
                  <a:lnTo>
                    <a:pt x="116247" y="3066320"/>
                  </a:lnTo>
                  <a:lnTo>
                    <a:pt x="105496" y="3111249"/>
                  </a:lnTo>
                  <a:lnTo>
                    <a:pt x="95273" y="3156240"/>
                  </a:lnTo>
                  <a:lnTo>
                    <a:pt x="85579" y="3201289"/>
                  </a:lnTo>
                  <a:lnTo>
                    <a:pt x="76411" y="3246392"/>
                  </a:lnTo>
                  <a:lnTo>
                    <a:pt x="67768" y="3291545"/>
                  </a:lnTo>
                  <a:lnTo>
                    <a:pt x="59650" y="3336743"/>
                  </a:lnTo>
                  <a:lnTo>
                    <a:pt x="52055" y="3381982"/>
                  </a:lnTo>
                  <a:lnTo>
                    <a:pt x="44982" y="3427258"/>
                  </a:lnTo>
                  <a:lnTo>
                    <a:pt x="38429" y="3472566"/>
                  </a:lnTo>
                  <a:lnTo>
                    <a:pt x="32397" y="3517902"/>
                  </a:lnTo>
                  <a:lnTo>
                    <a:pt x="26882" y="3563261"/>
                  </a:lnTo>
                  <a:lnTo>
                    <a:pt x="21885" y="3608640"/>
                  </a:lnTo>
                  <a:lnTo>
                    <a:pt x="17405" y="3654034"/>
                  </a:lnTo>
                  <a:lnTo>
                    <a:pt x="13439" y="3699438"/>
                  </a:lnTo>
                  <a:lnTo>
                    <a:pt x="9987" y="3744849"/>
                  </a:lnTo>
                  <a:lnTo>
                    <a:pt x="7047" y="3790262"/>
                  </a:lnTo>
                  <a:lnTo>
                    <a:pt x="4619" y="3835672"/>
                  </a:lnTo>
                  <a:lnTo>
                    <a:pt x="2702" y="3881076"/>
                  </a:lnTo>
                  <a:lnTo>
                    <a:pt x="1293" y="3926468"/>
                  </a:lnTo>
                  <a:lnTo>
                    <a:pt x="393" y="3971846"/>
                  </a:lnTo>
                  <a:lnTo>
                    <a:pt x="0" y="4017203"/>
                  </a:lnTo>
                  <a:lnTo>
                    <a:pt x="112" y="4062537"/>
                  </a:lnTo>
                  <a:lnTo>
                    <a:pt x="728" y="4107842"/>
                  </a:lnTo>
                  <a:lnTo>
                    <a:pt x="1848" y="4153114"/>
                  </a:lnTo>
                  <a:lnTo>
                    <a:pt x="3471" y="4198349"/>
                  </a:lnTo>
                  <a:lnTo>
                    <a:pt x="5594" y="4243543"/>
                  </a:lnTo>
                  <a:lnTo>
                    <a:pt x="8217" y="4288692"/>
                  </a:lnTo>
                  <a:lnTo>
                    <a:pt x="11339" y="4333790"/>
                  </a:lnTo>
                  <a:lnTo>
                    <a:pt x="14959" y="4378834"/>
                  </a:lnTo>
                  <a:lnTo>
                    <a:pt x="19075" y="4423819"/>
                  </a:lnTo>
                  <a:lnTo>
                    <a:pt x="23686" y="4468741"/>
                  </a:lnTo>
                  <a:lnTo>
                    <a:pt x="28791" y="4513596"/>
                  </a:lnTo>
                  <a:lnTo>
                    <a:pt x="34389" y="4558379"/>
                  </a:lnTo>
                  <a:lnTo>
                    <a:pt x="40479" y="4603086"/>
                  </a:lnTo>
                  <a:lnTo>
                    <a:pt x="47060" y="4647712"/>
                  </a:lnTo>
                  <a:lnTo>
                    <a:pt x="54130" y="4692254"/>
                  </a:lnTo>
                  <a:lnTo>
                    <a:pt x="61688" y="4736707"/>
                  </a:lnTo>
                  <a:lnTo>
                    <a:pt x="69733" y="4781066"/>
                  </a:lnTo>
                  <a:lnTo>
                    <a:pt x="78264" y="4825328"/>
                  </a:lnTo>
                  <a:lnTo>
                    <a:pt x="87281" y="4869488"/>
                  </a:lnTo>
                  <a:lnTo>
                    <a:pt x="96780" y="4913541"/>
                  </a:lnTo>
                  <a:lnTo>
                    <a:pt x="106762" y="4957484"/>
                  </a:lnTo>
                  <a:lnTo>
                    <a:pt x="117226" y="5001311"/>
                  </a:lnTo>
                  <a:lnTo>
                    <a:pt x="128170" y="5045020"/>
                  </a:lnTo>
                  <a:lnTo>
                    <a:pt x="139592" y="5088604"/>
                  </a:lnTo>
                  <a:lnTo>
                    <a:pt x="151493" y="5132061"/>
                  </a:lnTo>
                  <a:lnTo>
                    <a:pt x="163870" y="5175385"/>
                  </a:lnTo>
                  <a:lnTo>
                    <a:pt x="176722" y="5218572"/>
                  </a:lnTo>
                  <a:lnTo>
                    <a:pt x="190049" y="5261618"/>
                  </a:lnTo>
                  <a:lnTo>
                    <a:pt x="203849" y="5304519"/>
                  </a:lnTo>
                  <a:lnTo>
                    <a:pt x="218122" y="5347271"/>
                  </a:lnTo>
                  <a:lnTo>
                    <a:pt x="232865" y="5389868"/>
                  </a:lnTo>
                  <a:lnTo>
                    <a:pt x="248077" y="5432307"/>
                  </a:lnTo>
                  <a:lnTo>
                    <a:pt x="263758" y="5474583"/>
                  </a:lnTo>
                  <a:lnTo>
                    <a:pt x="279907" y="5516692"/>
                  </a:lnTo>
                  <a:lnTo>
                    <a:pt x="296522" y="5558630"/>
                  </a:lnTo>
                  <a:lnTo>
                    <a:pt x="313602" y="5600392"/>
                  </a:lnTo>
                  <a:lnTo>
                    <a:pt x="331146" y="5641974"/>
                  </a:lnTo>
                  <a:lnTo>
                    <a:pt x="349152" y="5683371"/>
                  </a:lnTo>
                  <a:lnTo>
                    <a:pt x="367620" y="5724580"/>
                  </a:lnTo>
                  <a:lnTo>
                    <a:pt x="386549" y="5765596"/>
                  </a:lnTo>
                  <a:lnTo>
                    <a:pt x="405936" y="5806414"/>
                  </a:lnTo>
                  <a:lnTo>
                    <a:pt x="425782" y="5847031"/>
                  </a:lnTo>
                  <a:lnTo>
                    <a:pt x="433172" y="5861740"/>
                  </a:lnTo>
                </a:path>
                <a:path w="6629400" h="5862320">
                  <a:moveTo>
                    <a:pt x="6628885" y="973206"/>
                  </a:moveTo>
                  <a:lnTo>
                    <a:pt x="6574728" y="927523"/>
                  </a:lnTo>
                  <a:lnTo>
                    <a:pt x="6538336" y="897782"/>
                  </a:lnTo>
                  <a:lnTo>
                    <a:pt x="6501530" y="868411"/>
                  </a:lnTo>
                  <a:lnTo>
                    <a:pt x="6464313" y="839415"/>
                  </a:lnTo>
                  <a:lnTo>
                    <a:pt x="6426686" y="810799"/>
                  </a:lnTo>
                  <a:lnTo>
                    <a:pt x="6388649" y="782566"/>
                  </a:lnTo>
                  <a:lnTo>
                    <a:pt x="6350204" y="754722"/>
                  </a:lnTo>
                  <a:lnTo>
                    <a:pt x="6311352" y="727269"/>
                  </a:lnTo>
                  <a:lnTo>
                    <a:pt x="6272094" y="700214"/>
                  </a:lnTo>
                  <a:lnTo>
                    <a:pt x="6232432" y="673559"/>
                  </a:lnTo>
                  <a:lnTo>
                    <a:pt x="6192366" y="647310"/>
                  </a:lnTo>
                  <a:lnTo>
                    <a:pt x="6151898" y="621471"/>
                  </a:lnTo>
                  <a:lnTo>
                    <a:pt x="6111028" y="596045"/>
                  </a:lnTo>
                  <a:lnTo>
                    <a:pt x="6069759" y="571038"/>
                  </a:lnTo>
                  <a:lnTo>
                    <a:pt x="6028090" y="546454"/>
                  </a:lnTo>
                </a:path>
              </a:pathLst>
            </a:custGeom>
            <a:ln w="38100">
              <a:solidFill>
                <a:schemeClr val="bg2"/>
              </a:solidFill>
            </a:ln>
          </p:spPr>
          <p:txBody>
            <a:bodyPr wrap="square" lIns="0" tIns="0" rIns="0" bIns="0" rtlCol="0"/>
            <a:lstStyle/>
            <a:p>
              <a:endParaRPr/>
            </a:p>
          </p:txBody>
        </p:sp>
      </p:grpSp>
      <p:pic>
        <p:nvPicPr>
          <p:cNvPr id="10" name="Grafik 9"/>
          <p:cNvPicPr>
            <a:picLocks noChangeAspect="1"/>
          </p:cNvPicPr>
          <p:nvPr userDrawn="1"/>
        </p:nvPicPr>
        <p:blipFill rotWithShape="1">
          <a:blip r:embed="rId3" cstate="print">
            <a:extLst>
              <a:ext uri="{28A0092B-C50C-407E-A947-70E740481C1C}">
                <a14:useLocalDpi xmlns:a14="http://schemas.microsoft.com/office/drawing/2010/main" val="0"/>
              </a:ext>
            </a:extLst>
          </a:blip>
          <a:srcRect t="26148"/>
          <a:stretch/>
        </p:blipFill>
        <p:spPr>
          <a:xfrm>
            <a:off x="9096210" y="372534"/>
            <a:ext cx="2519528" cy="423711"/>
          </a:xfrm>
          <a:prstGeom prst="rect">
            <a:avLst/>
          </a:prstGeom>
        </p:spPr>
      </p:pic>
    </p:spTree>
    <p:extLst>
      <p:ext uri="{BB962C8B-B14F-4D97-AF65-F5344CB8AC3E}">
        <p14:creationId xmlns:p14="http://schemas.microsoft.com/office/powerpoint/2010/main" val="3173176957"/>
      </p:ext>
    </p:extLst>
  </p:cSld>
  <p:clrMap bg1="lt1" tx1="dk1" bg2="lt2" tx2="dk2" accent1="accent1" accent2="accent2" accent3="accent3" accent4="accent4" accent5="accent5" accent6="accent6" hlink="hlink" folHlink="folHlink"/>
  <p:sldLayoutIdLst>
    <p:sldLayoutId id="2147483677" r:id="rId1"/>
  </p:sldLayoutIdLst>
  <p:hf hdr="0"/>
  <p:txStyles>
    <p:titleStyle>
      <a:lvl1pPr algn="l" defTabSz="914400" rtl="0" eaLnBrk="1" latinLnBrk="0" hangingPunct="1">
        <a:lnSpc>
          <a:spcPct val="90000"/>
        </a:lnSpc>
        <a:spcBef>
          <a:spcPct val="0"/>
        </a:spcBef>
        <a:buNone/>
        <a:defRPr sz="2200" b="1" i="0" kern="1200" cap="all" baseline="0">
          <a:solidFill>
            <a:schemeClr val="bg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userDrawn="1">
          <p15:clr>
            <a:srgbClr val="F26B43"/>
          </p15:clr>
        </p15:guide>
        <p15:guide id="2" orient="horz" pos="3974" userDrawn="1">
          <p15:clr>
            <a:srgbClr val="F26B43"/>
          </p15:clr>
        </p15:guide>
        <p15:guide id="3" orient="horz" pos="618" userDrawn="1">
          <p15:clr>
            <a:srgbClr val="F26B43"/>
          </p15:clr>
        </p15:guide>
        <p15:guide id="4" pos="363" userDrawn="1">
          <p15:clr>
            <a:srgbClr val="F26B43"/>
          </p15:clr>
        </p15:guide>
        <p15:guide id="5" pos="7317" userDrawn="1">
          <p15:clr>
            <a:srgbClr val="F26B43"/>
          </p15:clr>
        </p15:guide>
        <p15:guide id="6" orient="horz" pos="913" userDrawn="1">
          <p15:clr>
            <a:srgbClr val="F26B43"/>
          </p15:clr>
        </p15:guide>
        <p15:guide id="7" pos="5201" userDrawn="1">
          <p15:clr>
            <a:srgbClr val="F26B43"/>
          </p15:clr>
        </p15:guide>
        <p15:guide id="8" orient="horz" pos="4088" userDrawn="1">
          <p15:clr>
            <a:srgbClr val="F26B43"/>
          </p15:clr>
        </p15:guide>
        <p15:guide id="9" pos="6229"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575733" y="6491818"/>
            <a:ext cx="2640000" cy="180000"/>
          </a:xfrm>
          <a:prstGeom prst="rect">
            <a:avLst/>
          </a:prstGeom>
        </p:spPr>
        <p:txBody>
          <a:bodyPr vert="horz" lIns="0" tIns="0" rIns="0" bIns="0" rtlCol="0" anchor="t" anchorCtr="0"/>
          <a:lstStyle>
            <a:lvl1pPr algn="l">
              <a:defRPr sz="1200">
                <a:solidFill>
                  <a:schemeClr val="tx1">
                    <a:tint val="75000"/>
                  </a:schemeClr>
                </a:solidFill>
              </a:defRPr>
            </a:lvl1pPr>
          </a:lstStyle>
          <a:p>
            <a:fld id="{D0B7C083-9008-4FCB-B3FD-66BE3C83E7B3}" type="datetime6">
              <a:rPr lang="en-US" smtClean="0"/>
              <a:t>February 26</a:t>
            </a:fld>
            <a:endParaRPr lang="de-DE" dirty="0"/>
          </a:p>
        </p:txBody>
      </p:sp>
      <p:sp>
        <p:nvSpPr>
          <p:cNvPr id="5" name="Footer Placeholder 4"/>
          <p:cNvSpPr>
            <a:spLocks noGrp="1"/>
          </p:cNvSpPr>
          <p:nvPr>
            <p:ph type="ftr" sz="quarter" idx="3"/>
          </p:nvPr>
        </p:nvSpPr>
        <p:spPr>
          <a:xfrm>
            <a:off x="4181211" y="6493406"/>
            <a:ext cx="5712000" cy="180000"/>
          </a:xfrm>
          <a:prstGeom prst="rect">
            <a:avLst/>
          </a:prstGeom>
        </p:spPr>
        <p:txBody>
          <a:bodyPr vert="horz" lIns="0" tIns="0" rIns="0" bIns="0" rtlCol="0" anchor="t" anchorCtr="0"/>
          <a:lstStyle>
            <a:lvl1pPr algn="ctr">
              <a:defRPr sz="1200">
                <a:solidFill>
                  <a:schemeClr val="tx1">
                    <a:tint val="75000"/>
                  </a:schemeClr>
                </a:solidFill>
              </a:defRPr>
            </a:lvl1pPr>
          </a:lstStyle>
          <a:p>
            <a:endParaRPr lang="de-DE" dirty="0"/>
          </a:p>
        </p:txBody>
      </p:sp>
      <p:sp>
        <p:nvSpPr>
          <p:cNvPr id="6" name="Slide Number Placeholder 5"/>
          <p:cNvSpPr>
            <a:spLocks noGrp="1"/>
          </p:cNvSpPr>
          <p:nvPr>
            <p:ph type="sldNum" sz="quarter" idx="4"/>
          </p:nvPr>
        </p:nvSpPr>
        <p:spPr>
          <a:xfrm>
            <a:off x="10858688" y="6491817"/>
            <a:ext cx="757579" cy="180000"/>
          </a:xfrm>
          <a:prstGeom prst="rect">
            <a:avLst/>
          </a:prstGeom>
        </p:spPr>
        <p:txBody>
          <a:bodyPr vert="horz" lIns="0" tIns="0" rIns="0" bIns="0" rtlCol="0" anchor="t" anchorCtr="0"/>
          <a:lstStyle>
            <a:lvl1pPr algn="r">
              <a:defRPr sz="1200">
                <a:solidFill>
                  <a:schemeClr val="tx1">
                    <a:tint val="75000"/>
                  </a:schemeClr>
                </a:solidFill>
              </a:defRPr>
            </a:lvl1pPr>
          </a:lstStyle>
          <a:p>
            <a:fld id="{D3A9EDD9-2578-4372-8132-10947A418667}" type="slidenum">
              <a:rPr lang="de-DE" smtClean="0"/>
              <a:pPr/>
              <a:t>‹#›</a:t>
            </a:fld>
            <a:endParaRPr lang="de-DE" dirty="0"/>
          </a:p>
        </p:txBody>
      </p:sp>
      <p:pic>
        <p:nvPicPr>
          <p:cNvPr id="9" name="Grafik 8"/>
          <p:cNvPicPr>
            <a:picLocks noChangeAspect="1"/>
          </p:cNvPicPr>
          <p:nvPr userDrawn="1"/>
        </p:nvPicPr>
        <p:blipFill rotWithShape="1">
          <a:blip r:embed="rId9" cstate="print">
            <a:extLst>
              <a:ext uri="{28A0092B-C50C-407E-A947-70E740481C1C}">
                <a14:useLocalDpi xmlns:a14="http://schemas.microsoft.com/office/drawing/2010/main" val="0"/>
              </a:ext>
            </a:extLst>
          </a:blip>
          <a:srcRect t="26148"/>
          <a:stretch/>
        </p:blipFill>
        <p:spPr>
          <a:xfrm>
            <a:off x="9096210" y="372534"/>
            <a:ext cx="2519528" cy="423711"/>
          </a:xfrm>
          <a:prstGeom prst="rect">
            <a:avLst/>
          </a:prstGeom>
        </p:spPr>
      </p:pic>
    </p:spTree>
    <p:extLst>
      <p:ext uri="{BB962C8B-B14F-4D97-AF65-F5344CB8AC3E}">
        <p14:creationId xmlns:p14="http://schemas.microsoft.com/office/powerpoint/2010/main" val="1272761185"/>
      </p:ext>
    </p:extLst>
  </p:cSld>
  <p:clrMap bg1="lt1" tx1="dk1" bg2="lt2" tx2="dk2" accent1="accent1" accent2="accent2" accent3="accent3" accent4="accent4" accent5="accent5" accent6="accent6" hlink="hlink" folHlink="folHlink"/>
  <p:sldLayoutIdLst>
    <p:sldLayoutId id="2147483661" r:id="rId1"/>
    <p:sldLayoutId id="2147483668" r:id="rId2"/>
    <p:sldLayoutId id="2147483669" r:id="rId3"/>
    <p:sldLayoutId id="2147483670" r:id="rId4"/>
    <p:sldLayoutId id="2147483715" r:id="rId5"/>
    <p:sldLayoutId id="2147483672" r:id="rId6"/>
    <p:sldLayoutId id="2147483671" r:id="rId7"/>
  </p:sldLayoutIdLst>
  <p:hf hdr="0"/>
  <p:txStyles>
    <p:titleStyle>
      <a:lvl1pPr algn="l" defTabSz="914400" rtl="0" eaLnBrk="1" latinLnBrk="0" hangingPunct="1">
        <a:lnSpc>
          <a:spcPct val="90000"/>
        </a:lnSpc>
        <a:spcBef>
          <a:spcPct val="0"/>
        </a:spcBef>
        <a:buNone/>
        <a:defRPr sz="2200" b="1" i="0" kern="1200" cap="all" baseline="0">
          <a:solidFill>
            <a:schemeClr val="bg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userDrawn="1">
          <p15:clr>
            <a:srgbClr val="F26B43"/>
          </p15:clr>
        </p15:guide>
        <p15:guide id="2" orient="horz" pos="3974" userDrawn="1">
          <p15:clr>
            <a:srgbClr val="F26B43"/>
          </p15:clr>
        </p15:guide>
        <p15:guide id="3" orient="horz" pos="618" userDrawn="1">
          <p15:clr>
            <a:srgbClr val="F26B43"/>
          </p15:clr>
        </p15:guide>
        <p15:guide id="4" pos="363" userDrawn="1">
          <p15:clr>
            <a:srgbClr val="F26B43"/>
          </p15:clr>
        </p15:guide>
        <p15:guide id="5" pos="7317" userDrawn="1">
          <p15:clr>
            <a:srgbClr val="F26B43"/>
          </p15:clr>
        </p15:guide>
        <p15:guide id="6" orient="horz" pos="913" userDrawn="1">
          <p15:clr>
            <a:srgbClr val="F26B43"/>
          </p15:clr>
        </p15:guide>
        <p15:guide id="7" pos="5201" userDrawn="1">
          <p15:clr>
            <a:srgbClr val="F26B43"/>
          </p15:clr>
        </p15:guide>
        <p15:guide id="8" orient="horz" pos="4088" userDrawn="1">
          <p15:clr>
            <a:srgbClr val="F26B43"/>
          </p15:clr>
        </p15:guide>
        <p15:guide id="9" pos="6229"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575733" y="6491818"/>
            <a:ext cx="2640000" cy="180000"/>
          </a:xfrm>
          <a:prstGeom prst="rect">
            <a:avLst/>
          </a:prstGeom>
        </p:spPr>
        <p:txBody>
          <a:bodyPr vert="horz" lIns="0" tIns="0" rIns="0" bIns="0" rtlCol="0" anchor="t" anchorCtr="0"/>
          <a:lstStyle>
            <a:lvl1pPr algn="l">
              <a:defRPr sz="1200">
                <a:solidFill>
                  <a:schemeClr val="tx1">
                    <a:tint val="75000"/>
                  </a:schemeClr>
                </a:solidFill>
              </a:defRPr>
            </a:lvl1pPr>
          </a:lstStyle>
          <a:p>
            <a:fld id="{ECBEE868-B5DF-4BA4-AAD9-01114B5A394D}" type="datetime6">
              <a:rPr lang="en-US" smtClean="0"/>
              <a:t>February 26</a:t>
            </a:fld>
            <a:endParaRPr lang="de-DE" dirty="0"/>
          </a:p>
        </p:txBody>
      </p:sp>
      <p:sp>
        <p:nvSpPr>
          <p:cNvPr id="5" name="Footer Placeholder 4"/>
          <p:cNvSpPr>
            <a:spLocks noGrp="1"/>
          </p:cNvSpPr>
          <p:nvPr>
            <p:ph type="ftr" sz="quarter" idx="3"/>
          </p:nvPr>
        </p:nvSpPr>
        <p:spPr>
          <a:xfrm>
            <a:off x="4181211" y="6493406"/>
            <a:ext cx="5712000" cy="180000"/>
          </a:xfrm>
          <a:prstGeom prst="rect">
            <a:avLst/>
          </a:prstGeom>
        </p:spPr>
        <p:txBody>
          <a:bodyPr vert="horz" lIns="0" tIns="0" rIns="0" bIns="0" rtlCol="0" anchor="t" anchorCtr="0"/>
          <a:lstStyle>
            <a:lvl1pPr algn="ctr">
              <a:defRPr sz="1200">
                <a:solidFill>
                  <a:schemeClr val="tx1">
                    <a:tint val="75000"/>
                  </a:schemeClr>
                </a:solidFill>
              </a:defRPr>
            </a:lvl1pPr>
          </a:lstStyle>
          <a:p>
            <a:endParaRPr lang="de-DE" dirty="0"/>
          </a:p>
        </p:txBody>
      </p:sp>
      <p:sp>
        <p:nvSpPr>
          <p:cNvPr id="6" name="Slide Number Placeholder 5"/>
          <p:cNvSpPr>
            <a:spLocks noGrp="1"/>
          </p:cNvSpPr>
          <p:nvPr>
            <p:ph type="sldNum" sz="quarter" idx="4"/>
          </p:nvPr>
        </p:nvSpPr>
        <p:spPr>
          <a:xfrm>
            <a:off x="10858688" y="6491817"/>
            <a:ext cx="757579" cy="180000"/>
          </a:xfrm>
          <a:prstGeom prst="rect">
            <a:avLst/>
          </a:prstGeom>
        </p:spPr>
        <p:txBody>
          <a:bodyPr vert="horz" lIns="0" tIns="0" rIns="0" bIns="0" rtlCol="0" anchor="t" anchorCtr="0"/>
          <a:lstStyle>
            <a:lvl1pPr algn="r">
              <a:defRPr sz="1200">
                <a:solidFill>
                  <a:schemeClr val="tx1">
                    <a:tint val="75000"/>
                  </a:schemeClr>
                </a:solidFill>
              </a:defRPr>
            </a:lvl1pPr>
          </a:lstStyle>
          <a:p>
            <a:fld id="{D3A9EDD9-2578-4372-8132-10947A418667}" type="slidenum">
              <a:rPr lang="de-DE" smtClean="0"/>
              <a:pPr/>
              <a:t>‹#›</a:t>
            </a:fld>
            <a:endParaRPr lang="de-DE" dirty="0"/>
          </a:p>
        </p:txBody>
      </p:sp>
      <p:pic>
        <p:nvPicPr>
          <p:cNvPr id="7" name="Grafik 6"/>
          <p:cNvPicPr>
            <a:picLocks noChangeAspect="1"/>
          </p:cNvPicPr>
          <p:nvPr userDrawn="1"/>
        </p:nvPicPr>
        <p:blipFill rotWithShape="1">
          <a:blip r:embed="rId9" cstate="print">
            <a:extLst>
              <a:ext uri="{28A0092B-C50C-407E-A947-70E740481C1C}">
                <a14:useLocalDpi xmlns:a14="http://schemas.microsoft.com/office/drawing/2010/main" val="0"/>
              </a:ext>
            </a:extLst>
          </a:blip>
          <a:srcRect t="26148"/>
          <a:stretch/>
        </p:blipFill>
        <p:spPr>
          <a:xfrm>
            <a:off x="9096210" y="372534"/>
            <a:ext cx="2519528" cy="423711"/>
          </a:xfrm>
          <a:prstGeom prst="rect">
            <a:avLst/>
          </a:prstGeom>
        </p:spPr>
      </p:pic>
    </p:spTree>
    <p:extLst>
      <p:ext uri="{BB962C8B-B14F-4D97-AF65-F5344CB8AC3E}">
        <p14:creationId xmlns:p14="http://schemas.microsoft.com/office/powerpoint/2010/main" val="256022820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714" r:id="rId5"/>
    <p:sldLayoutId id="2147483699" r:id="rId6"/>
    <p:sldLayoutId id="2147483700" r:id="rId7"/>
  </p:sldLayoutIdLst>
  <p:hf hdr="0"/>
  <p:txStyles>
    <p:titleStyle>
      <a:lvl1pPr algn="l" defTabSz="914400" rtl="0" eaLnBrk="1" latinLnBrk="0" hangingPunct="1">
        <a:lnSpc>
          <a:spcPct val="90000"/>
        </a:lnSpc>
        <a:spcBef>
          <a:spcPct val="0"/>
        </a:spcBef>
        <a:buNone/>
        <a:defRPr sz="2200" b="1" i="0" kern="1200" cap="all" baseline="0">
          <a:solidFill>
            <a:schemeClr val="bg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userDrawn="1">
          <p15:clr>
            <a:srgbClr val="F26B43"/>
          </p15:clr>
        </p15:guide>
        <p15:guide id="2" orient="horz" pos="3974" userDrawn="1">
          <p15:clr>
            <a:srgbClr val="F26B43"/>
          </p15:clr>
        </p15:guide>
        <p15:guide id="3" orient="horz" pos="618" userDrawn="1">
          <p15:clr>
            <a:srgbClr val="F26B43"/>
          </p15:clr>
        </p15:guide>
        <p15:guide id="4" pos="363" userDrawn="1">
          <p15:clr>
            <a:srgbClr val="F26B43"/>
          </p15:clr>
        </p15:guide>
        <p15:guide id="5" pos="7317" userDrawn="1">
          <p15:clr>
            <a:srgbClr val="F26B43"/>
          </p15:clr>
        </p15:guide>
        <p15:guide id="6" orient="horz" pos="913" userDrawn="1">
          <p15:clr>
            <a:srgbClr val="F26B43"/>
          </p15:clr>
        </p15:guide>
        <p15:guide id="7" pos="5201" userDrawn="1">
          <p15:clr>
            <a:srgbClr val="F26B43"/>
          </p15:clr>
        </p15:guide>
        <p15:guide id="8" orient="horz" pos="4088" userDrawn="1">
          <p15:clr>
            <a:srgbClr val="F26B43"/>
          </p15:clr>
        </p15:guide>
        <p15:guide id="9" pos="6229"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0793790" y="5690695"/>
            <a:ext cx="885600" cy="885600"/>
          </a:xfrm>
          <a:prstGeom prst="rect">
            <a:avLst/>
          </a:prstGeom>
        </p:spPr>
      </p:pic>
      <p:sp>
        <p:nvSpPr>
          <p:cNvPr id="10" name="Titel 5"/>
          <p:cNvSpPr txBox="1">
            <a:spLocks/>
          </p:cNvSpPr>
          <p:nvPr userDrawn="1"/>
        </p:nvSpPr>
        <p:spPr>
          <a:xfrm>
            <a:off x="452074" y="6205616"/>
            <a:ext cx="5060977" cy="395149"/>
          </a:xfrm>
          <a:prstGeom prst="rect">
            <a:avLst/>
          </a:prstGeom>
        </p:spPr>
        <p:txBody>
          <a:bodyPr/>
          <a:lstStyle>
            <a:lvl1pPr algn="l" defTabSz="914400" rtl="0" eaLnBrk="1" latinLnBrk="0" hangingPunct="1">
              <a:lnSpc>
                <a:spcPct val="90000"/>
              </a:lnSpc>
              <a:spcBef>
                <a:spcPct val="0"/>
              </a:spcBef>
              <a:buNone/>
              <a:defRPr sz="2200" b="1" i="0" kern="1200" cap="all" baseline="0">
                <a:solidFill>
                  <a:schemeClr val="tx2"/>
                </a:solidFill>
                <a:latin typeface="+mj-lt"/>
                <a:ea typeface="+mj-ea"/>
                <a:cs typeface="+mj-cs"/>
              </a:defRPr>
            </a:lvl1pPr>
          </a:lstStyle>
          <a:p>
            <a:r>
              <a:rPr lang="de-DE" sz="2200" cap="none" dirty="0">
                <a:solidFill>
                  <a:schemeClr val="tx1"/>
                </a:solidFill>
              </a:rPr>
              <a:t>www.b-tu.de/en</a:t>
            </a:r>
          </a:p>
        </p:txBody>
      </p:sp>
      <p:pic>
        <p:nvPicPr>
          <p:cNvPr id="7" name="Grafik 6"/>
          <p:cNvPicPr>
            <a:picLocks noChangeAspect="1"/>
          </p:cNvPicPr>
          <p:nvPr userDrawn="1"/>
        </p:nvPicPr>
        <p:blipFill rotWithShape="1">
          <a:blip r:embed="rId4" cstate="print">
            <a:extLst>
              <a:ext uri="{28A0092B-C50C-407E-A947-70E740481C1C}">
                <a14:useLocalDpi xmlns:a14="http://schemas.microsoft.com/office/drawing/2010/main" val="0"/>
              </a:ext>
            </a:extLst>
          </a:blip>
          <a:srcRect t="26148"/>
          <a:stretch/>
        </p:blipFill>
        <p:spPr>
          <a:xfrm>
            <a:off x="9096210" y="372534"/>
            <a:ext cx="2519528" cy="423711"/>
          </a:xfrm>
          <a:prstGeom prst="rect">
            <a:avLst/>
          </a:prstGeom>
        </p:spPr>
      </p:pic>
      <p:pic>
        <p:nvPicPr>
          <p:cNvPr id="8" name="Grafik 7">
            <a:extLst>
              <a:ext uri="{FF2B5EF4-FFF2-40B4-BE49-F238E27FC236}">
                <a16:creationId xmlns:a16="http://schemas.microsoft.com/office/drawing/2014/main" id="{7B9015C4-F819-4E44-A286-96BD0D437457}"/>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576263" y="368300"/>
            <a:ext cx="1925819" cy="396875"/>
          </a:xfrm>
          <a:prstGeom prst="rect">
            <a:avLst/>
          </a:prstGeom>
        </p:spPr>
      </p:pic>
    </p:spTree>
    <p:extLst>
      <p:ext uri="{BB962C8B-B14F-4D97-AF65-F5344CB8AC3E}">
        <p14:creationId xmlns:p14="http://schemas.microsoft.com/office/powerpoint/2010/main" val="2621534473"/>
      </p:ext>
    </p:extLst>
  </p:cSld>
  <p:clrMap bg1="lt1" tx1="dk1" bg2="lt2" tx2="dk2" accent1="accent1" accent2="accent2" accent3="accent3" accent4="accent4" accent5="accent5" accent6="accent6" hlink="hlink" folHlink="folHlink"/>
  <p:sldLayoutIdLst>
    <p:sldLayoutId id="2147483680" r:id="rId1"/>
  </p:sldLayoutIdLst>
  <p:hf hdr="0"/>
  <p:txStyles>
    <p:titleStyle>
      <a:lvl1pPr algn="l" defTabSz="914400" rtl="0" eaLnBrk="1" latinLnBrk="0" hangingPunct="1">
        <a:lnSpc>
          <a:spcPct val="90000"/>
        </a:lnSpc>
        <a:spcBef>
          <a:spcPct val="0"/>
        </a:spcBef>
        <a:buNone/>
        <a:defRPr sz="2200" b="1" i="0" kern="1200" cap="all" baseline="0">
          <a:solidFill>
            <a:schemeClr val="bg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userDrawn="1">
          <p15:clr>
            <a:srgbClr val="F26B43"/>
          </p15:clr>
        </p15:guide>
        <p15:guide id="2" orient="horz" pos="3974" userDrawn="1">
          <p15:clr>
            <a:srgbClr val="F26B43"/>
          </p15:clr>
        </p15:guide>
        <p15:guide id="3" orient="horz" pos="618" userDrawn="1">
          <p15:clr>
            <a:srgbClr val="F26B43"/>
          </p15:clr>
        </p15:guide>
        <p15:guide id="4" pos="363" userDrawn="1">
          <p15:clr>
            <a:srgbClr val="F26B43"/>
          </p15:clr>
        </p15:guide>
        <p15:guide id="5" pos="7317" userDrawn="1">
          <p15:clr>
            <a:srgbClr val="F26B43"/>
          </p15:clr>
        </p15:guide>
        <p15:guide id="6" orient="horz" pos="913" userDrawn="1">
          <p15:clr>
            <a:srgbClr val="F26B43"/>
          </p15:clr>
        </p15:guide>
        <p15:guide id="7" pos="5201" userDrawn="1">
          <p15:clr>
            <a:srgbClr val="F26B43"/>
          </p15:clr>
        </p15:guide>
        <p15:guide id="8" orient="horz" pos="4088" userDrawn="1">
          <p15:clr>
            <a:srgbClr val="F26B43"/>
          </p15:clr>
        </p15:guide>
        <p15:guide id="9" pos="622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image" Target="../media/image25.png"/><Relationship Id="rId1" Type="http://schemas.openxmlformats.org/officeDocument/2006/relationships/slideLayout" Target="../slideLayouts/slideLayout14.xml"/><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14.xml"/><Relationship Id="rId5" Type="http://schemas.openxmlformats.org/officeDocument/2006/relationships/image" Target="../media/image40.png"/><Relationship Id="rId4" Type="http://schemas.openxmlformats.org/officeDocument/2006/relationships/image" Target="../media/image39.png"/></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83495760-C12E-46FB-A708-0FF92B75DDDF}" type="datetime6">
              <a:rPr lang="en-US" smtClean="0"/>
              <a:t>February 26</a:t>
            </a:fld>
            <a:endParaRPr lang="de-DE" dirty="0"/>
          </a:p>
        </p:txBody>
      </p:sp>
      <p:sp>
        <p:nvSpPr>
          <p:cNvPr id="4" name="Textplatzhalter 3"/>
          <p:cNvSpPr>
            <a:spLocks noGrp="1"/>
          </p:cNvSpPr>
          <p:nvPr>
            <p:ph type="body" sz="quarter" idx="11"/>
          </p:nvPr>
        </p:nvSpPr>
        <p:spPr>
          <a:xfrm>
            <a:off x="4203866" y="1449388"/>
            <a:ext cx="7411872" cy="1946956"/>
          </a:xfrm>
        </p:spPr>
        <p:txBody>
          <a:bodyPr/>
          <a:lstStyle/>
          <a:p>
            <a:r>
              <a:rPr lang="en-US" sz="2400" dirty="0"/>
              <a:t>Adversarial Machine Learning Use of Reverse Engineering for Anomaly Detection in Industrial Control Systems</a:t>
            </a:r>
            <a:endParaRPr lang="de-DE" dirty="0"/>
          </a:p>
        </p:txBody>
      </p:sp>
      <p:sp>
        <p:nvSpPr>
          <p:cNvPr id="5" name="Textplatzhalter 4"/>
          <p:cNvSpPr>
            <a:spLocks noGrp="1"/>
          </p:cNvSpPr>
          <p:nvPr>
            <p:ph type="body" sz="quarter" idx="12"/>
          </p:nvPr>
        </p:nvSpPr>
        <p:spPr/>
        <p:txBody>
          <a:bodyPr/>
          <a:lstStyle/>
          <a:p>
            <a:r>
              <a:rPr lang="en-US" sz="2400" i="1" dirty="0"/>
              <a:t>Study Project</a:t>
            </a:r>
          </a:p>
          <a:p>
            <a:r>
              <a:rPr lang="en-US" sz="2400" i="1" dirty="0"/>
              <a:t>Presenters: Abdelaziz &amp; Anna</a:t>
            </a:r>
            <a:endParaRPr lang="en-US" sz="2400" dirty="0"/>
          </a:p>
          <a:p>
            <a:endParaRPr lang="de-DE" dirty="0"/>
          </a:p>
        </p:txBody>
      </p:sp>
    </p:spTree>
    <p:extLst>
      <p:ext uri="{BB962C8B-B14F-4D97-AF65-F5344CB8AC3E}">
        <p14:creationId xmlns:p14="http://schemas.microsoft.com/office/powerpoint/2010/main" val="6100518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91118-8A73-F7AF-AAA4-C123D4485AD3}"/>
            </a:ext>
          </a:extLst>
        </p:cNvPr>
        <p:cNvGrpSpPr/>
        <p:nvPr/>
      </p:nvGrpSpPr>
      <p:grpSpPr>
        <a:xfrm>
          <a:off x="0" y="0"/>
          <a:ext cx="0" cy="0"/>
          <a:chOff x="0" y="0"/>
          <a:chExt cx="0" cy="0"/>
        </a:xfrm>
      </p:grpSpPr>
      <p:sp>
        <p:nvSpPr>
          <p:cNvPr id="23" name="Datumsplatzhalter 22">
            <a:extLst>
              <a:ext uri="{FF2B5EF4-FFF2-40B4-BE49-F238E27FC236}">
                <a16:creationId xmlns:a16="http://schemas.microsoft.com/office/drawing/2014/main" id="{704DC51E-677A-0DA8-FDDD-14C8DFFCDEAE}"/>
              </a:ext>
            </a:extLst>
          </p:cNvPr>
          <p:cNvSpPr>
            <a:spLocks noGrp="1"/>
          </p:cNvSpPr>
          <p:nvPr>
            <p:ph type="dt" sz="half" idx="10"/>
          </p:nvPr>
        </p:nvSpPr>
        <p:spPr/>
        <p:txBody>
          <a:bodyPr/>
          <a:lstStyle/>
          <a:p>
            <a:fld id="{1A532143-E611-456E-90D1-A4ACF038A7C5}" type="datetime6">
              <a:rPr lang="en-US" smtClean="0"/>
              <a:t>February 26</a:t>
            </a:fld>
            <a:endParaRPr lang="de-DE" dirty="0"/>
          </a:p>
        </p:txBody>
      </p:sp>
      <p:sp>
        <p:nvSpPr>
          <p:cNvPr id="24" name="Fußzeilenplatzhalter 23">
            <a:extLst>
              <a:ext uri="{FF2B5EF4-FFF2-40B4-BE49-F238E27FC236}">
                <a16:creationId xmlns:a16="http://schemas.microsoft.com/office/drawing/2014/main" id="{D4B005D0-EA83-93FD-3688-7A7869BFC048}"/>
              </a:ext>
            </a:extLst>
          </p:cNvPr>
          <p:cNvSpPr>
            <a:spLocks noGrp="1"/>
          </p:cNvSpPr>
          <p:nvPr>
            <p:ph type="ftr" sz="quarter" idx="11"/>
          </p:nvPr>
        </p:nvSpPr>
        <p:spPr/>
        <p:txBody>
          <a:bodyPr/>
          <a:lstStyle/>
          <a:p>
            <a:endParaRPr lang="de-DE" dirty="0"/>
          </a:p>
        </p:txBody>
      </p:sp>
      <p:sp>
        <p:nvSpPr>
          <p:cNvPr id="25" name="Foliennummernplatzhalter 24">
            <a:extLst>
              <a:ext uri="{FF2B5EF4-FFF2-40B4-BE49-F238E27FC236}">
                <a16:creationId xmlns:a16="http://schemas.microsoft.com/office/drawing/2014/main" id="{81ABE55C-CAC8-CA1E-721E-2D8BC919B641}"/>
              </a:ext>
            </a:extLst>
          </p:cNvPr>
          <p:cNvSpPr>
            <a:spLocks noGrp="1"/>
          </p:cNvSpPr>
          <p:nvPr>
            <p:ph type="sldNum" sz="quarter" idx="12"/>
          </p:nvPr>
        </p:nvSpPr>
        <p:spPr/>
        <p:txBody>
          <a:bodyPr/>
          <a:lstStyle/>
          <a:p>
            <a:fld id="{D3A9EDD9-2578-4372-8132-10947A418667}" type="slidenum">
              <a:rPr lang="de-DE" smtClean="0"/>
              <a:t>2</a:t>
            </a:fld>
            <a:endParaRPr lang="de-DE"/>
          </a:p>
        </p:txBody>
      </p:sp>
      <p:sp>
        <p:nvSpPr>
          <p:cNvPr id="5" name="Titel 4">
            <a:extLst>
              <a:ext uri="{FF2B5EF4-FFF2-40B4-BE49-F238E27FC236}">
                <a16:creationId xmlns:a16="http://schemas.microsoft.com/office/drawing/2014/main" id="{A0D6AB0F-A937-8766-CEFA-2FD5A157F6EC}"/>
              </a:ext>
            </a:extLst>
          </p:cNvPr>
          <p:cNvSpPr>
            <a:spLocks noGrp="1"/>
          </p:cNvSpPr>
          <p:nvPr>
            <p:ph type="title"/>
          </p:nvPr>
        </p:nvSpPr>
        <p:spPr/>
        <p:txBody>
          <a:bodyPr/>
          <a:lstStyle/>
          <a:p>
            <a:r>
              <a:rPr lang="de-DE" dirty="0"/>
              <a:t>Agenda</a:t>
            </a:r>
          </a:p>
        </p:txBody>
      </p:sp>
      <p:sp>
        <p:nvSpPr>
          <p:cNvPr id="6" name="Inhaltsplatzhalter 5">
            <a:extLst>
              <a:ext uri="{FF2B5EF4-FFF2-40B4-BE49-F238E27FC236}">
                <a16:creationId xmlns:a16="http://schemas.microsoft.com/office/drawing/2014/main" id="{1B0992F0-6233-C7B7-047E-50644DE126B3}"/>
              </a:ext>
            </a:extLst>
          </p:cNvPr>
          <p:cNvSpPr>
            <a:spLocks noGrp="1"/>
          </p:cNvSpPr>
          <p:nvPr>
            <p:ph idx="1"/>
          </p:nvPr>
        </p:nvSpPr>
        <p:spPr>
          <a:xfrm>
            <a:off x="575732" y="1083697"/>
            <a:ext cx="11040000" cy="5105218"/>
          </a:xfrm>
        </p:spPr>
        <p:txBody>
          <a:bodyPr/>
          <a:lstStyle/>
          <a:p>
            <a:pPr>
              <a:buFont typeface="Wingdings" panose="05000000000000000000" pitchFamily="2" charset="2"/>
              <a:buChar char="§"/>
            </a:pPr>
            <a:r>
              <a:rPr lang="de-DE" sz="2400" dirty="0">
                <a:solidFill>
                  <a:schemeClr val="tx1">
                    <a:lumMod val="50000"/>
                  </a:schemeClr>
                </a:solidFill>
              </a:rPr>
              <a:t>Motivation and Problem Statement</a:t>
            </a:r>
          </a:p>
          <a:p>
            <a:pPr>
              <a:buFont typeface="Wingdings" panose="05000000000000000000" pitchFamily="2" charset="2"/>
              <a:buChar char="§"/>
            </a:pPr>
            <a:r>
              <a:rPr lang="de-DE" sz="2400" dirty="0">
                <a:solidFill>
                  <a:schemeClr val="tx1">
                    <a:lumMod val="50000"/>
                  </a:schemeClr>
                </a:solidFill>
              </a:rPr>
              <a:t>Datasets </a:t>
            </a:r>
          </a:p>
          <a:p>
            <a:pPr>
              <a:buFont typeface="Wingdings" panose="05000000000000000000" pitchFamily="2" charset="2"/>
              <a:buChar char="§"/>
            </a:pPr>
            <a:r>
              <a:rPr lang="de-DE" sz="2400" dirty="0">
                <a:solidFill>
                  <a:schemeClr val="tx1">
                    <a:lumMod val="50000"/>
                  </a:schemeClr>
                </a:solidFill>
              </a:rPr>
              <a:t>Methodology</a:t>
            </a:r>
          </a:p>
          <a:p>
            <a:pPr lvl="2">
              <a:buFont typeface="Wingdings" panose="05000000000000000000" pitchFamily="2" charset="2"/>
              <a:buChar char="§"/>
            </a:pPr>
            <a:r>
              <a:rPr lang="de-DE" sz="2200" dirty="0">
                <a:solidFill>
                  <a:schemeClr val="tx1">
                    <a:lumMod val="50000"/>
                  </a:schemeClr>
                </a:solidFill>
              </a:rPr>
              <a:t>Experimental Procedure Overview</a:t>
            </a:r>
          </a:p>
          <a:p>
            <a:pPr lvl="2">
              <a:buFont typeface="Wingdings" panose="05000000000000000000" pitchFamily="2" charset="2"/>
              <a:buChar char="§"/>
            </a:pPr>
            <a:r>
              <a:rPr lang="de-DE" sz="2200" dirty="0">
                <a:solidFill>
                  <a:schemeClr val="tx1">
                    <a:lumMod val="50000"/>
                  </a:schemeClr>
                </a:solidFill>
              </a:rPr>
              <a:t>Dataset </a:t>
            </a:r>
            <a:r>
              <a:rPr lang="de-DE" sz="2200" dirty="0"/>
              <a:t>Preprocessing</a:t>
            </a:r>
            <a:endParaRPr lang="de-DE" sz="2200" dirty="0">
              <a:solidFill>
                <a:schemeClr val="tx1">
                  <a:lumMod val="50000"/>
                </a:schemeClr>
              </a:solidFill>
            </a:endParaRPr>
          </a:p>
          <a:p>
            <a:pPr lvl="2">
              <a:buFont typeface="Wingdings" panose="05000000000000000000" pitchFamily="2" charset="2"/>
              <a:buChar char="§"/>
            </a:pPr>
            <a:r>
              <a:rPr lang="de-DE" sz="2200" dirty="0">
                <a:solidFill>
                  <a:schemeClr val="tx1">
                    <a:lumMod val="50000"/>
                  </a:schemeClr>
                </a:solidFill>
              </a:rPr>
              <a:t>Reverse Engineering</a:t>
            </a:r>
          </a:p>
          <a:p>
            <a:pPr lvl="2">
              <a:buFont typeface="Wingdings" panose="05000000000000000000" pitchFamily="2" charset="2"/>
              <a:buChar char="§"/>
            </a:pPr>
            <a:r>
              <a:rPr lang="de-DE" sz="2200" dirty="0">
                <a:solidFill>
                  <a:schemeClr val="tx1">
                    <a:lumMod val="50000"/>
                  </a:schemeClr>
                </a:solidFill>
              </a:rPr>
              <a:t>Feature Extraction (SDA)</a:t>
            </a:r>
          </a:p>
          <a:p>
            <a:pPr lvl="2">
              <a:buFont typeface="Wingdings" panose="05000000000000000000" pitchFamily="2" charset="2"/>
              <a:buChar char="§"/>
            </a:pPr>
            <a:r>
              <a:rPr lang="de-DE" sz="2200" dirty="0">
                <a:solidFill>
                  <a:schemeClr val="tx1">
                    <a:lumMod val="50000"/>
                  </a:schemeClr>
                </a:solidFill>
              </a:rPr>
              <a:t>Anomaly Detection Methods</a:t>
            </a:r>
          </a:p>
          <a:p>
            <a:pPr lvl="2">
              <a:buFont typeface="Wingdings" panose="05000000000000000000" pitchFamily="2" charset="2"/>
              <a:buChar char="§"/>
            </a:pPr>
            <a:r>
              <a:rPr lang="de-DE" sz="2200" dirty="0">
                <a:solidFill>
                  <a:schemeClr val="tx1">
                    <a:lumMod val="50000"/>
                  </a:schemeClr>
                </a:solidFill>
              </a:rPr>
              <a:t>Evaluation Strategy </a:t>
            </a:r>
          </a:p>
          <a:p>
            <a:pPr>
              <a:buFont typeface="Wingdings" panose="05000000000000000000" pitchFamily="2" charset="2"/>
              <a:buChar char="§"/>
            </a:pPr>
            <a:r>
              <a:rPr lang="de-DE" sz="2400" dirty="0">
                <a:solidFill>
                  <a:schemeClr val="tx1">
                    <a:lumMod val="50000"/>
                  </a:schemeClr>
                </a:solidFill>
              </a:rPr>
              <a:t>Results</a:t>
            </a:r>
          </a:p>
          <a:p>
            <a:pPr>
              <a:buFont typeface="Wingdings" panose="05000000000000000000" pitchFamily="2" charset="2"/>
              <a:buChar char="§"/>
            </a:pPr>
            <a:r>
              <a:rPr lang="de-DE" sz="2400" dirty="0">
                <a:solidFill>
                  <a:schemeClr val="tx1">
                    <a:lumMod val="50000"/>
                  </a:schemeClr>
                </a:solidFill>
              </a:rPr>
              <a:t>Summary &amp; Conclusion</a:t>
            </a:r>
          </a:p>
        </p:txBody>
      </p:sp>
    </p:spTree>
    <p:extLst>
      <p:ext uri="{BB962C8B-B14F-4D97-AF65-F5344CB8AC3E}">
        <p14:creationId xmlns:p14="http://schemas.microsoft.com/office/powerpoint/2010/main" val="3533269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3D139-EAC9-AAC0-DD79-7C813BE4CE77}"/>
            </a:ext>
          </a:extLst>
        </p:cNvPr>
        <p:cNvGrpSpPr/>
        <p:nvPr/>
      </p:nvGrpSpPr>
      <p:grpSpPr>
        <a:xfrm>
          <a:off x="0" y="0"/>
          <a:ext cx="0" cy="0"/>
          <a:chOff x="0" y="0"/>
          <a:chExt cx="0" cy="0"/>
        </a:xfrm>
      </p:grpSpPr>
      <p:sp>
        <p:nvSpPr>
          <p:cNvPr id="23" name="Datumsplatzhalter 22">
            <a:extLst>
              <a:ext uri="{FF2B5EF4-FFF2-40B4-BE49-F238E27FC236}">
                <a16:creationId xmlns:a16="http://schemas.microsoft.com/office/drawing/2014/main" id="{C12CCDFA-30FE-B3AE-37E2-6B45C1BDC1C0}"/>
              </a:ext>
            </a:extLst>
          </p:cNvPr>
          <p:cNvSpPr>
            <a:spLocks noGrp="1"/>
          </p:cNvSpPr>
          <p:nvPr>
            <p:ph type="dt" sz="half" idx="10"/>
          </p:nvPr>
        </p:nvSpPr>
        <p:spPr/>
        <p:txBody>
          <a:bodyPr/>
          <a:lstStyle/>
          <a:p>
            <a:fld id="{6C2C9B1D-7EB6-4706-8916-48F72A84216C}" type="datetime6">
              <a:rPr lang="en-US" smtClean="0"/>
              <a:t>February 26</a:t>
            </a:fld>
            <a:endParaRPr lang="de-DE" dirty="0"/>
          </a:p>
        </p:txBody>
      </p:sp>
      <p:sp>
        <p:nvSpPr>
          <p:cNvPr id="24" name="Fußzeilenplatzhalter 23">
            <a:extLst>
              <a:ext uri="{FF2B5EF4-FFF2-40B4-BE49-F238E27FC236}">
                <a16:creationId xmlns:a16="http://schemas.microsoft.com/office/drawing/2014/main" id="{9A4ED521-579A-1528-B591-7120E2767CD6}"/>
              </a:ext>
            </a:extLst>
          </p:cNvPr>
          <p:cNvSpPr>
            <a:spLocks noGrp="1"/>
          </p:cNvSpPr>
          <p:nvPr>
            <p:ph type="ftr" sz="quarter" idx="11"/>
          </p:nvPr>
        </p:nvSpPr>
        <p:spPr/>
        <p:txBody>
          <a:bodyPr/>
          <a:lstStyle/>
          <a:p>
            <a:endParaRPr lang="de-DE"/>
          </a:p>
        </p:txBody>
      </p:sp>
      <p:sp>
        <p:nvSpPr>
          <p:cNvPr id="25" name="Foliennummernplatzhalter 24">
            <a:extLst>
              <a:ext uri="{FF2B5EF4-FFF2-40B4-BE49-F238E27FC236}">
                <a16:creationId xmlns:a16="http://schemas.microsoft.com/office/drawing/2014/main" id="{3836A50A-05E0-0A86-6767-4F9B7219DBB5}"/>
              </a:ext>
            </a:extLst>
          </p:cNvPr>
          <p:cNvSpPr>
            <a:spLocks noGrp="1"/>
          </p:cNvSpPr>
          <p:nvPr>
            <p:ph type="sldNum" sz="quarter" idx="12"/>
          </p:nvPr>
        </p:nvSpPr>
        <p:spPr/>
        <p:txBody>
          <a:bodyPr/>
          <a:lstStyle/>
          <a:p>
            <a:fld id="{D3A9EDD9-2578-4372-8132-10947A418667}" type="slidenum">
              <a:rPr lang="de-DE" smtClean="0"/>
              <a:t>3</a:t>
            </a:fld>
            <a:endParaRPr lang="de-DE"/>
          </a:p>
        </p:txBody>
      </p:sp>
      <p:sp>
        <p:nvSpPr>
          <p:cNvPr id="5" name="Titel 4">
            <a:extLst>
              <a:ext uri="{FF2B5EF4-FFF2-40B4-BE49-F238E27FC236}">
                <a16:creationId xmlns:a16="http://schemas.microsoft.com/office/drawing/2014/main" id="{2868AEA2-EAB6-703D-C372-02BF44491084}"/>
              </a:ext>
            </a:extLst>
          </p:cNvPr>
          <p:cNvSpPr>
            <a:spLocks noGrp="1"/>
          </p:cNvSpPr>
          <p:nvPr>
            <p:ph type="title"/>
          </p:nvPr>
        </p:nvSpPr>
        <p:spPr/>
        <p:txBody>
          <a:bodyPr/>
          <a:lstStyle/>
          <a:p>
            <a:r>
              <a:rPr lang="de-DE" dirty="0"/>
              <a:t>Motivation and problem statement</a:t>
            </a:r>
          </a:p>
        </p:txBody>
      </p:sp>
      <p:sp>
        <p:nvSpPr>
          <p:cNvPr id="2" name="Content Placeholder 2">
            <a:extLst>
              <a:ext uri="{FF2B5EF4-FFF2-40B4-BE49-F238E27FC236}">
                <a16:creationId xmlns:a16="http://schemas.microsoft.com/office/drawing/2014/main" id="{60A66185-608B-3A69-C405-50723A63960D}"/>
              </a:ext>
            </a:extLst>
          </p:cNvPr>
          <p:cNvSpPr txBox="1">
            <a:spLocks/>
          </p:cNvSpPr>
          <p:nvPr/>
        </p:nvSpPr>
        <p:spPr>
          <a:xfrm>
            <a:off x="583699" y="184594"/>
            <a:ext cx="11040535" cy="4196159"/>
          </a:xfrm>
          <a:prstGeom prst="rect">
            <a:avLst/>
          </a:prstGeom>
        </p:spPr>
        <p:txBody>
          <a:bodyPr lIns="0" tIns="0" rIns="0" bIns="0" anchor="ctr">
            <a:normAutofit/>
          </a:bodyPr>
          <a:lstStyle>
            <a:lvl1pPr marL="342900" indent="-342900" algn="l" defTabSz="914400" rtl="0" eaLnBrk="1" latinLnBrk="0" hangingPunct="1">
              <a:lnSpc>
                <a:spcPct val="90000"/>
              </a:lnSpc>
              <a:spcBef>
                <a:spcPts val="1000"/>
              </a:spcBef>
              <a:buFont typeface="Arial" panose="020B0604020202020204" pitchFamily="34" charset="0"/>
              <a:buChar char="•"/>
              <a:defRPr sz="20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Symbol" panose="05050102010706020507" pitchFamily="18"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Symbol" panose="05050102010706020507" pitchFamily="18"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Symbol" panose="05050102010706020507" pitchFamily="18"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50000"/>
                </a:schemeClr>
              </a:solidFill>
            </a:endParaRPr>
          </a:p>
          <a:p>
            <a:pPr marL="0" indent="0">
              <a:buNone/>
            </a:pPr>
            <a:r>
              <a:rPr lang="en-US" sz="2400" dirty="0">
                <a:solidFill>
                  <a:schemeClr val="tx1">
                    <a:lumMod val="50000"/>
                  </a:schemeClr>
                </a:solidFill>
              </a:rPr>
              <a:t>Industrial Control Systems (ICS) monitor and control critical infrastructure (e.g. power grids, water systems, and chemical plants).</a:t>
            </a:r>
          </a:p>
          <a:p>
            <a:pPr marL="0" indent="0">
              <a:buNone/>
            </a:pPr>
            <a:endParaRPr lang="en-US" sz="2400" dirty="0">
              <a:solidFill>
                <a:schemeClr val="tx1">
                  <a:lumMod val="50000"/>
                </a:schemeClr>
              </a:solidFill>
            </a:endParaRPr>
          </a:p>
          <a:p>
            <a:pPr marL="0" indent="0">
              <a:buNone/>
            </a:pPr>
            <a:r>
              <a:rPr lang="en-US" sz="2400" dirty="0">
                <a:solidFill>
                  <a:schemeClr val="tx1">
                    <a:lumMod val="50000"/>
                  </a:schemeClr>
                </a:solidFill>
              </a:rPr>
              <a:t>Intrusion detection in ICS is challenging due to:</a:t>
            </a:r>
          </a:p>
          <a:p>
            <a:pPr lvl="1"/>
            <a:r>
              <a:rPr lang="en-US" sz="2400" dirty="0">
                <a:solidFill>
                  <a:schemeClr val="tx1">
                    <a:lumMod val="50000"/>
                  </a:schemeClr>
                </a:solidFill>
              </a:rPr>
              <a:t>Proprietary and non-standardized industrial protocols.</a:t>
            </a:r>
          </a:p>
          <a:p>
            <a:pPr lvl="1"/>
            <a:r>
              <a:rPr lang="en-US" sz="2400" dirty="0">
                <a:solidFill>
                  <a:schemeClr val="tx1">
                    <a:lumMod val="50000"/>
                  </a:schemeClr>
                </a:solidFill>
              </a:rPr>
              <a:t>Lack of protocol specifications for deep packet inspection.</a:t>
            </a:r>
          </a:p>
        </p:txBody>
      </p:sp>
      <p:sp>
        <p:nvSpPr>
          <p:cNvPr id="3" name="TextBox 2">
            <a:extLst>
              <a:ext uri="{FF2B5EF4-FFF2-40B4-BE49-F238E27FC236}">
                <a16:creationId xmlns:a16="http://schemas.microsoft.com/office/drawing/2014/main" id="{1EF1B48D-13B9-0FCD-15B5-EEFDEEC722E4}"/>
              </a:ext>
            </a:extLst>
          </p:cNvPr>
          <p:cNvSpPr txBox="1"/>
          <p:nvPr/>
        </p:nvSpPr>
        <p:spPr>
          <a:xfrm>
            <a:off x="583699" y="4255251"/>
            <a:ext cx="10604254" cy="1569660"/>
          </a:xfrm>
          <a:prstGeom prst="rect">
            <a:avLst/>
          </a:prstGeom>
          <a:noFill/>
          <a:ln>
            <a:solidFill>
              <a:schemeClr val="tx2"/>
            </a:solidFill>
          </a:ln>
        </p:spPr>
        <p:txBody>
          <a:bodyPr wrap="square" rtlCol="0">
            <a:spAutoFit/>
          </a:bodyPr>
          <a:lstStyle/>
          <a:p>
            <a:r>
              <a:rPr lang="en-US" sz="2400" b="1" dirty="0">
                <a:solidFill>
                  <a:schemeClr val="tx1">
                    <a:lumMod val="50000"/>
                  </a:schemeClr>
                </a:solidFill>
              </a:rPr>
              <a:t>Main Question:</a:t>
            </a:r>
          </a:p>
          <a:p>
            <a:r>
              <a:rPr lang="en-US" sz="2400" dirty="0">
                <a:solidFill>
                  <a:schemeClr val="tx1">
                    <a:lumMod val="50000"/>
                  </a:schemeClr>
                </a:solidFill>
              </a:rPr>
              <a:t>Can anomaly detection methods be designed to operate without relying on protocol knowledge and achieve good performance on reverse engineered traffic?</a:t>
            </a:r>
          </a:p>
        </p:txBody>
      </p:sp>
    </p:spTree>
    <p:extLst>
      <p:ext uri="{BB962C8B-B14F-4D97-AF65-F5344CB8AC3E}">
        <p14:creationId xmlns:p14="http://schemas.microsoft.com/office/powerpoint/2010/main" val="4091732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 calcmode="lin" valueType="num">
                                      <p:cBhvr additive="base">
                                        <p:cTn id="13"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 calcmode="lin" valueType="num">
                                      <p:cBhvr additive="base">
                                        <p:cTn id="17"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 calcmode="lin" valueType="num">
                                      <p:cBhvr additive="base">
                                        <p:cTn id="21"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ppt_x"/>
                                          </p:val>
                                        </p:tav>
                                        <p:tav tm="100000">
                                          <p:val>
                                            <p:strVal val="#ppt_x"/>
                                          </p:val>
                                        </p:tav>
                                      </p:tavLst>
                                    </p:anim>
                                    <p:anim calcmode="lin" valueType="num">
                                      <p:cBhvr additive="base">
                                        <p:cTn id="2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C002B-D9EB-DE8A-C466-37BD600499A5}"/>
            </a:ext>
          </a:extLst>
        </p:cNvPr>
        <p:cNvGrpSpPr/>
        <p:nvPr/>
      </p:nvGrpSpPr>
      <p:grpSpPr>
        <a:xfrm>
          <a:off x="0" y="0"/>
          <a:ext cx="0" cy="0"/>
          <a:chOff x="0" y="0"/>
          <a:chExt cx="0" cy="0"/>
        </a:xfrm>
      </p:grpSpPr>
      <p:sp>
        <p:nvSpPr>
          <p:cNvPr id="23" name="Datumsplatzhalter 22">
            <a:extLst>
              <a:ext uri="{FF2B5EF4-FFF2-40B4-BE49-F238E27FC236}">
                <a16:creationId xmlns:a16="http://schemas.microsoft.com/office/drawing/2014/main" id="{9A1BD863-59A7-E1FC-0626-8AA67B637544}"/>
              </a:ext>
            </a:extLst>
          </p:cNvPr>
          <p:cNvSpPr>
            <a:spLocks noGrp="1"/>
          </p:cNvSpPr>
          <p:nvPr>
            <p:ph type="dt" sz="half" idx="10"/>
          </p:nvPr>
        </p:nvSpPr>
        <p:spPr/>
        <p:txBody>
          <a:bodyPr/>
          <a:lstStyle/>
          <a:p>
            <a:fld id="{700C4019-5312-4627-8584-9B18D25042CA}" type="datetime6">
              <a:rPr lang="en-US" smtClean="0"/>
              <a:t>February 26</a:t>
            </a:fld>
            <a:endParaRPr lang="de-DE" dirty="0"/>
          </a:p>
        </p:txBody>
      </p:sp>
      <p:sp>
        <p:nvSpPr>
          <p:cNvPr id="24" name="Fußzeilenplatzhalter 23">
            <a:extLst>
              <a:ext uri="{FF2B5EF4-FFF2-40B4-BE49-F238E27FC236}">
                <a16:creationId xmlns:a16="http://schemas.microsoft.com/office/drawing/2014/main" id="{5C5B4E0E-DCDA-EB92-E70A-2AAC32F9793E}"/>
              </a:ext>
            </a:extLst>
          </p:cNvPr>
          <p:cNvSpPr>
            <a:spLocks noGrp="1"/>
          </p:cNvSpPr>
          <p:nvPr>
            <p:ph type="ftr" sz="quarter" idx="11"/>
          </p:nvPr>
        </p:nvSpPr>
        <p:spPr/>
        <p:txBody>
          <a:bodyPr/>
          <a:lstStyle/>
          <a:p>
            <a:r>
              <a:rPr lang="de-DE" dirty="0"/>
              <a:t>OT: Operational Technology, ML: Machine learning DL: Deep learning</a:t>
            </a:r>
          </a:p>
          <a:p>
            <a:endParaRPr lang="de-DE" dirty="0"/>
          </a:p>
          <a:p>
            <a:endParaRPr lang="de-DE" dirty="0"/>
          </a:p>
          <a:p>
            <a:endParaRPr lang="de-DE" dirty="0"/>
          </a:p>
        </p:txBody>
      </p:sp>
      <p:sp>
        <p:nvSpPr>
          <p:cNvPr id="25" name="Foliennummernplatzhalter 24">
            <a:extLst>
              <a:ext uri="{FF2B5EF4-FFF2-40B4-BE49-F238E27FC236}">
                <a16:creationId xmlns:a16="http://schemas.microsoft.com/office/drawing/2014/main" id="{A6F78234-3EB0-5502-FED3-5A49F4006841}"/>
              </a:ext>
            </a:extLst>
          </p:cNvPr>
          <p:cNvSpPr>
            <a:spLocks noGrp="1"/>
          </p:cNvSpPr>
          <p:nvPr>
            <p:ph type="sldNum" sz="quarter" idx="12"/>
          </p:nvPr>
        </p:nvSpPr>
        <p:spPr/>
        <p:txBody>
          <a:bodyPr/>
          <a:lstStyle/>
          <a:p>
            <a:fld id="{D3A9EDD9-2578-4372-8132-10947A418667}" type="slidenum">
              <a:rPr lang="de-DE" smtClean="0"/>
              <a:t>4</a:t>
            </a:fld>
            <a:endParaRPr lang="de-DE"/>
          </a:p>
        </p:txBody>
      </p:sp>
      <p:sp>
        <p:nvSpPr>
          <p:cNvPr id="5" name="Titel 4">
            <a:extLst>
              <a:ext uri="{FF2B5EF4-FFF2-40B4-BE49-F238E27FC236}">
                <a16:creationId xmlns:a16="http://schemas.microsoft.com/office/drawing/2014/main" id="{D13C86F1-F233-7B81-DF5A-AEDF3957E05A}"/>
              </a:ext>
            </a:extLst>
          </p:cNvPr>
          <p:cNvSpPr>
            <a:spLocks noGrp="1"/>
          </p:cNvSpPr>
          <p:nvPr>
            <p:ph type="title"/>
          </p:nvPr>
        </p:nvSpPr>
        <p:spPr/>
        <p:txBody>
          <a:bodyPr/>
          <a:lstStyle/>
          <a:p>
            <a:r>
              <a:rPr lang="de-DE" dirty="0"/>
              <a:t>Motivation and problem statement</a:t>
            </a:r>
          </a:p>
        </p:txBody>
      </p:sp>
      <p:sp>
        <p:nvSpPr>
          <p:cNvPr id="6" name="Inhaltsplatzhalter 5">
            <a:extLst>
              <a:ext uri="{FF2B5EF4-FFF2-40B4-BE49-F238E27FC236}">
                <a16:creationId xmlns:a16="http://schemas.microsoft.com/office/drawing/2014/main" id="{9F7FA30B-6668-0CAB-6229-57DE5E88CD95}"/>
              </a:ext>
            </a:extLst>
          </p:cNvPr>
          <p:cNvSpPr>
            <a:spLocks noGrp="1"/>
          </p:cNvSpPr>
          <p:nvPr>
            <p:ph idx="1"/>
          </p:nvPr>
        </p:nvSpPr>
        <p:spPr>
          <a:xfrm>
            <a:off x="576267" y="1988346"/>
            <a:ext cx="11040000" cy="3253018"/>
          </a:xfrm>
        </p:spPr>
        <p:txBody>
          <a:bodyPr/>
          <a:lstStyle/>
          <a:p>
            <a:pPr marL="0" indent="0">
              <a:buNone/>
            </a:pPr>
            <a:r>
              <a:rPr lang="en-US" b="1" dirty="0">
                <a:solidFill>
                  <a:schemeClr val="tx1">
                    <a:lumMod val="50000"/>
                  </a:schemeClr>
                </a:solidFill>
              </a:rPr>
              <a:t>What?</a:t>
            </a:r>
          </a:p>
          <a:p>
            <a:pPr lvl="1"/>
            <a:r>
              <a:rPr lang="en-US" dirty="0">
                <a:solidFill>
                  <a:schemeClr val="tx1">
                    <a:lumMod val="50000"/>
                  </a:schemeClr>
                </a:solidFill>
              </a:rPr>
              <a:t>Statistical analysis.</a:t>
            </a:r>
          </a:p>
          <a:p>
            <a:pPr lvl="1"/>
            <a:r>
              <a:rPr lang="en-US" dirty="0">
                <a:solidFill>
                  <a:schemeClr val="tx1">
                    <a:lumMod val="50000"/>
                  </a:schemeClr>
                </a:solidFill>
              </a:rPr>
              <a:t>Reverse engineer packets to obtain protocol chunks.</a:t>
            </a:r>
          </a:p>
          <a:p>
            <a:pPr lvl="1"/>
            <a:r>
              <a:rPr lang="en-US" dirty="0">
                <a:solidFill>
                  <a:schemeClr val="tx1">
                    <a:lumMod val="50000"/>
                  </a:schemeClr>
                </a:solidFill>
              </a:rPr>
              <a:t>Train ML and DL classifiers.</a:t>
            </a:r>
          </a:p>
          <a:p>
            <a:pPr marL="0" indent="0">
              <a:buNone/>
            </a:pPr>
            <a:r>
              <a:rPr lang="en-US" b="1" dirty="0">
                <a:solidFill>
                  <a:schemeClr val="tx1">
                    <a:lumMod val="50000"/>
                  </a:schemeClr>
                </a:solidFill>
              </a:rPr>
              <a:t>Why? </a:t>
            </a:r>
          </a:p>
          <a:p>
            <a:pPr lvl="1"/>
            <a:r>
              <a:rPr lang="en-US" dirty="0">
                <a:solidFill>
                  <a:schemeClr val="tx1">
                    <a:lumMod val="50000"/>
                  </a:schemeClr>
                </a:solidFill>
              </a:rPr>
              <a:t>Enable anomaly detection for ICS without access to protocol specifications. </a:t>
            </a:r>
          </a:p>
          <a:p>
            <a:pPr marL="0" indent="0">
              <a:buNone/>
            </a:pPr>
            <a:endParaRPr lang="de-DE" dirty="0"/>
          </a:p>
        </p:txBody>
      </p:sp>
    </p:spTree>
    <p:extLst>
      <p:ext uri="{BB962C8B-B14F-4D97-AF65-F5344CB8AC3E}">
        <p14:creationId xmlns:p14="http://schemas.microsoft.com/office/powerpoint/2010/main" val="3434918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 calcmode="lin" valueType="num">
                                      <p:cBhvr additive="base">
                                        <p:cTn id="25"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anim calcmode="lin" valueType="num">
                                      <p:cBhvr additive="base">
                                        <p:cTn id="31"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 calcmode="lin" valueType="num">
                                      <p:cBhvr additive="base">
                                        <p:cTn id="37"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75F02-C2DD-C1EF-1107-9535667E4CC8}"/>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AEC35CCB-1D29-B96B-4225-9871D2FE0DDD}"/>
              </a:ext>
            </a:extLst>
          </p:cNvPr>
          <p:cNvSpPr>
            <a:spLocks noGrp="1"/>
          </p:cNvSpPr>
          <p:nvPr>
            <p:ph type="dt" sz="half" idx="10"/>
          </p:nvPr>
        </p:nvSpPr>
        <p:spPr/>
        <p:txBody>
          <a:bodyPr/>
          <a:lstStyle/>
          <a:p>
            <a:fld id="{D4B4CF52-F7D6-44F7-B9DF-EE5638D0BD3E}" type="datetime6">
              <a:rPr lang="en-US" smtClean="0"/>
              <a:t>February 26</a:t>
            </a:fld>
            <a:endParaRPr lang="de-DE" dirty="0"/>
          </a:p>
        </p:txBody>
      </p:sp>
      <p:sp>
        <p:nvSpPr>
          <p:cNvPr id="4" name="Foliennummernplatzhalter 3">
            <a:extLst>
              <a:ext uri="{FF2B5EF4-FFF2-40B4-BE49-F238E27FC236}">
                <a16:creationId xmlns:a16="http://schemas.microsoft.com/office/drawing/2014/main" id="{8FE5BCC7-33A9-4483-E23F-D7F40B6B0AD9}"/>
              </a:ext>
            </a:extLst>
          </p:cNvPr>
          <p:cNvSpPr>
            <a:spLocks noGrp="1"/>
          </p:cNvSpPr>
          <p:nvPr>
            <p:ph type="sldNum" sz="quarter" idx="12"/>
          </p:nvPr>
        </p:nvSpPr>
        <p:spPr/>
        <p:txBody>
          <a:bodyPr/>
          <a:lstStyle/>
          <a:p>
            <a:fld id="{D3A9EDD9-2578-4372-8132-10947A418667}" type="slidenum">
              <a:rPr lang="de-DE" smtClean="0"/>
              <a:t>5</a:t>
            </a:fld>
            <a:endParaRPr lang="de-DE"/>
          </a:p>
        </p:txBody>
      </p:sp>
      <p:sp>
        <p:nvSpPr>
          <p:cNvPr id="9" name="Titel 8">
            <a:extLst>
              <a:ext uri="{FF2B5EF4-FFF2-40B4-BE49-F238E27FC236}">
                <a16:creationId xmlns:a16="http://schemas.microsoft.com/office/drawing/2014/main" id="{65E1508A-4404-5964-2BD4-68E085463727}"/>
              </a:ext>
            </a:extLst>
          </p:cNvPr>
          <p:cNvSpPr>
            <a:spLocks noGrp="1"/>
          </p:cNvSpPr>
          <p:nvPr>
            <p:ph type="title"/>
          </p:nvPr>
        </p:nvSpPr>
        <p:spPr/>
        <p:txBody>
          <a:bodyPr/>
          <a:lstStyle/>
          <a:p>
            <a:r>
              <a:rPr lang="de-DE" dirty="0"/>
              <a:t>Datasets</a:t>
            </a:r>
          </a:p>
        </p:txBody>
      </p:sp>
      <p:sp>
        <p:nvSpPr>
          <p:cNvPr id="12" name="Textplatzhalter 11">
            <a:extLst>
              <a:ext uri="{FF2B5EF4-FFF2-40B4-BE49-F238E27FC236}">
                <a16:creationId xmlns:a16="http://schemas.microsoft.com/office/drawing/2014/main" id="{2CFFFD04-CA3B-B884-C4C2-7434CE39246A}"/>
              </a:ext>
            </a:extLst>
          </p:cNvPr>
          <p:cNvSpPr>
            <a:spLocks noGrp="1"/>
          </p:cNvSpPr>
          <p:nvPr>
            <p:ph type="body" sz="quarter" idx="14"/>
          </p:nvPr>
        </p:nvSpPr>
        <p:spPr>
          <a:xfrm>
            <a:off x="575733" y="706179"/>
            <a:ext cx="7680854" cy="319087"/>
          </a:xfrm>
        </p:spPr>
        <p:txBody>
          <a:bodyPr/>
          <a:lstStyle/>
          <a:p>
            <a:endParaRPr lang="de-DE" dirty="0"/>
          </a:p>
        </p:txBody>
      </p:sp>
      <p:graphicFrame>
        <p:nvGraphicFramePr>
          <p:cNvPr id="7" name="Table 6">
            <a:extLst>
              <a:ext uri="{FF2B5EF4-FFF2-40B4-BE49-F238E27FC236}">
                <a16:creationId xmlns:a16="http://schemas.microsoft.com/office/drawing/2014/main" id="{C69C2EEA-2EC8-08B6-3BFA-F8B7B73CA839}"/>
              </a:ext>
            </a:extLst>
          </p:cNvPr>
          <p:cNvGraphicFramePr>
            <a:graphicFrameLocks noGrp="1"/>
          </p:cNvGraphicFramePr>
          <p:nvPr>
            <p:extLst>
              <p:ext uri="{D42A27DB-BD31-4B8C-83A1-F6EECF244321}">
                <p14:modId xmlns:p14="http://schemas.microsoft.com/office/powerpoint/2010/main" val="3141306690"/>
              </p:ext>
            </p:extLst>
          </p:nvPr>
        </p:nvGraphicFramePr>
        <p:xfrm>
          <a:off x="540108" y="1064078"/>
          <a:ext cx="9055011" cy="5300512"/>
        </p:xfrm>
        <a:graphic>
          <a:graphicData uri="http://schemas.openxmlformats.org/drawingml/2006/table">
            <a:tbl>
              <a:tblPr firstRow="1" bandRow="1">
                <a:tableStyleId>{073A0DAA-6AF3-43AB-8588-CEC1D06C72B9}</a:tableStyleId>
              </a:tblPr>
              <a:tblGrid>
                <a:gridCol w="3018337">
                  <a:extLst>
                    <a:ext uri="{9D8B030D-6E8A-4147-A177-3AD203B41FA5}">
                      <a16:colId xmlns:a16="http://schemas.microsoft.com/office/drawing/2014/main" val="2069146935"/>
                    </a:ext>
                  </a:extLst>
                </a:gridCol>
                <a:gridCol w="3024087">
                  <a:extLst>
                    <a:ext uri="{9D8B030D-6E8A-4147-A177-3AD203B41FA5}">
                      <a16:colId xmlns:a16="http://schemas.microsoft.com/office/drawing/2014/main" val="199355563"/>
                    </a:ext>
                  </a:extLst>
                </a:gridCol>
                <a:gridCol w="3012587">
                  <a:extLst>
                    <a:ext uri="{9D8B030D-6E8A-4147-A177-3AD203B41FA5}">
                      <a16:colId xmlns:a16="http://schemas.microsoft.com/office/drawing/2014/main" val="761172939"/>
                    </a:ext>
                  </a:extLst>
                </a:gridCol>
              </a:tblGrid>
              <a:tr h="455696">
                <a:tc>
                  <a:txBody>
                    <a:bodyPr/>
                    <a:lstStyle/>
                    <a:p>
                      <a:endParaRPr lang="de-DE" dirty="0"/>
                    </a:p>
                  </a:txBody>
                  <a:tcPr/>
                </a:tc>
                <a:tc>
                  <a:txBody>
                    <a:bodyPr/>
                    <a:lstStyle/>
                    <a:p>
                      <a:r>
                        <a:rPr lang="de-DE" dirty="0"/>
                        <a:t>Electra S7Comm</a:t>
                      </a:r>
                      <a:r>
                        <a:rPr lang="en-US" dirty="0"/>
                        <a:t>¹</a:t>
                      </a:r>
                      <a:endParaRPr lang="de-DE" dirty="0"/>
                    </a:p>
                  </a:txBody>
                  <a:tcPr/>
                </a:tc>
                <a:tc>
                  <a:txBody>
                    <a:bodyPr/>
                    <a:lstStyle/>
                    <a:p>
                      <a:r>
                        <a:rPr lang="de-DE" dirty="0"/>
                        <a:t>2017QUTS7Comm²</a:t>
                      </a:r>
                    </a:p>
                  </a:txBody>
                  <a:tcPr/>
                </a:tc>
                <a:extLst>
                  <a:ext uri="{0D108BD9-81ED-4DB2-BD59-A6C34878D82A}">
                    <a16:rowId xmlns:a16="http://schemas.microsoft.com/office/drawing/2014/main" val="1995744574"/>
                  </a:ext>
                </a:extLst>
              </a:tr>
              <a:tr h="537268">
                <a:tc>
                  <a:txBody>
                    <a:bodyPr/>
                    <a:lstStyle/>
                    <a:p>
                      <a:r>
                        <a:rPr lang="de-DE" b="1" dirty="0"/>
                        <a:t>Publisher</a:t>
                      </a:r>
                    </a:p>
                  </a:txBody>
                  <a:tcPr/>
                </a:tc>
                <a:tc>
                  <a:txBody>
                    <a:bodyPr/>
                    <a:lstStyle/>
                    <a:p>
                      <a:r>
                        <a:rPr lang="en-US" dirty="0"/>
                        <a:t>University of Murcia (UM), Spain</a:t>
                      </a:r>
                      <a:endParaRPr lang="de-DE" dirty="0">
                        <a:latin typeface="+mn-lt"/>
                      </a:endParaRPr>
                    </a:p>
                  </a:txBody>
                  <a:tcPr/>
                </a:tc>
                <a:tc>
                  <a:txBody>
                    <a:bodyPr/>
                    <a:lstStyle/>
                    <a:p>
                      <a:r>
                        <a:rPr lang="de-DE" dirty="0"/>
                        <a:t>Queensland University of Technology</a:t>
                      </a:r>
                      <a:endParaRPr lang="de-DE" dirty="0">
                        <a:latin typeface="+mn-lt"/>
                      </a:endParaRPr>
                    </a:p>
                  </a:txBody>
                  <a:tcPr/>
                </a:tc>
                <a:extLst>
                  <a:ext uri="{0D108BD9-81ED-4DB2-BD59-A6C34878D82A}">
                    <a16:rowId xmlns:a16="http://schemas.microsoft.com/office/drawing/2014/main" val="88917737"/>
                  </a:ext>
                </a:extLst>
              </a:tr>
              <a:tr h="537268">
                <a:tc>
                  <a:txBody>
                    <a:bodyPr/>
                    <a:lstStyle/>
                    <a:p>
                      <a:r>
                        <a:rPr lang="de-DE" b="1" dirty="0"/>
                        <a:t>Generation</a:t>
                      </a:r>
                    </a:p>
                  </a:txBody>
                  <a:tcPr/>
                </a:tc>
                <a:tc>
                  <a:txBody>
                    <a:bodyPr/>
                    <a:lstStyle/>
                    <a:p>
                      <a:r>
                        <a:rPr lang="de-DE" dirty="0"/>
                        <a:t>Collected From Realistic Testbeds</a:t>
                      </a:r>
                      <a:endParaRPr lang="de-DE" dirty="0">
                        <a:latin typeface="+mn-lt"/>
                      </a:endParaRPr>
                    </a:p>
                  </a:txBody>
                  <a:tcPr/>
                </a:tc>
                <a:tc>
                  <a:txBody>
                    <a:bodyPr/>
                    <a:lstStyle/>
                    <a:p>
                      <a:r>
                        <a:rPr lang="de-DE" dirty="0"/>
                        <a:t>Generated in Controlled Laboratory Environment</a:t>
                      </a:r>
                      <a:endParaRPr lang="de-DE" dirty="0">
                        <a:latin typeface="+mn-lt"/>
                      </a:endParaRPr>
                    </a:p>
                  </a:txBody>
                  <a:tcPr/>
                </a:tc>
                <a:extLst>
                  <a:ext uri="{0D108BD9-81ED-4DB2-BD59-A6C34878D82A}">
                    <a16:rowId xmlns:a16="http://schemas.microsoft.com/office/drawing/2014/main" val="3250482927"/>
                  </a:ext>
                </a:extLst>
              </a:tr>
              <a:tr h="537268">
                <a:tc>
                  <a:txBody>
                    <a:bodyPr/>
                    <a:lstStyle/>
                    <a:p>
                      <a:r>
                        <a:rPr lang="de-DE" b="1" dirty="0"/>
                        <a:t>Size</a:t>
                      </a:r>
                    </a:p>
                  </a:txBody>
                  <a:tcPr/>
                </a:tc>
                <a:tc>
                  <a:txBody>
                    <a:bodyPr/>
                    <a:lstStyle/>
                    <a:p>
                      <a:r>
                        <a:rPr lang="de-DE" dirty="0"/>
                        <a:t>387.098.466 packets (~30 GB)</a:t>
                      </a:r>
                      <a:endParaRPr lang="de-DE" dirty="0">
                        <a:latin typeface="+mn-lt"/>
                      </a:endParaRPr>
                    </a:p>
                  </a:txBody>
                  <a:tcPr/>
                </a:tc>
                <a:tc>
                  <a:txBody>
                    <a:bodyPr/>
                    <a:lstStyle/>
                    <a:p>
                      <a:r>
                        <a:rPr lang="en-US" dirty="0"/>
                        <a:t>5.830.642 packets (~1,5 GB)</a:t>
                      </a:r>
                    </a:p>
                    <a:p>
                      <a:endParaRPr lang="de-DE" dirty="0">
                        <a:latin typeface="+mn-lt"/>
                      </a:endParaRPr>
                    </a:p>
                  </a:txBody>
                  <a:tcPr/>
                </a:tc>
                <a:extLst>
                  <a:ext uri="{0D108BD9-81ED-4DB2-BD59-A6C34878D82A}">
                    <a16:rowId xmlns:a16="http://schemas.microsoft.com/office/drawing/2014/main" val="4194435555"/>
                  </a:ext>
                </a:extLst>
              </a:tr>
              <a:tr h="537268">
                <a:tc>
                  <a:txBody>
                    <a:bodyPr/>
                    <a:lstStyle/>
                    <a:p>
                      <a:r>
                        <a:rPr lang="de-DE" b="1" dirty="0"/>
                        <a:t>Compoisition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31,7% Attack</a:t>
                      </a:r>
                    </a:p>
                    <a:p>
                      <a:r>
                        <a:rPr lang="de-DE" dirty="0"/>
                        <a:t>63,3% Benign</a:t>
                      </a:r>
                      <a:endParaRPr lang="de-DE" dirty="0">
                        <a:latin typeface="+mn-lt"/>
                      </a:endParaRPr>
                    </a:p>
                  </a:txBody>
                  <a:tcPr/>
                </a:tc>
                <a:tc>
                  <a:txBody>
                    <a:bodyPr/>
                    <a:lstStyle/>
                    <a:p>
                      <a:r>
                        <a:rPr lang="en-US" b="0" dirty="0"/>
                        <a:t>85,1% Attack</a:t>
                      </a:r>
                    </a:p>
                    <a:p>
                      <a:r>
                        <a:rPr lang="en-US" dirty="0"/>
                        <a:t>14,9% Benign</a:t>
                      </a:r>
                      <a:endParaRPr lang="de-DE" dirty="0">
                        <a:latin typeface="+mn-lt"/>
                      </a:endParaRPr>
                    </a:p>
                  </a:txBody>
                  <a:tcPr/>
                </a:tc>
                <a:extLst>
                  <a:ext uri="{0D108BD9-81ED-4DB2-BD59-A6C34878D82A}">
                    <a16:rowId xmlns:a16="http://schemas.microsoft.com/office/drawing/2014/main" val="647427074"/>
                  </a:ext>
                </a:extLst>
              </a:tr>
              <a:tr h="455696">
                <a:tc>
                  <a:txBody>
                    <a:bodyPr/>
                    <a:lstStyle/>
                    <a:p>
                      <a:r>
                        <a:rPr lang="de-DE" b="1" dirty="0"/>
                        <a:t>Format</a:t>
                      </a:r>
                    </a:p>
                  </a:txBody>
                  <a:tcPr/>
                </a:tc>
                <a:tc>
                  <a:txBody>
                    <a:bodyPr/>
                    <a:lstStyle/>
                    <a:p>
                      <a:r>
                        <a:rPr lang="de-DE" dirty="0"/>
                        <a:t>CSV (preprocessed)</a:t>
                      </a:r>
                      <a:endParaRPr lang="de-DE" dirty="0">
                        <a:latin typeface="+mn-lt"/>
                      </a:endParaRPr>
                    </a:p>
                  </a:txBody>
                  <a:tcPr/>
                </a:tc>
                <a:tc>
                  <a:txBody>
                    <a:bodyPr/>
                    <a:lstStyle/>
                    <a:p>
                      <a:r>
                        <a:rPr lang="de-DE" dirty="0"/>
                        <a:t>PCAP Files</a:t>
                      </a:r>
                      <a:endParaRPr lang="de-DE" dirty="0">
                        <a:latin typeface="+mn-lt"/>
                      </a:endParaRPr>
                    </a:p>
                  </a:txBody>
                  <a:tcPr/>
                </a:tc>
                <a:extLst>
                  <a:ext uri="{0D108BD9-81ED-4DB2-BD59-A6C34878D82A}">
                    <a16:rowId xmlns:a16="http://schemas.microsoft.com/office/drawing/2014/main" val="3903473235"/>
                  </a:ext>
                </a:extLst>
              </a:tr>
              <a:tr h="767526">
                <a:tc>
                  <a:txBody>
                    <a:bodyPr/>
                    <a:lstStyle/>
                    <a:p>
                      <a:r>
                        <a:rPr lang="en-US" b="1" dirty="0"/>
                        <a:t>Primary use in Project</a:t>
                      </a:r>
                      <a:endParaRPr lang="de-DE" b="1" dirty="0"/>
                    </a:p>
                  </a:txBody>
                  <a:tcPr/>
                </a:tc>
                <a:tc>
                  <a:txBody>
                    <a:bodyPr/>
                    <a:lstStyle/>
                    <a:p>
                      <a:r>
                        <a:rPr lang="de-DE" dirty="0"/>
                        <a:t>Initial Analysis</a:t>
                      </a:r>
                      <a:endParaRPr lang="de-DE" dirty="0">
                        <a:latin typeface="+mn-lt"/>
                      </a:endParaRPr>
                    </a:p>
                  </a:txBody>
                  <a:tcPr/>
                </a:tc>
                <a:tc>
                  <a:txBody>
                    <a:bodyPr/>
                    <a:lstStyle/>
                    <a:p>
                      <a:r>
                        <a:rPr lang="de-DE" dirty="0"/>
                        <a:t>Initial Analysis, Reverse Engineering &amp; Execution of Experiments</a:t>
                      </a:r>
                      <a:endParaRPr lang="de-DE" dirty="0">
                        <a:latin typeface="+mn-lt"/>
                      </a:endParaRPr>
                    </a:p>
                  </a:txBody>
                  <a:tcPr/>
                </a:tc>
                <a:extLst>
                  <a:ext uri="{0D108BD9-81ED-4DB2-BD59-A6C34878D82A}">
                    <a16:rowId xmlns:a16="http://schemas.microsoft.com/office/drawing/2014/main" val="2296733147"/>
                  </a:ext>
                </a:extLst>
              </a:tr>
              <a:tr h="537268">
                <a:tc>
                  <a:txBody>
                    <a:bodyPr/>
                    <a:lstStyle/>
                    <a:p>
                      <a:r>
                        <a:rPr lang="de-DE" b="1" dirty="0"/>
                        <a:t>Protocols</a:t>
                      </a:r>
                    </a:p>
                  </a:txBody>
                  <a:tcPr/>
                </a:tc>
                <a:tc>
                  <a:txBody>
                    <a:bodyPr/>
                    <a:lstStyle/>
                    <a:p>
                      <a:r>
                        <a:rPr lang="de-DE" dirty="0"/>
                        <a:t>Only s7Comm</a:t>
                      </a:r>
                      <a:endParaRPr lang="de-DE" dirty="0">
                        <a:latin typeface="+mn-lt"/>
                      </a:endParaRPr>
                    </a:p>
                  </a:txBody>
                  <a:tcPr/>
                </a:tc>
                <a:tc>
                  <a:txBody>
                    <a:bodyPr/>
                    <a:lstStyle/>
                    <a:p>
                      <a:r>
                        <a:rPr lang="de-DE" dirty="0"/>
                        <a:t>Different Protocols (mainly S7Comm)</a:t>
                      </a:r>
                      <a:endParaRPr lang="de-DE" dirty="0">
                        <a:latin typeface="+mn-lt"/>
                      </a:endParaRPr>
                    </a:p>
                  </a:txBody>
                  <a:tcPr/>
                </a:tc>
                <a:extLst>
                  <a:ext uri="{0D108BD9-81ED-4DB2-BD59-A6C34878D82A}">
                    <a16:rowId xmlns:a16="http://schemas.microsoft.com/office/drawing/2014/main" val="3221931698"/>
                  </a:ext>
                </a:extLst>
              </a:tr>
            </a:tbl>
          </a:graphicData>
        </a:graphic>
      </p:graphicFrame>
      <p:sp>
        <p:nvSpPr>
          <p:cNvPr id="3" name="Footer Placeholder 2">
            <a:extLst>
              <a:ext uri="{FF2B5EF4-FFF2-40B4-BE49-F238E27FC236}">
                <a16:creationId xmlns:a16="http://schemas.microsoft.com/office/drawing/2014/main" id="{C4565741-7F2B-06DF-B269-D97FA168515F}"/>
              </a:ext>
            </a:extLst>
          </p:cNvPr>
          <p:cNvSpPr>
            <a:spLocks noGrp="1"/>
          </p:cNvSpPr>
          <p:nvPr>
            <p:ph type="ftr" sz="quarter" idx="11"/>
          </p:nvPr>
        </p:nvSpPr>
        <p:spPr/>
        <p:txBody>
          <a:bodyPr/>
          <a:lstStyle/>
          <a:p>
            <a:r>
              <a:rPr lang="de-DE" sz="1000" dirty="0"/>
              <a:t>1 - http://perception.inf.um.es/ICS-datasets/csv/electra_s7comm.zip </a:t>
            </a:r>
          </a:p>
          <a:p>
            <a:r>
              <a:rPr lang="de-DE" sz="1000" dirty="0"/>
              <a:t>2 - https://github.com/qut-infosec/2017QUT_S7comm </a:t>
            </a:r>
          </a:p>
          <a:p>
            <a:endParaRPr lang="de-DE" sz="1000" dirty="0"/>
          </a:p>
        </p:txBody>
      </p:sp>
    </p:spTree>
    <p:extLst>
      <p:ext uri="{BB962C8B-B14F-4D97-AF65-F5344CB8AC3E}">
        <p14:creationId xmlns:p14="http://schemas.microsoft.com/office/powerpoint/2010/main" val="2717485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ABAA8-1398-CCFB-B87D-2742E1B2B298}"/>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FD427799-073A-387B-8F07-492ECDF86D09}"/>
              </a:ext>
            </a:extLst>
          </p:cNvPr>
          <p:cNvSpPr>
            <a:spLocks noGrp="1"/>
          </p:cNvSpPr>
          <p:nvPr>
            <p:ph type="dt" sz="half" idx="10"/>
          </p:nvPr>
        </p:nvSpPr>
        <p:spPr/>
        <p:txBody>
          <a:bodyPr/>
          <a:lstStyle/>
          <a:p>
            <a:fld id="{919EE074-DB3E-40D2-8FFC-E6396AA3CA53}" type="datetime6">
              <a:rPr lang="en-US" smtClean="0"/>
              <a:t>February 26</a:t>
            </a:fld>
            <a:endParaRPr lang="de-DE" dirty="0"/>
          </a:p>
        </p:txBody>
      </p:sp>
      <p:sp>
        <p:nvSpPr>
          <p:cNvPr id="3" name="Fußzeilenplatzhalter 2">
            <a:extLst>
              <a:ext uri="{FF2B5EF4-FFF2-40B4-BE49-F238E27FC236}">
                <a16:creationId xmlns:a16="http://schemas.microsoft.com/office/drawing/2014/main" id="{A80781F9-E919-1DED-45C0-3CE0475A1DF4}"/>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04928C9C-2813-3BF0-31FF-B970392EC934}"/>
              </a:ext>
            </a:extLst>
          </p:cNvPr>
          <p:cNvSpPr>
            <a:spLocks noGrp="1"/>
          </p:cNvSpPr>
          <p:nvPr>
            <p:ph type="sldNum" sz="quarter" idx="12"/>
          </p:nvPr>
        </p:nvSpPr>
        <p:spPr/>
        <p:txBody>
          <a:bodyPr/>
          <a:lstStyle/>
          <a:p>
            <a:fld id="{D3A9EDD9-2578-4372-8132-10947A418667}" type="slidenum">
              <a:rPr lang="de-DE" smtClean="0"/>
              <a:t>6</a:t>
            </a:fld>
            <a:endParaRPr lang="de-DE"/>
          </a:p>
        </p:txBody>
      </p:sp>
      <p:sp>
        <p:nvSpPr>
          <p:cNvPr id="9" name="Titel 8">
            <a:extLst>
              <a:ext uri="{FF2B5EF4-FFF2-40B4-BE49-F238E27FC236}">
                <a16:creationId xmlns:a16="http://schemas.microsoft.com/office/drawing/2014/main" id="{0D62F29F-7289-8D45-F121-4913AFB8F980}"/>
              </a:ext>
            </a:extLst>
          </p:cNvPr>
          <p:cNvSpPr>
            <a:spLocks noGrp="1"/>
          </p:cNvSpPr>
          <p:nvPr>
            <p:ph type="title"/>
          </p:nvPr>
        </p:nvSpPr>
        <p:spPr/>
        <p:txBody>
          <a:bodyPr/>
          <a:lstStyle/>
          <a:p>
            <a:r>
              <a:rPr lang="de-DE" sz="2400" dirty="0"/>
              <a:t>Datasets</a:t>
            </a:r>
            <a:endParaRPr lang="de-DE" dirty="0"/>
          </a:p>
        </p:txBody>
      </p:sp>
      <p:graphicFrame>
        <p:nvGraphicFramePr>
          <p:cNvPr id="5" name="Chart 4">
            <a:extLst>
              <a:ext uri="{FF2B5EF4-FFF2-40B4-BE49-F238E27FC236}">
                <a16:creationId xmlns:a16="http://schemas.microsoft.com/office/drawing/2014/main" id="{7815E069-87DD-57B9-3322-58A52C4C0D3D}"/>
              </a:ext>
            </a:extLst>
          </p:cNvPr>
          <p:cNvGraphicFramePr/>
          <p:nvPr>
            <p:extLst>
              <p:ext uri="{D42A27DB-BD31-4B8C-83A1-F6EECF244321}">
                <p14:modId xmlns:p14="http://schemas.microsoft.com/office/powerpoint/2010/main" val="1489138378"/>
              </p:ext>
            </p:extLst>
          </p:nvPr>
        </p:nvGraphicFramePr>
        <p:xfrm>
          <a:off x="4805632" y="1685396"/>
          <a:ext cx="6431845" cy="412749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80D14D2A-1E8A-A8CD-DBCE-38EB728C7BBB}"/>
              </a:ext>
            </a:extLst>
          </p:cNvPr>
          <p:cNvGraphicFramePr/>
          <p:nvPr>
            <p:extLst>
              <p:ext uri="{D42A27DB-BD31-4B8C-83A1-F6EECF244321}">
                <p14:modId xmlns:p14="http://schemas.microsoft.com/office/powerpoint/2010/main" val="247511580"/>
              </p:ext>
            </p:extLst>
          </p:nvPr>
        </p:nvGraphicFramePr>
        <p:xfrm>
          <a:off x="619840" y="1955131"/>
          <a:ext cx="4523874" cy="2947737"/>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platzhalter 10">
            <a:extLst>
              <a:ext uri="{FF2B5EF4-FFF2-40B4-BE49-F238E27FC236}">
                <a16:creationId xmlns:a16="http://schemas.microsoft.com/office/drawing/2014/main" id="{F78A52CC-177D-92E2-D600-1454C73C8EE8}"/>
              </a:ext>
            </a:extLst>
          </p:cNvPr>
          <p:cNvSpPr>
            <a:spLocks noGrp="1"/>
          </p:cNvSpPr>
          <p:nvPr>
            <p:ph type="body" sz="quarter" idx="14"/>
          </p:nvPr>
        </p:nvSpPr>
        <p:spPr>
          <a:xfrm>
            <a:off x="576263" y="688975"/>
            <a:ext cx="7680325" cy="319088"/>
          </a:xfrm>
        </p:spPr>
        <p:txBody>
          <a:bodyPr/>
          <a:lstStyle/>
          <a:p>
            <a:r>
              <a:rPr lang="de-DE" dirty="0"/>
              <a:t>QUTS7Comm(2017) Class and Attack Distribution</a:t>
            </a:r>
          </a:p>
          <a:p>
            <a:endParaRPr lang="de-DE" dirty="0"/>
          </a:p>
        </p:txBody>
      </p:sp>
      <p:sp>
        <p:nvSpPr>
          <p:cNvPr id="8" name="TextBox 7">
            <a:extLst>
              <a:ext uri="{FF2B5EF4-FFF2-40B4-BE49-F238E27FC236}">
                <a16:creationId xmlns:a16="http://schemas.microsoft.com/office/drawing/2014/main" id="{631335EE-A469-0639-AD31-AB7A3A25ED25}"/>
              </a:ext>
            </a:extLst>
          </p:cNvPr>
          <p:cNvSpPr txBox="1"/>
          <p:nvPr/>
        </p:nvSpPr>
        <p:spPr>
          <a:xfrm>
            <a:off x="575733" y="5219700"/>
            <a:ext cx="4639205" cy="523220"/>
          </a:xfrm>
          <a:prstGeom prst="rect">
            <a:avLst/>
          </a:prstGeom>
          <a:noFill/>
        </p:spPr>
        <p:txBody>
          <a:bodyPr wrap="square" rtlCol="0">
            <a:spAutoFit/>
          </a:bodyPr>
          <a:lstStyle/>
          <a:p>
            <a:pPr marL="285750" indent="-285750">
              <a:buFont typeface="Arial" panose="020B0604020202020204" pitchFamily="34" charset="0"/>
              <a:buChar char="•"/>
            </a:pPr>
            <a:r>
              <a:rPr lang="de-DE" sz="1400" dirty="0"/>
              <a:t>99,8% of traffic belongs to  S7Comm protocol (minor background traffic includes DHCPv6, NTP, mDNS)</a:t>
            </a:r>
          </a:p>
        </p:txBody>
      </p:sp>
    </p:spTree>
    <p:extLst>
      <p:ext uri="{BB962C8B-B14F-4D97-AF65-F5344CB8AC3E}">
        <p14:creationId xmlns:p14="http://schemas.microsoft.com/office/powerpoint/2010/main" val="1526101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E28B2-23D2-9CFE-CCEC-BB24A0F01E5D}"/>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6932D370-BDF2-124B-D09F-CCEF16D486C7}"/>
              </a:ext>
            </a:extLst>
          </p:cNvPr>
          <p:cNvSpPr>
            <a:spLocks noGrp="1"/>
          </p:cNvSpPr>
          <p:nvPr>
            <p:ph type="dt" sz="half" idx="10"/>
          </p:nvPr>
        </p:nvSpPr>
        <p:spPr/>
        <p:txBody>
          <a:bodyPr/>
          <a:lstStyle/>
          <a:p>
            <a:fld id="{370C030B-7870-41CD-B148-D44FA45BD501}" type="datetime6">
              <a:rPr lang="en-US" smtClean="0"/>
              <a:t>February 26</a:t>
            </a:fld>
            <a:endParaRPr lang="de-DE" dirty="0"/>
          </a:p>
        </p:txBody>
      </p:sp>
      <p:sp>
        <p:nvSpPr>
          <p:cNvPr id="5" name="Textplatzhalter 4">
            <a:extLst>
              <a:ext uri="{FF2B5EF4-FFF2-40B4-BE49-F238E27FC236}">
                <a16:creationId xmlns:a16="http://schemas.microsoft.com/office/drawing/2014/main" id="{C3261A60-41FC-6372-5BE6-7842AE10A438}"/>
              </a:ext>
            </a:extLst>
          </p:cNvPr>
          <p:cNvSpPr>
            <a:spLocks noGrp="1"/>
          </p:cNvSpPr>
          <p:nvPr>
            <p:ph type="body" sz="quarter" idx="12"/>
          </p:nvPr>
        </p:nvSpPr>
        <p:spPr/>
        <p:txBody>
          <a:bodyPr/>
          <a:lstStyle/>
          <a:p>
            <a:r>
              <a:rPr lang="de-DE" dirty="0"/>
              <a:t>Methodology</a:t>
            </a:r>
          </a:p>
        </p:txBody>
      </p:sp>
      <p:sp>
        <p:nvSpPr>
          <p:cNvPr id="4" name="Foliennummernplatzhalter 3">
            <a:extLst>
              <a:ext uri="{FF2B5EF4-FFF2-40B4-BE49-F238E27FC236}">
                <a16:creationId xmlns:a16="http://schemas.microsoft.com/office/drawing/2014/main" id="{1E50B096-627E-5D8F-D9A1-E86CCACAFA8B}"/>
              </a:ext>
            </a:extLst>
          </p:cNvPr>
          <p:cNvSpPr>
            <a:spLocks noGrp="1"/>
          </p:cNvSpPr>
          <p:nvPr>
            <p:ph type="sldNum" sz="quarter" idx="4294967295"/>
          </p:nvPr>
        </p:nvSpPr>
        <p:spPr>
          <a:xfrm>
            <a:off x="11623675" y="6491288"/>
            <a:ext cx="568325" cy="180975"/>
          </a:xfrm>
          <a:prstGeom prst="rect">
            <a:avLst/>
          </a:prstGeom>
        </p:spPr>
        <p:txBody>
          <a:bodyPr/>
          <a:lstStyle/>
          <a:p>
            <a:fld id="{D3A9EDD9-2578-4372-8132-10947A418667}" type="slidenum">
              <a:rPr lang="de-DE" smtClean="0"/>
              <a:t>7</a:t>
            </a:fld>
            <a:endParaRPr lang="de-DE"/>
          </a:p>
        </p:txBody>
      </p:sp>
      <p:sp>
        <p:nvSpPr>
          <p:cNvPr id="7" name="Text Placeholder 6">
            <a:extLst>
              <a:ext uri="{FF2B5EF4-FFF2-40B4-BE49-F238E27FC236}">
                <a16:creationId xmlns:a16="http://schemas.microsoft.com/office/drawing/2014/main" id="{6CFFEB0A-614F-55C9-9F16-739304E95D78}"/>
              </a:ext>
            </a:extLst>
          </p:cNvPr>
          <p:cNvSpPr>
            <a:spLocks noGrp="1"/>
          </p:cNvSpPr>
          <p:nvPr>
            <p:ph type="body" sz="quarter" idx="11"/>
          </p:nvPr>
        </p:nvSpPr>
        <p:spPr/>
        <p:txBody>
          <a:bodyPr/>
          <a:lstStyle/>
          <a:p>
            <a:endParaRPr lang="de-DE"/>
          </a:p>
        </p:txBody>
      </p:sp>
    </p:spTree>
    <p:extLst>
      <p:ext uri="{BB962C8B-B14F-4D97-AF65-F5344CB8AC3E}">
        <p14:creationId xmlns:p14="http://schemas.microsoft.com/office/powerpoint/2010/main" val="23081320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DD54C-1420-0E5D-4150-C6E6E42DA56F}"/>
            </a:ext>
          </a:extLst>
        </p:cNvPr>
        <p:cNvGrpSpPr/>
        <p:nvPr/>
      </p:nvGrpSpPr>
      <p:grpSpPr>
        <a:xfrm>
          <a:off x="0" y="0"/>
          <a:ext cx="0" cy="0"/>
          <a:chOff x="0" y="0"/>
          <a:chExt cx="0" cy="0"/>
        </a:xfrm>
      </p:grpSpPr>
      <p:sp>
        <p:nvSpPr>
          <p:cNvPr id="23" name="Datumsplatzhalter 22">
            <a:extLst>
              <a:ext uri="{FF2B5EF4-FFF2-40B4-BE49-F238E27FC236}">
                <a16:creationId xmlns:a16="http://schemas.microsoft.com/office/drawing/2014/main" id="{8A094F38-DA37-EF61-E42F-E9429D2892FC}"/>
              </a:ext>
            </a:extLst>
          </p:cNvPr>
          <p:cNvSpPr>
            <a:spLocks noGrp="1"/>
          </p:cNvSpPr>
          <p:nvPr>
            <p:ph type="dt" sz="half" idx="10"/>
          </p:nvPr>
        </p:nvSpPr>
        <p:spPr/>
        <p:txBody>
          <a:bodyPr/>
          <a:lstStyle/>
          <a:p>
            <a:fld id="{1ED135A3-9A03-47D1-9B14-EF9C0227673F}" type="datetime6">
              <a:rPr lang="en-US" smtClean="0"/>
              <a:t>February 26</a:t>
            </a:fld>
            <a:endParaRPr lang="de-DE" dirty="0"/>
          </a:p>
        </p:txBody>
      </p:sp>
      <p:sp>
        <p:nvSpPr>
          <p:cNvPr id="24" name="Fußzeilenplatzhalter 23">
            <a:extLst>
              <a:ext uri="{FF2B5EF4-FFF2-40B4-BE49-F238E27FC236}">
                <a16:creationId xmlns:a16="http://schemas.microsoft.com/office/drawing/2014/main" id="{CFB60B61-A65F-3045-5B61-FAD1E529D7E6}"/>
              </a:ext>
            </a:extLst>
          </p:cNvPr>
          <p:cNvSpPr>
            <a:spLocks noGrp="1"/>
          </p:cNvSpPr>
          <p:nvPr>
            <p:ph type="ftr" sz="quarter" idx="11"/>
          </p:nvPr>
        </p:nvSpPr>
        <p:spPr>
          <a:xfrm>
            <a:off x="4130411" y="6308725"/>
            <a:ext cx="5712000" cy="363092"/>
          </a:xfrm>
        </p:spPr>
        <p:txBody>
          <a:bodyPr/>
          <a:lstStyle/>
          <a:p>
            <a:r>
              <a:rPr lang="de-DE" dirty="0"/>
              <a:t>SVM: Support vector machine, GAN: Generative adversial networks</a:t>
            </a:r>
          </a:p>
          <a:p>
            <a:r>
              <a:rPr lang="de-DE" dirty="0"/>
              <a:t>CNN: Convolutional neural network, RE: Reverse engineered dataset representation</a:t>
            </a:r>
          </a:p>
        </p:txBody>
      </p:sp>
      <p:sp>
        <p:nvSpPr>
          <p:cNvPr id="25" name="Foliennummernplatzhalter 24">
            <a:extLst>
              <a:ext uri="{FF2B5EF4-FFF2-40B4-BE49-F238E27FC236}">
                <a16:creationId xmlns:a16="http://schemas.microsoft.com/office/drawing/2014/main" id="{97BDC5A2-2DDD-E69F-8CA3-0FB34D4F81B0}"/>
              </a:ext>
            </a:extLst>
          </p:cNvPr>
          <p:cNvSpPr>
            <a:spLocks noGrp="1"/>
          </p:cNvSpPr>
          <p:nvPr>
            <p:ph type="sldNum" sz="quarter" idx="12"/>
          </p:nvPr>
        </p:nvSpPr>
        <p:spPr/>
        <p:txBody>
          <a:bodyPr/>
          <a:lstStyle/>
          <a:p>
            <a:fld id="{D3A9EDD9-2578-4372-8132-10947A418667}" type="slidenum">
              <a:rPr lang="de-DE" smtClean="0"/>
              <a:t>8</a:t>
            </a:fld>
            <a:endParaRPr lang="de-DE"/>
          </a:p>
        </p:txBody>
      </p:sp>
      <p:sp>
        <p:nvSpPr>
          <p:cNvPr id="44" name="Title 1">
            <a:extLst>
              <a:ext uri="{FF2B5EF4-FFF2-40B4-BE49-F238E27FC236}">
                <a16:creationId xmlns:a16="http://schemas.microsoft.com/office/drawing/2014/main" id="{B8F036F4-0995-AA37-E367-763880030695}"/>
              </a:ext>
            </a:extLst>
          </p:cNvPr>
          <p:cNvSpPr>
            <a:spLocks noGrp="1"/>
          </p:cNvSpPr>
          <p:nvPr>
            <p:ph type="title"/>
          </p:nvPr>
        </p:nvSpPr>
        <p:spPr>
          <a:xfrm>
            <a:off x="261991" y="416297"/>
            <a:ext cx="10515600" cy="511131"/>
          </a:xfrm>
        </p:spPr>
        <p:txBody>
          <a:bodyPr/>
          <a:lstStyle/>
          <a:p>
            <a:r>
              <a:rPr lang="de-DE" dirty="0"/>
              <a:t>Experimental Procedure overview</a:t>
            </a:r>
          </a:p>
        </p:txBody>
      </p:sp>
      <p:sp>
        <p:nvSpPr>
          <p:cNvPr id="45" name="TextBox 44">
            <a:extLst>
              <a:ext uri="{FF2B5EF4-FFF2-40B4-BE49-F238E27FC236}">
                <a16:creationId xmlns:a16="http://schemas.microsoft.com/office/drawing/2014/main" id="{463D864E-FCB8-C585-00A7-391BF5A0DD7E}"/>
              </a:ext>
            </a:extLst>
          </p:cNvPr>
          <p:cNvSpPr txBox="1"/>
          <p:nvPr/>
        </p:nvSpPr>
        <p:spPr>
          <a:xfrm>
            <a:off x="315240" y="1703042"/>
            <a:ext cx="1213371" cy="461665"/>
          </a:xfrm>
          <a:prstGeom prst="rect">
            <a:avLst/>
          </a:prstGeom>
          <a:noFill/>
          <a:ln>
            <a:solidFill>
              <a:schemeClr val="tx1"/>
            </a:solidFill>
          </a:ln>
        </p:spPr>
        <p:txBody>
          <a:bodyPr wrap="square" rtlCol="0">
            <a:spAutoFit/>
          </a:bodyPr>
          <a:lstStyle/>
          <a:p>
            <a:r>
              <a:rPr lang="de-DE" sz="1200" dirty="0"/>
              <a:t>QUTS7Comm</a:t>
            </a:r>
          </a:p>
          <a:p>
            <a:r>
              <a:rPr lang="de-DE" sz="1200" dirty="0"/>
              <a:t>(2017)</a:t>
            </a:r>
          </a:p>
        </p:txBody>
      </p:sp>
      <p:sp>
        <p:nvSpPr>
          <p:cNvPr id="46" name="TextBox 45">
            <a:extLst>
              <a:ext uri="{FF2B5EF4-FFF2-40B4-BE49-F238E27FC236}">
                <a16:creationId xmlns:a16="http://schemas.microsoft.com/office/drawing/2014/main" id="{FA6032CF-21A1-B179-D77E-89D67B62F5B8}"/>
              </a:ext>
            </a:extLst>
          </p:cNvPr>
          <p:cNvSpPr txBox="1"/>
          <p:nvPr/>
        </p:nvSpPr>
        <p:spPr>
          <a:xfrm>
            <a:off x="4438733" y="1844992"/>
            <a:ext cx="904944" cy="830997"/>
          </a:xfrm>
          <a:prstGeom prst="rect">
            <a:avLst/>
          </a:prstGeom>
          <a:noFill/>
          <a:ln>
            <a:solidFill>
              <a:schemeClr val="tx1"/>
            </a:solidFill>
          </a:ln>
        </p:spPr>
        <p:txBody>
          <a:bodyPr wrap="square" rtlCol="0">
            <a:spAutoFit/>
          </a:bodyPr>
          <a:lstStyle/>
          <a:p>
            <a:r>
              <a:rPr lang="de-DE" sz="1200" dirty="0"/>
              <a:t>Raw</a:t>
            </a:r>
          </a:p>
          <a:p>
            <a:r>
              <a:rPr lang="de-DE" sz="1200" dirty="0"/>
              <a:t>RE5</a:t>
            </a:r>
          </a:p>
          <a:p>
            <a:r>
              <a:rPr lang="de-DE" sz="1200" dirty="0"/>
              <a:t>RE10</a:t>
            </a:r>
          </a:p>
          <a:p>
            <a:r>
              <a:rPr lang="de-DE" sz="1200" dirty="0"/>
              <a:t>RE15</a:t>
            </a:r>
          </a:p>
        </p:txBody>
      </p:sp>
      <p:sp>
        <p:nvSpPr>
          <p:cNvPr id="47" name="TextBox 46">
            <a:extLst>
              <a:ext uri="{FF2B5EF4-FFF2-40B4-BE49-F238E27FC236}">
                <a16:creationId xmlns:a16="http://schemas.microsoft.com/office/drawing/2014/main" id="{10760743-1988-A528-F1FD-D9D5A50B4397}"/>
              </a:ext>
            </a:extLst>
          </p:cNvPr>
          <p:cNvSpPr txBox="1"/>
          <p:nvPr/>
        </p:nvSpPr>
        <p:spPr>
          <a:xfrm>
            <a:off x="2867025" y="2260491"/>
            <a:ext cx="433229" cy="276999"/>
          </a:xfrm>
          <a:prstGeom prst="rect">
            <a:avLst/>
          </a:prstGeom>
          <a:noFill/>
          <a:ln>
            <a:solidFill>
              <a:schemeClr val="tx1"/>
            </a:solidFill>
          </a:ln>
        </p:spPr>
        <p:txBody>
          <a:bodyPr wrap="square" rtlCol="0">
            <a:spAutoFit/>
          </a:bodyPr>
          <a:lstStyle/>
          <a:p>
            <a:r>
              <a:rPr lang="de-DE" sz="1200" dirty="0"/>
              <a:t>RE</a:t>
            </a:r>
          </a:p>
        </p:txBody>
      </p:sp>
      <p:sp>
        <p:nvSpPr>
          <p:cNvPr id="50" name="TextBox 49">
            <a:extLst>
              <a:ext uri="{FF2B5EF4-FFF2-40B4-BE49-F238E27FC236}">
                <a16:creationId xmlns:a16="http://schemas.microsoft.com/office/drawing/2014/main" id="{03A61821-4D6C-E363-9C05-26FEC4F296C6}"/>
              </a:ext>
            </a:extLst>
          </p:cNvPr>
          <p:cNvSpPr txBox="1"/>
          <p:nvPr/>
        </p:nvSpPr>
        <p:spPr>
          <a:xfrm>
            <a:off x="6721091" y="2036421"/>
            <a:ext cx="1161941" cy="461665"/>
          </a:xfrm>
          <a:prstGeom prst="rect">
            <a:avLst/>
          </a:prstGeom>
          <a:noFill/>
          <a:ln>
            <a:solidFill>
              <a:schemeClr val="tx1"/>
            </a:solidFill>
          </a:ln>
        </p:spPr>
        <p:txBody>
          <a:bodyPr wrap="square" rtlCol="0">
            <a:spAutoFit/>
          </a:bodyPr>
          <a:lstStyle/>
          <a:p>
            <a:r>
              <a:rPr lang="de-DE" sz="1200" dirty="0"/>
              <a:t>Traditional  ML Detection</a:t>
            </a:r>
          </a:p>
        </p:txBody>
      </p:sp>
      <p:cxnSp>
        <p:nvCxnSpPr>
          <p:cNvPr id="51" name="Straight Arrow Connector 50">
            <a:extLst>
              <a:ext uri="{FF2B5EF4-FFF2-40B4-BE49-F238E27FC236}">
                <a16:creationId xmlns:a16="http://schemas.microsoft.com/office/drawing/2014/main" id="{99F0CB87-EC78-748E-23D0-80FD25AAAB70}"/>
              </a:ext>
            </a:extLst>
          </p:cNvPr>
          <p:cNvCxnSpPr>
            <a:cxnSpLocks/>
            <a:stCxn id="45" idx="3"/>
          </p:cNvCxnSpPr>
          <p:nvPr/>
        </p:nvCxnSpPr>
        <p:spPr>
          <a:xfrm flipV="1">
            <a:off x="1528611" y="1933874"/>
            <a:ext cx="2951398"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a:extLst>
              <a:ext uri="{FF2B5EF4-FFF2-40B4-BE49-F238E27FC236}">
                <a16:creationId xmlns:a16="http://schemas.microsoft.com/office/drawing/2014/main" id="{9B2F599B-CEC4-1384-4162-1B9D02649264}"/>
              </a:ext>
            </a:extLst>
          </p:cNvPr>
          <p:cNvCxnSpPr>
            <a:cxnSpLocks/>
            <a:stCxn id="45" idx="3"/>
            <a:endCxn id="47" idx="1"/>
          </p:cNvCxnSpPr>
          <p:nvPr/>
        </p:nvCxnSpPr>
        <p:spPr>
          <a:xfrm>
            <a:off x="1528611" y="1933875"/>
            <a:ext cx="1338414" cy="46511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4" name="Straight Arrow Connector 53">
            <a:extLst>
              <a:ext uri="{FF2B5EF4-FFF2-40B4-BE49-F238E27FC236}">
                <a16:creationId xmlns:a16="http://schemas.microsoft.com/office/drawing/2014/main" id="{D0A33E6B-650D-C811-818C-2C1023C0B908}"/>
              </a:ext>
            </a:extLst>
          </p:cNvPr>
          <p:cNvCxnSpPr>
            <a:cxnSpLocks/>
            <a:stCxn id="47" idx="3"/>
            <a:endCxn id="46" idx="1"/>
          </p:cNvCxnSpPr>
          <p:nvPr/>
        </p:nvCxnSpPr>
        <p:spPr>
          <a:xfrm flipV="1">
            <a:off x="3300254" y="2260491"/>
            <a:ext cx="1138479" cy="1385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5" name="Straight Arrow Connector 54">
            <a:extLst>
              <a:ext uri="{FF2B5EF4-FFF2-40B4-BE49-F238E27FC236}">
                <a16:creationId xmlns:a16="http://schemas.microsoft.com/office/drawing/2014/main" id="{0F63B3DF-52F3-058B-F8CA-DF6BB5AC213B}"/>
              </a:ext>
            </a:extLst>
          </p:cNvPr>
          <p:cNvCxnSpPr>
            <a:cxnSpLocks/>
            <a:stCxn id="47" idx="3"/>
          </p:cNvCxnSpPr>
          <p:nvPr/>
        </p:nvCxnSpPr>
        <p:spPr>
          <a:xfrm flipV="1">
            <a:off x="3300254" y="2383724"/>
            <a:ext cx="1138479" cy="1526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6" name="Straight Arrow Connector 55">
            <a:extLst>
              <a:ext uri="{FF2B5EF4-FFF2-40B4-BE49-F238E27FC236}">
                <a16:creationId xmlns:a16="http://schemas.microsoft.com/office/drawing/2014/main" id="{A1DEDF41-A25A-5DF2-0231-E9C50FC616FC}"/>
              </a:ext>
            </a:extLst>
          </p:cNvPr>
          <p:cNvCxnSpPr>
            <a:cxnSpLocks/>
            <a:stCxn id="47" idx="3"/>
          </p:cNvCxnSpPr>
          <p:nvPr/>
        </p:nvCxnSpPr>
        <p:spPr>
          <a:xfrm>
            <a:off x="3300254" y="2398991"/>
            <a:ext cx="1121676" cy="1212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7" name="Straight Arrow Connector 56">
            <a:extLst>
              <a:ext uri="{FF2B5EF4-FFF2-40B4-BE49-F238E27FC236}">
                <a16:creationId xmlns:a16="http://schemas.microsoft.com/office/drawing/2014/main" id="{F5D72694-959E-EB3C-2EC6-448AC9F4F1A0}"/>
              </a:ext>
            </a:extLst>
          </p:cNvPr>
          <p:cNvCxnSpPr>
            <a:cxnSpLocks/>
            <a:stCxn id="46" idx="3"/>
            <a:endCxn id="50" idx="1"/>
          </p:cNvCxnSpPr>
          <p:nvPr/>
        </p:nvCxnSpPr>
        <p:spPr>
          <a:xfrm>
            <a:off x="5343677" y="2260491"/>
            <a:ext cx="1377414" cy="676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8" name="TextBox 57">
            <a:extLst>
              <a:ext uri="{FF2B5EF4-FFF2-40B4-BE49-F238E27FC236}">
                <a16:creationId xmlns:a16="http://schemas.microsoft.com/office/drawing/2014/main" id="{107322D2-713D-A9C8-B913-CA1FF12331E5}"/>
              </a:ext>
            </a:extLst>
          </p:cNvPr>
          <p:cNvSpPr txBox="1"/>
          <p:nvPr/>
        </p:nvSpPr>
        <p:spPr>
          <a:xfrm>
            <a:off x="6730614" y="2557075"/>
            <a:ext cx="1044243" cy="830997"/>
          </a:xfrm>
          <a:prstGeom prst="rect">
            <a:avLst/>
          </a:prstGeom>
          <a:noFill/>
          <a:ln>
            <a:solidFill>
              <a:schemeClr val="tx1"/>
            </a:solidFill>
          </a:ln>
        </p:spPr>
        <p:txBody>
          <a:bodyPr wrap="square" rtlCol="0">
            <a:spAutoFit/>
          </a:bodyPr>
          <a:lstStyle/>
          <a:p>
            <a:r>
              <a:rPr lang="de-DE" sz="1200" dirty="0"/>
              <a:t>Other anomaly detection methods</a:t>
            </a:r>
          </a:p>
        </p:txBody>
      </p:sp>
      <p:sp>
        <p:nvSpPr>
          <p:cNvPr id="59" name="TextBox 58">
            <a:extLst>
              <a:ext uri="{FF2B5EF4-FFF2-40B4-BE49-F238E27FC236}">
                <a16:creationId xmlns:a16="http://schemas.microsoft.com/office/drawing/2014/main" id="{0F73BE0D-AA99-3D5C-DC6A-591D9BD82844}"/>
              </a:ext>
            </a:extLst>
          </p:cNvPr>
          <p:cNvSpPr txBox="1"/>
          <p:nvPr/>
        </p:nvSpPr>
        <p:spPr>
          <a:xfrm>
            <a:off x="6721091" y="3464259"/>
            <a:ext cx="1044243" cy="646331"/>
          </a:xfrm>
          <a:prstGeom prst="rect">
            <a:avLst/>
          </a:prstGeom>
          <a:noFill/>
          <a:ln>
            <a:solidFill>
              <a:schemeClr val="tx1"/>
            </a:solidFill>
          </a:ln>
        </p:spPr>
        <p:txBody>
          <a:bodyPr wrap="square" rtlCol="0">
            <a:spAutoFit/>
          </a:bodyPr>
          <a:lstStyle/>
          <a:p>
            <a:r>
              <a:rPr lang="de-DE" sz="1200" dirty="0"/>
              <a:t>Deep learning classifiers</a:t>
            </a:r>
          </a:p>
        </p:txBody>
      </p:sp>
      <p:cxnSp>
        <p:nvCxnSpPr>
          <p:cNvPr id="60" name="Straight Arrow Connector 59">
            <a:extLst>
              <a:ext uri="{FF2B5EF4-FFF2-40B4-BE49-F238E27FC236}">
                <a16:creationId xmlns:a16="http://schemas.microsoft.com/office/drawing/2014/main" id="{B915E89F-F440-EA01-9B47-CD1E6EF7654A}"/>
              </a:ext>
            </a:extLst>
          </p:cNvPr>
          <p:cNvCxnSpPr>
            <a:cxnSpLocks/>
            <a:stCxn id="46" idx="3"/>
            <a:endCxn id="58" idx="1"/>
          </p:cNvCxnSpPr>
          <p:nvPr/>
        </p:nvCxnSpPr>
        <p:spPr>
          <a:xfrm>
            <a:off x="5343677" y="2260491"/>
            <a:ext cx="1386937" cy="7120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BB4F9ECB-A983-7D94-11F6-3C3024491641}"/>
              </a:ext>
            </a:extLst>
          </p:cNvPr>
          <p:cNvCxnSpPr>
            <a:cxnSpLocks/>
            <a:stCxn id="46" idx="3"/>
            <a:endCxn id="59" idx="1"/>
          </p:cNvCxnSpPr>
          <p:nvPr/>
        </p:nvCxnSpPr>
        <p:spPr>
          <a:xfrm>
            <a:off x="5343677" y="2260491"/>
            <a:ext cx="1377414" cy="152693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3" name="TextBox 62">
            <a:extLst>
              <a:ext uri="{FF2B5EF4-FFF2-40B4-BE49-F238E27FC236}">
                <a16:creationId xmlns:a16="http://schemas.microsoft.com/office/drawing/2014/main" id="{849AFD15-5E29-3FF2-AAB6-2EC231C69C05}"/>
              </a:ext>
            </a:extLst>
          </p:cNvPr>
          <p:cNvSpPr txBox="1"/>
          <p:nvPr/>
        </p:nvSpPr>
        <p:spPr>
          <a:xfrm>
            <a:off x="8018188" y="1224724"/>
            <a:ext cx="1859756" cy="646331"/>
          </a:xfrm>
          <a:prstGeom prst="rect">
            <a:avLst/>
          </a:prstGeom>
          <a:ln>
            <a:solidFill>
              <a:schemeClr val="bg2"/>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pPr marL="285750" indent="-285750">
              <a:buFont typeface="Symbol" panose="05050102010706020507" pitchFamily="18" charset="2"/>
              <a:buChar char="-"/>
            </a:pPr>
            <a:r>
              <a:rPr lang="de-DE" sz="1200" dirty="0"/>
              <a:t>One-class SVM</a:t>
            </a:r>
          </a:p>
          <a:p>
            <a:pPr marL="285750" indent="-285750">
              <a:buFont typeface="Symbol" panose="05050102010706020507" pitchFamily="18" charset="2"/>
              <a:buChar char="-"/>
            </a:pPr>
            <a:r>
              <a:rPr lang="de-DE" sz="1200" dirty="0"/>
              <a:t>Local Outlier Factor</a:t>
            </a:r>
          </a:p>
          <a:p>
            <a:pPr marL="285750" indent="-285750">
              <a:buFont typeface="Symbol" panose="05050102010706020507" pitchFamily="18" charset="2"/>
              <a:buChar char="-"/>
            </a:pPr>
            <a:r>
              <a:rPr lang="de-DE" sz="1200" dirty="0"/>
              <a:t>Elliptic Envelope</a:t>
            </a:r>
          </a:p>
        </p:txBody>
      </p:sp>
      <p:sp>
        <p:nvSpPr>
          <p:cNvPr id="64" name="TextBox 63">
            <a:extLst>
              <a:ext uri="{FF2B5EF4-FFF2-40B4-BE49-F238E27FC236}">
                <a16:creationId xmlns:a16="http://schemas.microsoft.com/office/drawing/2014/main" id="{729C4E18-E49A-439E-3164-16D00E8A2CDC}"/>
              </a:ext>
            </a:extLst>
          </p:cNvPr>
          <p:cNvSpPr txBox="1"/>
          <p:nvPr/>
        </p:nvSpPr>
        <p:spPr>
          <a:xfrm>
            <a:off x="8018188" y="1937326"/>
            <a:ext cx="1859756" cy="646331"/>
          </a:xfrm>
          <a:prstGeom prst="rect">
            <a:avLst/>
          </a:prstGeom>
          <a:ln>
            <a:solidFill>
              <a:schemeClr val="accent4"/>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pPr marL="171450" indent="-171450">
              <a:buFont typeface="Symbol" panose="05050102010706020507" pitchFamily="18" charset="2"/>
              <a:buChar char="-"/>
            </a:pPr>
            <a:r>
              <a:rPr lang="de-DE" sz="1200" dirty="0"/>
              <a:t>KNN</a:t>
            </a:r>
          </a:p>
          <a:p>
            <a:pPr marL="171450" indent="-171450">
              <a:buFont typeface="Symbol" panose="05050102010706020507" pitchFamily="18" charset="2"/>
              <a:buChar char="-"/>
            </a:pPr>
            <a:r>
              <a:rPr lang="de-DE" sz="1200" dirty="0"/>
              <a:t>Binary SVM</a:t>
            </a:r>
          </a:p>
          <a:p>
            <a:pPr marL="171450" indent="-171450">
              <a:buFont typeface="Symbol" panose="05050102010706020507" pitchFamily="18" charset="2"/>
              <a:buChar char="-"/>
            </a:pPr>
            <a:r>
              <a:rPr lang="de-DE" sz="1200" dirty="0"/>
              <a:t>Random Forest</a:t>
            </a:r>
          </a:p>
        </p:txBody>
      </p:sp>
      <p:sp>
        <p:nvSpPr>
          <p:cNvPr id="65" name="TextBox 64">
            <a:extLst>
              <a:ext uri="{FF2B5EF4-FFF2-40B4-BE49-F238E27FC236}">
                <a16:creationId xmlns:a16="http://schemas.microsoft.com/office/drawing/2014/main" id="{B943F5A2-E0FE-1780-F26C-1A4D0B3BD679}"/>
              </a:ext>
            </a:extLst>
          </p:cNvPr>
          <p:cNvSpPr txBox="1"/>
          <p:nvPr/>
        </p:nvSpPr>
        <p:spPr>
          <a:xfrm>
            <a:off x="8018188" y="2646416"/>
            <a:ext cx="1859756" cy="646331"/>
          </a:xfrm>
          <a:prstGeom prst="rect">
            <a:avLst/>
          </a:prstGeom>
          <a:ln>
            <a:solidFill>
              <a:schemeClr val="bg2"/>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pPr marL="285750" indent="-285750">
              <a:buFont typeface="Symbol" panose="05050102010706020507" pitchFamily="18" charset="2"/>
              <a:buChar char="-"/>
            </a:pPr>
            <a:r>
              <a:rPr lang="de-DE" sz="1200" dirty="0"/>
              <a:t>SDA</a:t>
            </a:r>
          </a:p>
          <a:p>
            <a:pPr marL="285750" indent="-285750">
              <a:buFont typeface="Symbol" panose="05050102010706020507" pitchFamily="18" charset="2"/>
              <a:buChar char="-"/>
            </a:pPr>
            <a:r>
              <a:rPr lang="de-DE" sz="1200" dirty="0"/>
              <a:t>N-Gram </a:t>
            </a:r>
          </a:p>
          <a:p>
            <a:pPr marL="285750" indent="-285750">
              <a:buFont typeface="Symbol" panose="05050102010706020507" pitchFamily="18" charset="2"/>
              <a:buChar char="-"/>
            </a:pPr>
            <a:r>
              <a:rPr lang="de-DE" sz="1200" dirty="0"/>
              <a:t>GAN</a:t>
            </a:r>
          </a:p>
        </p:txBody>
      </p:sp>
      <p:sp>
        <p:nvSpPr>
          <p:cNvPr id="66" name="TextBox 65">
            <a:extLst>
              <a:ext uri="{FF2B5EF4-FFF2-40B4-BE49-F238E27FC236}">
                <a16:creationId xmlns:a16="http://schemas.microsoft.com/office/drawing/2014/main" id="{10EB36A8-3224-8FE8-9147-76E667729F7A}"/>
              </a:ext>
            </a:extLst>
          </p:cNvPr>
          <p:cNvSpPr txBox="1"/>
          <p:nvPr/>
        </p:nvSpPr>
        <p:spPr>
          <a:xfrm>
            <a:off x="8022946" y="3556591"/>
            <a:ext cx="1859756" cy="461665"/>
          </a:xfrm>
          <a:prstGeom prst="rect">
            <a:avLst/>
          </a:prstGeom>
          <a:ln>
            <a:solidFill>
              <a:schemeClr val="accent4"/>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pPr marL="285750" indent="-285750">
              <a:buFont typeface="Symbol" panose="05050102010706020507" pitchFamily="18" charset="2"/>
              <a:buChar char="-"/>
            </a:pPr>
            <a:r>
              <a:rPr lang="de-DE" sz="1200" dirty="0"/>
              <a:t>CNN</a:t>
            </a:r>
          </a:p>
          <a:p>
            <a:pPr marL="285750" indent="-285750">
              <a:buFont typeface="Symbol" panose="05050102010706020507" pitchFamily="18" charset="2"/>
              <a:buChar char="-"/>
            </a:pPr>
            <a:r>
              <a:rPr lang="de-DE" sz="1200" dirty="0">
                <a:solidFill>
                  <a:schemeClr val="tx1"/>
                </a:solidFill>
              </a:rPr>
              <a:t>ResNet</a:t>
            </a:r>
          </a:p>
        </p:txBody>
      </p:sp>
      <p:sp>
        <p:nvSpPr>
          <p:cNvPr id="67" name="TextBox 66">
            <a:extLst>
              <a:ext uri="{FF2B5EF4-FFF2-40B4-BE49-F238E27FC236}">
                <a16:creationId xmlns:a16="http://schemas.microsoft.com/office/drawing/2014/main" id="{06120D58-CBD3-63E8-2E14-8255184E0DFF}"/>
              </a:ext>
            </a:extLst>
          </p:cNvPr>
          <p:cNvSpPr txBox="1"/>
          <p:nvPr/>
        </p:nvSpPr>
        <p:spPr>
          <a:xfrm>
            <a:off x="10130797" y="1465926"/>
            <a:ext cx="1124091" cy="830997"/>
          </a:xfrm>
          <a:prstGeom prst="rect">
            <a:avLst/>
          </a:prstGeom>
          <a:ln>
            <a:solidFill>
              <a:schemeClr val="tx1"/>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de-DE" sz="1200" dirty="0"/>
              <a:t>Ensemble </a:t>
            </a:r>
          </a:p>
          <a:p>
            <a:r>
              <a:rPr lang="de-DE" sz="1200" dirty="0"/>
              <a:t>Classifier </a:t>
            </a:r>
          </a:p>
          <a:p>
            <a:r>
              <a:rPr lang="de-DE" sz="1200" dirty="0"/>
              <a:t>(</a:t>
            </a:r>
            <a:r>
              <a:rPr lang="de-DE" sz="1200" dirty="0">
                <a:solidFill>
                  <a:schemeClr val="bg2"/>
                </a:solidFill>
              </a:rPr>
              <a:t>One-class</a:t>
            </a:r>
            <a:r>
              <a:rPr lang="de-DE" sz="1200" dirty="0"/>
              <a:t>/ </a:t>
            </a:r>
            <a:r>
              <a:rPr lang="de-DE" sz="1200" dirty="0">
                <a:solidFill>
                  <a:schemeClr val="accent4"/>
                </a:solidFill>
              </a:rPr>
              <a:t>Multiclass</a:t>
            </a:r>
            <a:r>
              <a:rPr lang="de-DE" sz="1200" dirty="0"/>
              <a:t>)</a:t>
            </a:r>
          </a:p>
        </p:txBody>
      </p:sp>
      <p:cxnSp>
        <p:nvCxnSpPr>
          <p:cNvPr id="68" name="Straight Arrow Connector 67">
            <a:extLst>
              <a:ext uri="{FF2B5EF4-FFF2-40B4-BE49-F238E27FC236}">
                <a16:creationId xmlns:a16="http://schemas.microsoft.com/office/drawing/2014/main" id="{3E093326-E130-B123-2170-3180D4B84A37}"/>
              </a:ext>
            </a:extLst>
          </p:cNvPr>
          <p:cNvCxnSpPr>
            <a:cxnSpLocks/>
            <a:stCxn id="50" idx="3"/>
          </p:cNvCxnSpPr>
          <p:nvPr/>
        </p:nvCxnSpPr>
        <p:spPr>
          <a:xfrm flipV="1">
            <a:off x="7883032" y="1438347"/>
            <a:ext cx="149441" cy="82890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9" name="Straight Arrow Connector 68">
            <a:extLst>
              <a:ext uri="{FF2B5EF4-FFF2-40B4-BE49-F238E27FC236}">
                <a16:creationId xmlns:a16="http://schemas.microsoft.com/office/drawing/2014/main" id="{B899B633-1EE7-9884-4DBA-D6A598E341F2}"/>
              </a:ext>
            </a:extLst>
          </p:cNvPr>
          <p:cNvCxnSpPr>
            <a:cxnSpLocks/>
            <a:stCxn id="50" idx="3"/>
            <a:endCxn id="64" idx="1"/>
          </p:cNvCxnSpPr>
          <p:nvPr/>
        </p:nvCxnSpPr>
        <p:spPr>
          <a:xfrm flipV="1">
            <a:off x="7883032" y="2260492"/>
            <a:ext cx="135156" cy="676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0" name="Straight Arrow Connector 69">
            <a:extLst>
              <a:ext uri="{FF2B5EF4-FFF2-40B4-BE49-F238E27FC236}">
                <a16:creationId xmlns:a16="http://schemas.microsoft.com/office/drawing/2014/main" id="{E24644D5-0DC0-3A8F-784C-AC7D9B7B7742}"/>
              </a:ext>
            </a:extLst>
          </p:cNvPr>
          <p:cNvCxnSpPr>
            <a:cxnSpLocks/>
            <a:stCxn id="63" idx="3"/>
            <a:endCxn id="67" idx="1"/>
          </p:cNvCxnSpPr>
          <p:nvPr/>
        </p:nvCxnSpPr>
        <p:spPr>
          <a:xfrm>
            <a:off x="9877944" y="1547890"/>
            <a:ext cx="252853" cy="33353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1" name="Straight Arrow Connector 70">
            <a:extLst>
              <a:ext uri="{FF2B5EF4-FFF2-40B4-BE49-F238E27FC236}">
                <a16:creationId xmlns:a16="http://schemas.microsoft.com/office/drawing/2014/main" id="{8684D1B8-9352-AD69-AECE-1376921C0BEF}"/>
              </a:ext>
            </a:extLst>
          </p:cNvPr>
          <p:cNvCxnSpPr>
            <a:cxnSpLocks/>
            <a:stCxn id="64" idx="3"/>
            <a:endCxn id="67" idx="1"/>
          </p:cNvCxnSpPr>
          <p:nvPr/>
        </p:nvCxnSpPr>
        <p:spPr>
          <a:xfrm flipV="1">
            <a:off x="9877944" y="1881425"/>
            <a:ext cx="252853" cy="37906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2" name="Straight Arrow Connector 71">
            <a:extLst>
              <a:ext uri="{FF2B5EF4-FFF2-40B4-BE49-F238E27FC236}">
                <a16:creationId xmlns:a16="http://schemas.microsoft.com/office/drawing/2014/main" id="{1E576635-5811-CF6E-F1C6-A416E7A0D041}"/>
              </a:ext>
            </a:extLst>
          </p:cNvPr>
          <p:cNvCxnSpPr>
            <a:cxnSpLocks/>
            <a:stCxn id="58" idx="3"/>
            <a:endCxn id="65" idx="1"/>
          </p:cNvCxnSpPr>
          <p:nvPr/>
        </p:nvCxnSpPr>
        <p:spPr>
          <a:xfrm flipV="1">
            <a:off x="7774857" y="2969582"/>
            <a:ext cx="243331" cy="299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3" name="Straight Arrow Connector 72">
            <a:extLst>
              <a:ext uri="{FF2B5EF4-FFF2-40B4-BE49-F238E27FC236}">
                <a16:creationId xmlns:a16="http://schemas.microsoft.com/office/drawing/2014/main" id="{E58BF8CA-2F94-6929-5692-DBC65DB28694}"/>
              </a:ext>
            </a:extLst>
          </p:cNvPr>
          <p:cNvCxnSpPr>
            <a:cxnSpLocks/>
            <a:stCxn id="59" idx="3"/>
            <a:endCxn id="66" idx="1"/>
          </p:cNvCxnSpPr>
          <p:nvPr/>
        </p:nvCxnSpPr>
        <p:spPr>
          <a:xfrm flipV="1">
            <a:off x="7765334" y="3787424"/>
            <a:ext cx="257612"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4" name="Right Brace 73">
            <a:extLst>
              <a:ext uri="{FF2B5EF4-FFF2-40B4-BE49-F238E27FC236}">
                <a16:creationId xmlns:a16="http://schemas.microsoft.com/office/drawing/2014/main" id="{0E6414CD-2C9E-6C7D-39FE-3CE695918E48}"/>
              </a:ext>
            </a:extLst>
          </p:cNvPr>
          <p:cNvSpPr/>
          <p:nvPr/>
        </p:nvSpPr>
        <p:spPr>
          <a:xfrm rot="16200000">
            <a:off x="8795978" y="2629738"/>
            <a:ext cx="764631" cy="3870163"/>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de-DE"/>
          </a:p>
        </p:txBody>
      </p:sp>
      <p:sp>
        <p:nvSpPr>
          <p:cNvPr id="75" name="TextBox 74">
            <a:extLst>
              <a:ext uri="{FF2B5EF4-FFF2-40B4-BE49-F238E27FC236}">
                <a16:creationId xmlns:a16="http://schemas.microsoft.com/office/drawing/2014/main" id="{9EABB6E7-5A76-F505-BD57-20FF9BB7432C}"/>
              </a:ext>
            </a:extLst>
          </p:cNvPr>
          <p:cNvSpPr txBox="1"/>
          <p:nvPr/>
        </p:nvSpPr>
        <p:spPr>
          <a:xfrm>
            <a:off x="7317661" y="4761674"/>
            <a:ext cx="3715145" cy="1015663"/>
          </a:xfrm>
          <a:prstGeom prst="rect">
            <a:avLst/>
          </a:prstGeom>
          <a:noFill/>
        </p:spPr>
        <p:txBody>
          <a:bodyPr wrap="square" rtlCol="0">
            <a:spAutoFit/>
          </a:bodyPr>
          <a:lstStyle/>
          <a:p>
            <a:r>
              <a:rPr lang="de-DE" sz="1200" dirty="0"/>
              <a:t>K-Fold cross-validation with (k=5) on different evaluation scenarios:</a:t>
            </a:r>
          </a:p>
          <a:p>
            <a:pPr marL="285750" indent="-285750">
              <a:buFont typeface="Symbol" panose="05050102010706020507" pitchFamily="18" charset="2"/>
              <a:buChar char="-"/>
            </a:pPr>
            <a:r>
              <a:rPr lang="de-DE" sz="1200" dirty="0">
                <a:solidFill>
                  <a:schemeClr val="bg2"/>
                </a:solidFill>
              </a:rPr>
              <a:t>Scenario 1</a:t>
            </a:r>
          </a:p>
          <a:p>
            <a:pPr marL="285750" indent="-285750">
              <a:buFont typeface="Symbol" panose="05050102010706020507" pitchFamily="18" charset="2"/>
              <a:buChar char="-"/>
            </a:pPr>
            <a:r>
              <a:rPr lang="de-DE" sz="1200" dirty="0">
                <a:solidFill>
                  <a:schemeClr val="accent4"/>
                </a:solidFill>
              </a:rPr>
              <a:t>Scenario 2</a:t>
            </a:r>
          </a:p>
          <a:p>
            <a:pPr marL="285750" indent="-285750">
              <a:buFont typeface="Symbol" panose="05050102010706020507" pitchFamily="18" charset="2"/>
              <a:buChar char="-"/>
            </a:pPr>
            <a:r>
              <a:rPr lang="de-DE" sz="1200" dirty="0">
                <a:solidFill>
                  <a:schemeClr val="accent4"/>
                </a:solidFill>
              </a:rPr>
              <a:t>Scenario 3</a:t>
            </a:r>
          </a:p>
        </p:txBody>
      </p:sp>
      <p:sp>
        <p:nvSpPr>
          <p:cNvPr id="76" name="Rectangle 75">
            <a:extLst>
              <a:ext uri="{FF2B5EF4-FFF2-40B4-BE49-F238E27FC236}">
                <a16:creationId xmlns:a16="http://schemas.microsoft.com/office/drawing/2014/main" id="{61A58857-A45C-2BAE-2963-E4EA7D1314BA}"/>
              </a:ext>
            </a:extLst>
          </p:cNvPr>
          <p:cNvSpPr/>
          <p:nvPr/>
        </p:nvSpPr>
        <p:spPr>
          <a:xfrm>
            <a:off x="813531" y="4689188"/>
            <a:ext cx="253961" cy="185461"/>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7" name="Rectangle 76">
            <a:extLst>
              <a:ext uri="{FF2B5EF4-FFF2-40B4-BE49-F238E27FC236}">
                <a16:creationId xmlns:a16="http://schemas.microsoft.com/office/drawing/2014/main" id="{315E2671-31A7-9183-5A8D-CB8D192B9EAA}"/>
              </a:ext>
            </a:extLst>
          </p:cNvPr>
          <p:cNvSpPr/>
          <p:nvPr/>
        </p:nvSpPr>
        <p:spPr>
          <a:xfrm>
            <a:off x="802807" y="5087769"/>
            <a:ext cx="253961" cy="185461"/>
          </a:xfrm>
          <a:prstGeom prst="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8" name="TextBox 77">
            <a:extLst>
              <a:ext uri="{FF2B5EF4-FFF2-40B4-BE49-F238E27FC236}">
                <a16:creationId xmlns:a16="http://schemas.microsoft.com/office/drawing/2014/main" id="{FD19F525-43B7-A31A-0330-8FF0EE657516}"/>
              </a:ext>
            </a:extLst>
          </p:cNvPr>
          <p:cNvSpPr txBox="1"/>
          <p:nvPr/>
        </p:nvSpPr>
        <p:spPr>
          <a:xfrm>
            <a:off x="1052445" y="4670136"/>
            <a:ext cx="5834083" cy="276999"/>
          </a:xfrm>
          <a:prstGeom prst="rect">
            <a:avLst/>
          </a:prstGeom>
          <a:noFill/>
        </p:spPr>
        <p:txBody>
          <a:bodyPr wrap="square" rtlCol="0">
            <a:spAutoFit/>
          </a:bodyPr>
          <a:lstStyle/>
          <a:p>
            <a:r>
              <a:rPr lang="de-DE" sz="1200" dirty="0"/>
              <a:t>= Trained on benign/control data only</a:t>
            </a:r>
          </a:p>
        </p:txBody>
      </p:sp>
      <p:sp>
        <p:nvSpPr>
          <p:cNvPr id="79" name="TextBox 78">
            <a:extLst>
              <a:ext uri="{FF2B5EF4-FFF2-40B4-BE49-F238E27FC236}">
                <a16:creationId xmlns:a16="http://schemas.microsoft.com/office/drawing/2014/main" id="{DD7C2DD0-1460-FFA0-BE6A-4990141A8FC7}"/>
              </a:ext>
            </a:extLst>
          </p:cNvPr>
          <p:cNvSpPr txBox="1"/>
          <p:nvPr/>
        </p:nvSpPr>
        <p:spPr>
          <a:xfrm>
            <a:off x="1052445" y="5061837"/>
            <a:ext cx="4562212" cy="276999"/>
          </a:xfrm>
          <a:prstGeom prst="rect">
            <a:avLst/>
          </a:prstGeom>
          <a:noFill/>
        </p:spPr>
        <p:txBody>
          <a:bodyPr wrap="square" rtlCol="0">
            <a:spAutoFit/>
          </a:bodyPr>
          <a:lstStyle/>
          <a:p>
            <a:r>
              <a:rPr lang="de-DE" sz="1200" dirty="0"/>
              <a:t>= Trained on benign/control and attack data</a:t>
            </a:r>
          </a:p>
        </p:txBody>
      </p:sp>
      <p:sp>
        <p:nvSpPr>
          <p:cNvPr id="5" name="TextBox 4">
            <a:extLst>
              <a:ext uri="{FF2B5EF4-FFF2-40B4-BE49-F238E27FC236}">
                <a16:creationId xmlns:a16="http://schemas.microsoft.com/office/drawing/2014/main" id="{09E2A060-AB36-5EAC-95B3-542270E47B72}"/>
              </a:ext>
            </a:extLst>
          </p:cNvPr>
          <p:cNvSpPr txBox="1"/>
          <p:nvPr/>
        </p:nvSpPr>
        <p:spPr>
          <a:xfrm>
            <a:off x="2339433" y="1701181"/>
            <a:ext cx="1752600" cy="215444"/>
          </a:xfrm>
          <a:prstGeom prst="rect">
            <a:avLst/>
          </a:prstGeom>
          <a:noFill/>
        </p:spPr>
        <p:txBody>
          <a:bodyPr wrap="square" rtlCol="0">
            <a:spAutoFit/>
          </a:bodyPr>
          <a:lstStyle/>
          <a:p>
            <a:r>
              <a:rPr lang="de-DE" sz="800" dirty="0"/>
              <a:t>Dataset Preprocessing</a:t>
            </a:r>
          </a:p>
        </p:txBody>
      </p:sp>
      <p:sp>
        <p:nvSpPr>
          <p:cNvPr id="7" name="TextBox 6">
            <a:extLst>
              <a:ext uri="{FF2B5EF4-FFF2-40B4-BE49-F238E27FC236}">
                <a16:creationId xmlns:a16="http://schemas.microsoft.com/office/drawing/2014/main" id="{509093EA-D8AF-9591-C95A-C08281027C65}"/>
              </a:ext>
            </a:extLst>
          </p:cNvPr>
          <p:cNvSpPr txBox="1"/>
          <p:nvPr/>
        </p:nvSpPr>
        <p:spPr>
          <a:xfrm>
            <a:off x="1393455" y="2276116"/>
            <a:ext cx="1318989" cy="338554"/>
          </a:xfrm>
          <a:prstGeom prst="rect">
            <a:avLst/>
          </a:prstGeom>
          <a:noFill/>
        </p:spPr>
        <p:txBody>
          <a:bodyPr wrap="square">
            <a:spAutoFit/>
          </a:bodyPr>
          <a:lstStyle/>
          <a:p>
            <a:r>
              <a:rPr lang="de-DE" sz="800" dirty="0">
                <a:solidFill>
                  <a:schemeClr val="tx1">
                    <a:lumMod val="75000"/>
                  </a:schemeClr>
                </a:solidFill>
              </a:rPr>
              <a:t>Dataset Preprocessing &amp; Reverse Engineering</a:t>
            </a:r>
          </a:p>
        </p:txBody>
      </p:sp>
      <p:sp>
        <p:nvSpPr>
          <p:cNvPr id="9" name="TextBox 8">
            <a:extLst>
              <a:ext uri="{FF2B5EF4-FFF2-40B4-BE49-F238E27FC236}">
                <a16:creationId xmlns:a16="http://schemas.microsoft.com/office/drawing/2014/main" id="{60FD8D01-0219-8AAC-B254-AD0DE3EA3D4E}"/>
              </a:ext>
            </a:extLst>
          </p:cNvPr>
          <p:cNvSpPr txBox="1"/>
          <p:nvPr/>
        </p:nvSpPr>
        <p:spPr>
          <a:xfrm>
            <a:off x="3435410" y="2493421"/>
            <a:ext cx="904944" cy="338554"/>
          </a:xfrm>
          <a:prstGeom prst="rect">
            <a:avLst/>
          </a:prstGeom>
          <a:noFill/>
        </p:spPr>
        <p:txBody>
          <a:bodyPr wrap="square">
            <a:spAutoFit/>
          </a:bodyPr>
          <a:lstStyle/>
          <a:p>
            <a:r>
              <a:rPr lang="de-DE" sz="800" dirty="0"/>
              <a:t>concatination </a:t>
            </a:r>
          </a:p>
          <a:p>
            <a:r>
              <a:rPr lang="de-DE" sz="800" dirty="0"/>
              <a:t>of bytes</a:t>
            </a:r>
          </a:p>
        </p:txBody>
      </p:sp>
      <p:sp>
        <p:nvSpPr>
          <p:cNvPr id="27" name="TextBox 26">
            <a:extLst>
              <a:ext uri="{FF2B5EF4-FFF2-40B4-BE49-F238E27FC236}">
                <a16:creationId xmlns:a16="http://schemas.microsoft.com/office/drawing/2014/main" id="{905EF6FD-D6C3-ACBC-7A00-D572BBC36BCF}"/>
              </a:ext>
            </a:extLst>
          </p:cNvPr>
          <p:cNvSpPr txBox="1"/>
          <p:nvPr/>
        </p:nvSpPr>
        <p:spPr>
          <a:xfrm>
            <a:off x="5422142" y="1737862"/>
            <a:ext cx="1143000" cy="338554"/>
          </a:xfrm>
          <a:prstGeom prst="rect">
            <a:avLst/>
          </a:prstGeom>
          <a:noFill/>
        </p:spPr>
        <p:txBody>
          <a:bodyPr wrap="square">
            <a:spAutoFit/>
          </a:bodyPr>
          <a:lstStyle/>
          <a:p>
            <a:r>
              <a:rPr lang="de-DE" sz="800" dirty="0"/>
              <a:t>Feature </a:t>
            </a:r>
          </a:p>
          <a:p>
            <a:r>
              <a:rPr lang="de-DE" sz="800" dirty="0"/>
              <a:t>Extraction (SDA) </a:t>
            </a:r>
          </a:p>
        </p:txBody>
      </p:sp>
    </p:spTree>
    <p:extLst>
      <p:ext uri="{BB962C8B-B14F-4D97-AF65-F5344CB8AC3E}">
        <p14:creationId xmlns:p14="http://schemas.microsoft.com/office/powerpoint/2010/main" val="3179557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93FC6-4C59-50F3-AA7B-89A5A2AD8319}"/>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DDB336CD-39FF-CBD6-962C-DFEAA084DA23}"/>
              </a:ext>
            </a:extLst>
          </p:cNvPr>
          <p:cNvSpPr>
            <a:spLocks noGrp="1"/>
          </p:cNvSpPr>
          <p:nvPr>
            <p:ph type="dt" sz="half" idx="10"/>
          </p:nvPr>
        </p:nvSpPr>
        <p:spPr/>
        <p:txBody>
          <a:bodyPr/>
          <a:lstStyle/>
          <a:p>
            <a:fld id="{BA4F9BCA-8D5B-4DA3-979F-C6E1829029F9}" type="datetime6">
              <a:rPr lang="en-US" smtClean="0"/>
              <a:t>February 26</a:t>
            </a:fld>
            <a:endParaRPr lang="de-DE" dirty="0"/>
          </a:p>
        </p:txBody>
      </p:sp>
      <p:sp>
        <p:nvSpPr>
          <p:cNvPr id="3" name="Textplatzhalter 2">
            <a:extLst>
              <a:ext uri="{FF2B5EF4-FFF2-40B4-BE49-F238E27FC236}">
                <a16:creationId xmlns:a16="http://schemas.microsoft.com/office/drawing/2014/main" id="{DCBCC348-928C-E837-711B-4458B77477EF}"/>
              </a:ext>
            </a:extLst>
          </p:cNvPr>
          <p:cNvSpPr>
            <a:spLocks noGrp="1"/>
          </p:cNvSpPr>
          <p:nvPr>
            <p:ph type="body" sz="quarter" idx="11"/>
          </p:nvPr>
        </p:nvSpPr>
        <p:spPr/>
        <p:txBody>
          <a:bodyPr/>
          <a:lstStyle/>
          <a:p>
            <a:r>
              <a:rPr lang="de-DE" dirty="0"/>
              <a:t>Methodology</a:t>
            </a:r>
          </a:p>
        </p:txBody>
      </p:sp>
      <p:sp>
        <p:nvSpPr>
          <p:cNvPr id="4" name="Textplatzhalter 3">
            <a:extLst>
              <a:ext uri="{FF2B5EF4-FFF2-40B4-BE49-F238E27FC236}">
                <a16:creationId xmlns:a16="http://schemas.microsoft.com/office/drawing/2014/main" id="{D953179D-866E-9955-BDC8-8F7F78F01F30}"/>
              </a:ext>
            </a:extLst>
          </p:cNvPr>
          <p:cNvSpPr>
            <a:spLocks noGrp="1"/>
          </p:cNvSpPr>
          <p:nvPr>
            <p:ph type="body" sz="quarter" idx="12"/>
          </p:nvPr>
        </p:nvSpPr>
        <p:spPr/>
        <p:txBody>
          <a:bodyPr/>
          <a:lstStyle/>
          <a:p>
            <a:r>
              <a:rPr lang="de-DE" dirty="0"/>
              <a:t>Dataset Preprocessing</a:t>
            </a:r>
          </a:p>
        </p:txBody>
      </p:sp>
    </p:spTree>
    <p:extLst>
      <p:ext uri="{BB962C8B-B14F-4D97-AF65-F5344CB8AC3E}">
        <p14:creationId xmlns:p14="http://schemas.microsoft.com/office/powerpoint/2010/main" val="2810488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E780C-5836-1811-CBFD-5FA622E3BAB7}"/>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1966E606-BC25-2FC1-26E2-3C98B0B155B8}"/>
              </a:ext>
            </a:extLst>
          </p:cNvPr>
          <p:cNvSpPr>
            <a:spLocks noGrp="1"/>
          </p:cNvSpPr>
          <p:nvPr>
            <p:ph type="dt" sz="half" idx="10"/>
          </p:nvPr>
        </p:nvSpPr>
        <p:spPr/>
        <p:txBody>
          <a:bodyPr/>
          <a:lstStyle/>
          <a:p>
            <a:fld id="{16752640-F463-42E3-8CB6-C94345BB41A2}" type="datetime6">
              <a:rPr lang="en-US" smtClean="0"/>
              <a:t>February 26</a:t>
            </a:fld>
            <a:endParaRPr lang="de-DE" dirty="0"/>
          </a:p>
        </p:txBody>
      </p:sp>
      <p:sp>
        <p:nvSpPr>
          <p:cNvPr id="3" name="Fußzeilenplatzhalter 2">
            <a:extLst>
              <a:ext uri="{FF2B5EF4-FFF2-40B4-BE49-F238E27FC236}">
                <a16:creationId xmlns:a16="http://schemas.microsoft.com/office/drawing/2014/main" id="{A5DEBF13-7940-73DE-0B37-548195AECC59}"/>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DAE125BC-1A36-18C5-1FDE-1E507A39EC39}"/>
              </a:ext>
            </a:extLst>
          </p:cNvPr>
          <p:cNvSpPr>
            <a:spLocks noGrp="1"/>
          </p:cNvSpPr>
          <p:nvPr>
            <p:ph type="sldNum" sz="quarter" idx="12"/>
          </p:nvPr>
        </p:nvSpPr>
        <p:spPr/>
        <p:txBody>
          <a:bodyPr/>
          <a:lstStyle/>
          <a:p>
            <a:fld id="{D3A9EDD9-2578-4372-8132-10947A418667}" type="slidenum">
              <a:rPr lang="de-DE" smtClean="0"/>
              <a:t>10</a:t>
            </a:fld>
            <a:endParaRPr lang="de-DE"/>
          </a:p>
        </p:txBody>
      </p:sp>
      <p:sp>
        <p:nvSpPr>
          <p:cNvPr id="11" name="Textplatzhalter 10">
            <a:extLst>
              <a:ext uri="{FF2B5EF4-FFF2-40B4-BE49-F238E27FC236}">
                <a16:creationId xmlns:a16="http://schemas.microsoft.com/office/drawing/2014/main" id="{838A4C82-0CE7-6245-0658-92428BD2C623}"/>
              </a:ext>
            </a:extLst>
          </p:cNvPr>
          <p:cNvSpPr>
            <a:spLocks noGrp="1"/>
          </p:cNvSpPr>
          <p:nvPr>
            <p:ph type="body" idx="13"/>
          </p:nvPr>
        </p:nvSpPr>
        <p:spPr/>
        <p:txBody>
          <a:bodyPr/>
          <a:lstStyle/>
          <a:p>
            <a:endParaRPr lang="de-DE"/>
          </a:p>
        </p:txBody>
      </p:sp>
      <p:sp>
        <p:nvSpPr>
          <p:cNvPr id="9" name="Titel 8">
            <a:extLst>
              <a:ext uri="{FF2B5EF4-FFF2-40B4-BE49-F238E27FC236}">
                <a16:creationId xmlns:a16="http://schemas.microsoft.com/office/drawing/2014/main" id="{97CAFC9E-5E72-89D4-7252-E5070F8ED786}"/>
              </a:ext>
            </a:extLst>
          </p:cNvPr>
          <p:cNvSpPr>
            <a:spLocks noGrp="1"/>
          </p:cNvSpPr>
          <p:nvPr>
            <p:ph type="title"/>
          </p:nvPr>
        </p:nvSpPr>
        <p:spPr/>
        <p:txBody>
          <a:bodyPr/>
          <a:lstStyle/>
          <a:p>
            <a:r>
              <a:rPr lang="de-DE" dirty="0"/>
              <a:t>Dataset Preprocessing</a:t>
            </a:r>
          </a:p>
        </p:txBody>
      </p:sp>
      <p:graphicFrame>
        <p:nvGraphicFramePr>
          <p:cNvPr id="5" name="Content Placeholder 2">
            <a:extLst>
              <a:ext uri="{FF2B5EF4-FFF2-40B4-BE49-F238E27FC236}">
                <a16:creationId xmlns:a16="http://schemas.microsoft.com/office/drawing/2014/main" id="{C97B63E0-8BEC-4602-BFD0-4C2481FA69A5}"/>
              </a:ext>
            </a:extLst>
          </p:cNvPr>
          <p:cNvGraphicFramePr>
            <a:graphicFrameLocks noGrp="1"/>
          </p:cNvGraphicFramePr>
          <p:nvPr>
            <p:ph idx="1"/>
            <p:extLst>
              <p:ext uri="{D42A27DB-BD31-4B8C-83A1-F6EECF244321}">
                <p14:modId xmlns:p14="http://schemas.microsoft.com/office/powerpoint/2010/main" val="3038055846"/>
              </p:ext>
            </p:extLst>
          </p:nvPr>
        </p:nvGraphicFramePr>
        <p:xfrm>
          <a:off x="575733" y="1650980"/>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Arrow: Right 5">
            <a:extLst>
              <a:ext uri="{FF2B5EF4-FFF2-40B4-BE49-F238E27FC236}">
                <a16:creationId xmlns:a16="http://schemas.microsoft.com/office/drawing/2014/main" id="{A66A5E37-CB02-1B8B-9FE3-296F6BF918A0}"/>
              </a:ext>
            </a:extLst>
          </p:cNvPr>
          <p:cNvSpPr/>
          <p:nvPr/>
        </p:nvSpPr>
        <p:spPr>
          <a:xfrm>
            <a:off x="8256588" y="5207020"/>
            <a:ext cx="713792" cy="1399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Box 6">
            <a:extLst>
              <a:ext uri="{FF2B5EF4-FFF2-40B4-BE49-F238E27FC236}">
                <a16:creationId xmlns:a16="http://schemas.microsoft.com/office/drawing/2014/main" id="{9E818860-8E72-39A6-626A-F0BC36254436}"/>
              </a:ext>
            </a:extLst>
          </p:cNvPr>
          <p:cNvSpPr txBox="1"/>
          <p:nvPr/>
        </p:nvSpPr>
        <p:spPr>
          <a:xfrm>
            <a:off x="8970380" y="5031167"/>
            <a:ext cx="2783470" cy="523220"/>
          </a:xfrm>
          <a:prstGeom prst="rect">
            <a:avLst/>
          </a:prstGeom>
          <a:noFill/>
        </p:spPr>
        <p:txBody>
          <a:bodyPr wrap="square" rtlCol="0">
            <a:spAutoFit/>
          </a:bodyPr>
          <a:lstStyle/>
          <a:p>
            <a:r>
              <a:rPr lang="de-DE" sz="1400" dirty="0"/>
              <a:t>Keyword identified </a:t>
            </a:r>
          </a:p>
          <a:p>
            <a:r>
              <a:rPr lang="de-DE" sz="1400" dirty="0"/>
              <a:t>through reverse engineering</a:t>
            </a:r>
          </a:p>
        </p:txBody>
      </p:sp>
      <p:sp>
        <p:nvSpPr>
          <p:cNvPr id="13" name="Text Placeholder 12">
            <a:extLst>
              <a:ext uri="{FF2B5EF4-FFF2-40B4-BE49-F238E27FC236}">
                <a16:creationId xmlns:a16="http://schemas.microsoft.com/office/drawing/2014/main" id="{75578F4C-980B-24E7-8559-0C60EB2FEA41}"/>
              </a:ext>
            </a:extLst>
          </p:cNvPr>
          <p:cNvSpPr>
            <a:spLocks noGrp="1"/>
          </p:cNvSpPr>
          <p:nvPr>
            <p:ph type="body" sz="quarter" idx="14"/>
          </p:nvPr>
        </p:nvSpPr>
        <p:spPr/>
        <p:txBody>
          <a:bodyPr/>
          <a:lstStyle/>
          <a:p>
            <a:endParaRPr lang="de-DE"/>
          </a:p>
        </p:txBody>
      </p:sp>
    </p:spTree>
    <p:extLst>
      <p:ext uri="{BB962C8B-B14F-4D97-AF65-F5344CB8AC3E}">
        <p14:creationId xmlns:p14="http://schemas.microsoft.com/office/powerpoint/2010/main" val="1472414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E9BE0-36E8-B4D4-CB01-BEFC86D3280D}"/>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DA4E4E78-C16D-B393-6E42-6DDED8D3DD2C}"/>
              </a:ext>
            </a:extLst>
          </p:cNvPr>
          <p:cNvSpPr>
            <a:spLocks noGrp="1"/>
          </p:cNvSpPr>
          <p:nvPr>
            <p:ph type="dt" sz="half" idx="10"/>
          </p:nvPr>
        </p:nvSpPr>
        <p:spPr/>
        <p:txBody>
          <a:bodyPr/>
          <a:lstStyle/>
          <a:p>
            <a:fld id="{FDF3F250-D804-4E56-8BEB-29F11C362BD6}" type="datetime6">
              <a:rPr lang="en-US" smtClean="0"/>
              <a:t>February 26</a:t>
            </a:fld>
            <a:endParaRPr lang="de-DE" dirty="0"/>
          </a:p>
        </p:txBody>
      </p:sp>
      <p:sp>
        <p:nvSpPr>
          <p:cNvPr id="3" name="Fußzeilenplatzhalter 2">
            <a:extLst>
              <a:ext uri="{FF2B5EF4-FFF2-40B4-BE49-F238E27FC236}">
                <a16:creationId xmlns:a16="http://schemas.microsoft.com/office/drawing/2014/main" id="{E034F761-674F-F4AB-C2EA-05249B8A0A3C}"/>
              </a:ext>
            </a:extLst>
          </p:cNvPr>
          <p:cNvSpPr>
            <a:spLocks noGrp="1"/>
          </p:cNvSpPr>
          <p:nvPr>
            <p:ph type="ftr" sz="quarter" idx="11"/>
          </p:nvPr>
        </p:nvSpPr>
        <p:spPr/>
        <p:txBody>
          <a:bodyPr/>
          <a:lstStyle/>
          <a:p>
            <a:r>
              <a:rPr lang="de-DE" dirty="0"/>
              <a:t>Best candidate is found correctly at position 12.</a:t>
            </a:r>
          </a:p>
        </p:txBody>
      </p:sp>
      <p:sp>
        <p:nvSpPr>
          <p:cNvPr id="4" name="Foliennummernplatzhalter 3">
            <a:extLst>
              <a:ext uri="{FF2B5EF4-FFF2-40B4-BE49-F238E27FC236}">
                <a16:creationId xmlns:a16="http://schemas.microsoft.com/office/drawing/2014/main" id="{CF3D9509-7910-A9A6-F286-2B94ACF6CC87}"/>
              </a:ext>
            </a:extLst>
          </p:cNvPr>
          <p:cNvSpPr>
            <a:spLocks noGrp="1"/>
          </p:cNvSpPr>
          <p:nvPr>
            <p:ph type="sldNum" sz="quarter" idx="12"/>
          </p:nvPr>
        </p:nvSpPr>
        <p:spPr/>
        <p:txBody>
          <a:bodyPr/>
          <a:lstStyle/>
          <a:p>
            <a:fld id="{D3A9EDD9-2578-4372-8132-10947A418667}" type="slidenum">
              <a:rPr lang="de-DE" smtClean="0"/>
              <a:t>11</a:t>
            </a:fld>
            <a:endParaRPr lang="de-DE"/>
          </a:p>
        </p:txBody>
      </p:sp>
      <p:sp>
        <p:nvSpPr>
          <p:cNvPr id="9" name="Titel 8">
            <a:extLst>
              <a:ext uri="{FF2B5EF4-FFF2-40B4-BE49-F238E27FC236}">
                <a16:creationId xmlns:a16="http://schemas.microsoft.com/office/drawing/2014/main" id="{B5CEE154-2DB7-8B91-06A7-7AF30D661CF2}"/>
              </a:ext>
            </a:extLst>
          </p:cNvPr>
          <p:cNvSpPr>
            <a:spLocks noGrp="1"/>
          </p:cNvSpPr>
          <p:nvPr>
            <p:ph type="title"/>
          </p:nvPr>
        </p:nvSpPr>
        <p:spPr/>
        <p:txBody>
          <a:bodyPr/>
          <a:lstStyle/>
          <a:p>
            <a:r>
              <a:rPr lang="de-DE" sz="2400" dirty="0"/>
              <a:t>Reverse Engineering</a:t>
            </a:r>
            <a:endParaRPr lang="de-DE" dirty="0"/>
          </a:p>
        </p:txBody>
      </p:sp>
      <p:sp>
        <p:nvSpPr>
          <p:cNvPr id="12" name="Textplatzhalter 11">
            <a:extLst>
              <a:ext uri="{FF2B5EF4-FFF2-40B4-BE49-F238E27FC236}">
                <a16:creationId xmlns:a16="http://schemas.microsoft.com/office/drawing/2014/main" id="{EDADB6E2-B242-03AE-5B8B-02E4488EE264}"/>
              </a:ext>
            </a:extLst>
          </p:cNvPr>
          <p:cNvSpPr>
            <a:spLocks noGrp="1"/>
          </p:cNvSpPr>
          <p:nvPr>
            <p:ph type="body" sz="quarter" idx="14"/>
          </p:nvPr>
        </p:nvSpPr>
        <p:spPr/>
        <p:txBody>
          <a:bodyPr/>
          <a:lstStyle/>
          <a:p>
            <a:r>
              <a:rPr lang="de-DE" dirty="0"/>
              <a:t>– Identify candidate payload fields</a:t>
            </a:r>
          </a:p>
        </p:txBody>
      </p:sp>
      <p:pic>
        <p:nvPicPr>
          <p:cNvPr id="5" name="Content Placeholder 4">
            <a:extLst>
              <a:ext uri="{FF2B5EF4-FFF2-40B4-BE49-F238E27FC236}">
                <a16:creationId xmlns:a16="http://schemas.microsoft.com/office/drawing/2014/main" id="{1349F89A-B275-4ECC-0E41-4E96A3F358E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75733" y="1210984"/>
            <a:ext cx="4926675" cy="2533190"/>
          </a:xfrm>
        </p:spPr>
      </p:pic>
      <p:pic>
        <p:nvPicPr>
          <p:cNvPr id="6" name="Picture 5">
            <a:extLst>
              <a:ext uri="{FF2B5EF4-FFF2-40B4-BE49-F238E27FC236}">
                <a16:creationId xmlns:a16="http://schemas.microsoft.com/office/drawing/2014/main" id="{B4FC99DF-50BD-DC7A-0DE1-EE928589FA56}"/>
              </a:ext>
            </a:extLst>
          </p:cNvPr>
          <p:cNvPicPr>
            <a:picLocks noChangeAspect="1"/>
          </p:cNvPicPr>
          <p:nvPr/>
        </p:nvPicPr>
        <p:blipFill>
          <a:blip r:embed="rId4" cstate="print">
            <a:extLst>
              <a:ext uri="{28A0092B-C50C-407E-A947-70E740481C1C}">
                <a14:useLocalDpi xmlns:a14="http://schemas.microsoft.com/office/drawing/2010/main" val="0"/>
              </a:ext>
            </a:extLst>
          </a:blip>
          <a:srcRect b="26687"/>
          <a:stretch>
            <a:fillRect/>
          </a:stretch>
        </p:blipFill>
        <p:spPr>
          <a:xfrm>
            <a:off x="553046" y="3835991"/>
            <a:ext cx="4972051" cy="1845131"/>
          </a:xfrm>
          <a:prstGeom prst="rect">
            <a:avLst/>
          </a:prstGeom>
        </p:spPr>
      </p:pic>
      <p:sp>
        <p:nvSpPr>
          <p:cNvPr id="7" name="Rectangle 6">
            <a:extLst>
              <a:ext uri="{FF2B5EF4-FFF2-40B4-BE49-F238E27FC236}">
                <a16:creationId xmlns:a16="http://schemas.microsoft.com/office/drawing/2014/main" id="{0D334547-3814-A189-7CA2-D436626FBF35}"/>
              </a:ext>
            </a:extLst>
          </p:cNvPr>
          <p:cNvSpPr/>
          <p:nvPr/>
        </p:nvSpPr>
        <p:spPr>
          <a:xfrm>
            <a:off x="2400899" y="1505997"/>
            <a:ext cx="107950" cy="4175125"/>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de-DE"/>
          </a:p>
        </p:txBody>
      </p:sp>
      <p:sp>
        <p:nvSpPr>
          <p:cNvPr id="8" name="TextBox 7">
            <a:extLst>
              <a:ext uri="{FF2B5EF4-FFF2-40B4-BE49-F238E27FC236}">
                <a16:creationId xmlns:a16="http://schemas.microsoft.com/office/drawing/2014/main" id="{1BD6EDD9-83A5-D997-7335-4E926F8205C8}"/>
              </a:ext>
            </a:extLst>
          </p:cNvPr>
          <p:cNvSpPr txBox="1"/>
          <p:nvPr/>
        </p:nvSpPr>
        <p:spPr>
          <a:xfrm>
            <a:off x="521299" y="3586233"/>
            <a:ext cx="450850" cy="369332"/>
          </a:xfrm>
          <a:prstGeom prst="rect">
            <a:avLst/>
          </a:prstGeom>
          <a:noFill/>
        </p:spPr>
        <p:txBody>
          <a:bodyPr wrap="square" rtlCol="0">
            <a:spAutoFit/>
          </a:bodyPr>
          <a:lstStyle/>
          <a:p>
            <a:r>
              <a:rPr lang="de-DE" dirty="0"/>
              <a:t>...</a:t>
            </a:r>
          </a:p>
        </p:txBody>
      </p:sp>
      <p:sp>
        <p:nvSpPr>
          <p:cNvPr id="13" name="TextBox 12">
            <a:extLst>
              <a:ext uri="{FF2B5EF4-FFF2-40B4-BE49-F238E27FC236}">
                <a16:creationId xmlns:a16="http://schemas.microsoft.com/office/drawing/2014/main" id="{69FBE0BF-70EE-FA4B-6E06-ED95249BBF38}"/>
              </a:ext>
            </a:extLst>
          </p:cNvPr>
          <p:cNvSpPr txBox="1"/>
          <p:nvPr/>
        </p:nvSpPr>
        <p:spPr>
          <a:xfrm>
            <a:off x="1307641" y="5919600"/>
            <a:ext cx="2163233" cy="369332"/>
          </a:xfrm>
          <a:prstGeom prst="rect">
            <a:avLst/>
          </a:prstGeom>
          <a:noFill/>
        </p:spPr>
        <p:txBody>
          <a:bodyPr wrap="square" rtlCol="0">
            <a:spAutoFit/>
          </a:bodyPr>
          <a:lstStyle/>
          <a:p>
            <a:r>
              <a:rPr lang="de-DE" dirty="0"/>
              <a:t>keyword candidate</a:t>
            </a:r>
          </a:p>
        </p:txBody>
      </p:sp>
      <p:cxnSp>
        <p:nvCxnSpPr>
          <p:cNvPr id="14" name="Straight Arrow Connector 13">
            <a:extLst>
              <a:ext uri="{FF2B5EF4-FFF2-40B4-BE49-F238E27FC236}">
                <a16:creationId xmlns:a16="http://schemas.microsoft.com/office/drawing/2014/main" id="{A1690DF7-E1BF-34DD-0E3B-84AD95584171}"/>
              </a:ext>
            </a:extLst>
          </p:cNvPr>
          <p:cNvCxnSpPr>
            <a:cxnSpLocks/>
          </p:cNvCxnSpPr>
          <p:nvPr/>
        </p:nvCxnSpPr>
        <p:spPr>
          <a:xfrm flipV="1">
            <a:off x="2442174" y="5735966"/>
            <a:ext cx="0" cy="2705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7BD074BE-9124-10A1-572A-5FA3145DABC8}"/>
              </a:ext>
            </a:extLst>
          </p:cNvPr>
          <p:cNvSpPr txBox="1"/>
          <p:nvPr/>
        </p:nvSpPr>
        <p:spPr>
          <a:xfrm>
            <a:off x="5832336" y="1518182"/>
            <a:ext cx="5213056" cy="83099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600" b="1" dirty="0"/>
              <a:t>Goal:</a:t>
            </a:r>
          </a:p>
          <a:p>
            <a:r>
              <a:rPr lang="en-US" sz="1600" dirty="0"/>
              <a:t>Identify payload regions that most likely contain physical readings.</a:t>
            </a:r>
          </a:p>
        </p:txBody>
      </p:sp>
      <p:sp>
        <p:nvSpPr>
          <p:cNvPr id="16" name="TextBox 15">
            <a:extLst>
              <a:ext uri="{FF2B5EF4-FFF2-40B4-BE49-F238E27FC236}">
                <a16:creationId xmlns:a16="http://schemas.microsoft.com/office/drawing/2014/main" id="{40A0FDA9-4183-F6D0-009A-527A3371CC4D}"/>
              </a:ext>
            </a:extLst>
          </p:cNvPr>
          <p:cNvSpPr txBox="1"/>
          <p:nvPr/>
        </p:nvSpPr>
        <p:spPr>
          <a:xfrm>
            <a:off x="5765431" y="3010547"/>
            <a:ext cx="5905269" cy="2092881"/>
          </a:xfrm>
          <a:prstGeom prst="rect">
            <a:avLst/>
          </a:prstGeom>
          <a:noFill/>
        </p:spPr>
        <p:txBody>
          <a:bodyPr wrap="square" rtlCol="0">
            <a:spAutoFit/>
          </a:bodyPr>
          <a:lstStyle/>
          <a:p>
            <a:pPr marL="342900" indent="-342900">
              <a:buFont typeface="+mj-lt"/>
              <a:buAutoNum type="arabicPeriod"/>
            </a:pPr>
            <a:r>
              <a:rPr lang="de-DE" sz="1600" dirty="0"/>
              <a:t>Group into communication sessions (based on            session ID and inter-arrival time)</a:t>
            </a:r>
          </a:p>
          <a:p>
            <a:pPr marL="342900" indent="-342900">
              <a:buFont typeface="+mj-lt"/>
              <a:buAutoNum type="arabicPeriod"/>
            </a:pPr>
            <a:r>
              <a:rPr lang="de-DE" sz="1600" dirty="0"/>
              <a:t>Perform sequence alignment (for client</a:t>
            </a:r>
            <a:r>
              <a:rPr lang="de-DE" sz="1600" dirty="0">
                <a:sym typeface="Wingdings" panose="05000000000000000000" pitchFamily="2" charset="2"/>
              </a:rPr>
              <a:t>-to-</a:t>
            </a:r>
            <a:r>
              <a:rPr lang="de-DE" sz="1600" dirty="0"/>
              <a:t>server and server-to-client traffic over all sessions)</a:t>
            </a:r>
          </a:p>
          <a:p>
            <a:pPr marL="342900" indent="-342900">
              <a:buFont typeface="+mj-lt"/>
              <a:buAutoNum type="arabicPeriod"/>
            </a:pPr>
            <a:r>
              <a:rPr lang="de-DE" sz="1600" dirty="0"/>
              <a:t>Identify static vs. dynamic byte positions and merge static fields across alignments</a:t>
            </a:r>
          </a:p>
          <a:p>
            <a:pPr marL="342900" indent="-342900">
              <a:buFont typeface="+mj-lt"/>
              <a:buAutoNum type="arabicPeriod"/>
            </a:pPr>
            <a:r>
              <a:rPr lang="de-DE" sz="1600" dirty="0"/>
              <a:t>Cluster dynamic fields from keyword candidates</a:t>
            </a:r>
          </a:p>
          <a:p>
            <a:pPr marL="342900" indent="-342900">
              <a:buAutoNum type="arabicPeriod"/>
            </a:pPr>
            <a:endParaRPr lang="de-DE" dirty="0"/>
          </a:p>
        </p:txBody>
      </p:sp>
    </p:spTree>
    <p:extLst>
      <p:ext uri="{BB962C8B-B14F-4D97-AF65-F5344CB8AC3E}">
        <p14:creationId xmlns:p14="http://schemas.microsoft.com/office/powerpoint/2010/main" val="6971116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A495-770C-EED8-E082-DA3E3F4A75FF}"/>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17D14E2C-1169-66BF-1C76-E0B49BEB2E4E}"/>
              </a:ext>
            </a:extLst>
          </p:cNvPr>
          <p:cNvSpPr>
            <a:spLocks noGrp="1"/>
          </p:cNvSpPr>
          <p:nvPr>
            <p:ph type="dt" sz="half" idx="10"/>
          </p:nvPr>
        </p:nvSpPr>
        <p:spPr/>
        <p:txBody>
          <a:bodyPr/>
          <a:lstStyle/>
          <a:p>
            <a:fld id="{34F32B4A-C3BA-4D6F-A1BA-3F86C4E778AE}" type="datetime6">
              <a:rPr lang="en-US" smtClean="0"/>
              <a:t>February 26</a:t>
            </a:fld>
            <a:endParaRPr lang="de-DE" dirty="0"/>
          </a:p>
        </p:txBody>
      </p:sp>
      <p:sp>
        <p:nvSpPr>
          <p:cNvPr id="3" name="Fußzeilenplatzhalter 2">
            <a:extLst>
              <a:ext uri="{FF2B5EF4-FFF2-40B4-BE49-F238E27FC236}">
                <a16:creationId xmlns:a16="http://schemas.microsoft.com/office/drawing/2014/main" id="{40DA2AD2-63CB-AC2F-AE12-26A8998D3ABE}"/>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9741352A-2E84-5C7D-502B-02DE32C9B810}"/>
              </a:ext>
            </a:extLst>
          </p:cNvPr>
          <p:cNvSpPr>
            <a:spLocks noGrp="1"/>
          </p:cNvSpPr>
          <p:nvPr>
            <p:ph type="sldNum" sz="quarter" idx="12"/>
          </p:nvPr>
        </p:nvSpPr>
        <p:spPr/>
        <p:txBody>
          <a:bodyPr/>
          <a:lstStyle/>
          <a:p>
            <a:fld id="{D3A9EDD9-2578-4372-8132-10947A418667}" type="slidenum">
              <a:rPr lang="de-DE" smtClean="0"/>
              <a:t>12</a:t>
            </a:fld>
            <a:endParaRPr lang="de-DE"/>
          </a:p>
        </p:txBody>
      </p:sp>
      <p:sp>
        <p:nvSpPr>
          <p:cNvPr id="9" name="Titel 8">
            <a:extLst>
              <a:ext uri="{FF2B5EF4-FFF2-40B4-BE49-F238E27FC236}">
                <a16:creationId xmlns:a16="http://schemas.microsoft.com/office/drawing/2014/main" id="{BCFBEF57-E828-87D5-6995-54F1A11EF875}"/>
              </a:ext>
            </a:extLst>
          </p:cNvPr>
          <p:cNvSpPr>
            <a:spLocks noGrp="1"/>
          </p:cNvSpPr>
          <p:nvPr>
            <p:ph type="title"/>
          </p:nvPr>
        </p:nvSpPr>
        <p:spPr/>
        <p:txBody>
          <a:bodyPr/>
          <a:lstStyle/>
          <a:p>
            <a:r>
              <a:rPr lang="de-DE" dirty="0"/>
              <a:t>Reverse Engineering</a:t>
            </a:r>
          </a:p>
        </p:txBody>
      </p:sp>
      <p:sp>
        <p:nvSpPr>
          <p:cNvPr id="12" name="Textplatzhalter 11">
            <a:extLst>
              <a:ext uri="{FF2B5EF4-FFF2-40B4-BE49-F238E27FC236}">
                <a16:creationId xmlns:a16="http://schemas.microsoft.com/office/drawing/2014/main" id="{FF47D225-EA83-1003-4A25-F5C7FDE4C82E}"/>
              </a:ext>
            </a:extLst>
          </p:cNvPr>
          <p:cNvSpPr>
            <a:spLocks noGrp="1"/>
          </p:cNvSpPr>
          <p:nvPr>
            <p:ph type="body" sz="quarter" idx="14"/>
          </p:nvPr>
        </p:nvSpPr>
        <p:spPr/>
        <p:txBody>
          <a:bodyPr/>
          <a:lstStyle/>
          <a:p>
            <a:r>
              <a:rPr lang="de-DE" dirty="0"/>
              <a:t>–</a:t>
            </a:r>
            <a:r>
              <a:rPr lang="en-US" dirty="0"/>
              <a:t> Clustering and best candidate detection </a:t>
            </a:r>
            <a:endParaRPr lang="de-DE" dirty="0"/>
          </a:p>
        </p:txBody>
      </p:sp>
      <p:sp>
        <p:nvSpPr>
          <p:cNvPr id="5" name="Content Placeholder 2">
            <a:extLst>
              <a:ext uri="{FF2B5EF4-FFF2-40B4-BE49-F238E27FC236}">
                <a16:creationId xmlns:a16="http://schemas.microsoft.com/office/drawing/2014/main" id="{BFBF3079-8ECC-6BED-9814-9C9E900C6510}"/>
              </a:ext>
            </a:extLst>
          </p:cNvPr>
          <p:cNvSpPr>
            <a:spLocks noGrp="1"/>
          </p:cNvSpPr>
          <p:nvPr>
            <p:ph idx="1"/>
          </p:nvPr>
        </p:nvSpPr>
        <p:spPr>
          <a:xfrm>
            <a:off x="575733" y="1190171"/>
            <a:ext cx="6906491" cy="4916097"/>
          </a:xfrm>
        </p:spPr>
        <p:txBody>
          <a:bodyPr anchor="ctr">
            <a:normAutofit/>
          </a:bodyPr>
          <a:lstStyle/>
          <a:p>
            <a:r>
              <a:rPr lang="en-US" sz="1800"/>
              <a:t>Define constrains to filter out keyword candidates</a:t>
            </a:r>
          </a:p>
          <a:p>
            <a:r>
              <a:rPr lang="en-US" sz="1800"/>
              <a:t>Our constraints:</a:t>
            </a:r>
          </a:p>
          <a:p>
            <a:pPr marL="800100" lvl="1" indent="-342900">
              <a:buFont typeface="+mj-lt"/>
              <a:buAutoNum type="arabicPeriod"/>
            </a:pPr>
            <a:r>
              <a:rPr lang="en-US" sz="1600"/>
              <a:t>Max keyword length</a:t>
            </a:r>
          </a:p>
          <a:p>
            <a:pPr marL="800100" lvl="1" indent="-342900">
              <a:buFont typeface="+mj-lt"/>
              <a:buAutoNum type="arabicPeriod"/>
            </a:pPr>
            <a:r>
              <a:rPr lang="en-US" sz="1600"/>
              <a:t>For the remaining candidates, we compute the following as probabilities: </a:t>
            </a:r>
          </a:p>
          <a:p>
            <a:pPr marL="1257300" lvl="2" indent="-342900">
              <a:buFont typeface="+mj-lt"/>
              <a:buAutoNum type="arabicPeriod"/>
            </a:pPr>
            <a:r>
              <a:rPr lang="en-US" sz="1400"/>
              <a:t>Message similarity (Pm).</a:t>
            </a:r>
          </a:p>
          <a:p>
            <a:pPr marL="1257300" lvl="2" indent="-342900">
              <a:buFont typeface="+mj-lt"/>
              <a:buAutoNum type="arabicPeriod"/>
            </a:pPr>
            <a:r>
              <a:rPr lang="en-US" sz="1400"/>
              <a:t>Remote coupling (Pr).</a:t>
            </a:r>
          </a:p>
          <a:p>
            <a:pPr marL="1257300" lvl="2" indent="-342900">
              <a:buFont typeface="+mj-lt"/>
              <a:buAutoNum type="arabicPeriod"/>
            </a:pPr>
            <a:r>
              <a:rPr lang="en-US" sz="1400"/>
              <a:t>Structure coherence (Ps)</a:t>
            </a:r>
          </a:p>
          <a:p>
            <a:r>
              <a:rPr lang="en-US" sz="1800"/>
              <a:t>Compute the joint probability:</a:t>
            </a:r>
          </a:p>
          <a:p>
            <a:pPr lvl="1"/>
            <a:r>
              <a:rPr lang="en-US" sz="1600"/>
              <a:t>Pt = (Pm * Pr * Ps)</a:t>
            </a:r>
          </a:p>
          <a:p>
            <a:pPr lvl="1"/>
            <a:r>
              <a:rPr lang="en-US" sz="1600"/>
              <a:t>Assuming that these probabilities are independent. </a:t>
            </a:r>
          </a:p>
          <a:p>
            <a:r>
              <a:rPr lang="en-US" sz="1800"/>
              <a:t>Best keyword should be the one with the  highest joint probability. </a:t>
            </a:r>
          </a:p>
          <a:p>
            <a:pPr marL="800100" lvl="1" indent="-342900">
              <a:buFont typeface="+mj-lt"/>
              <a:buAutoNum type="arabicPeriod"/>
            </a:pPr>
            <a:endParaRPr lang="en-US" sz="1600" dirty="0"/>
          </a:p>
        </p:txBody>
      </p:sp>
      <p:pic>
        <p:nvPicPr>
          <p:cNvPr id="7" name="Picture 6">
            <a:extLst>
              <a:ext uri="{FF2B5EF4-FFF2-40B4-BE49-F238E27FC236}">
                <a16:creationId xmlns:a16="http://schemas.microsoft.com/office/drawing/2014/main" id="{BE4D46F4-B09D-EC83-A286-A3D809B39608}"/>
              </a:ext>
            </a:extLst>
          </p:cNvPr>
          <p:cNvPicPr>
            <a:picLocks noChangeAspect="1"/>
          </p:cNvPicPr>
          <p:nvPr/>
        </p:nvPicPr>
        <p:blipFill>
          <a:blip r:embed="rId3"/>
          <a:stretch>
            <a:fillRect/>
          </a:stretch>
        </p:blipFill>
        <p:spPr>
          <a:xfrm>
            <a:off x="7259194" y="2367006"/>
            <a:ext cx="4480601" cy="2914677"/>
          </a:xfrm>
          <a:prstGeom prst="rect">
            <a:avLst/>
          </a:prstGeom>
        </p:spPr>
      </p:pic>
    </p:spTree>
    <p:extLst>
      <p:ext uri="{BB962C8B-B14F-4D97-AF65-F5344CB8AC3E}">
        <p14:creationId xmlns:p14="http://schemas.microsoft.com/office/powerpoint/2010/main" val="3986654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 calcmode="lin" valueType="num">
                                      <p:cBhvr additive="base">
                                        <p:cTn id="1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 calcmode="lin" valueType="num">
                                      <p:cBhvr additive="base">
                                        <p:cTn id="21"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 calcmode="lin" valueType="num">
                                      <p:cBhvr additive="base">
                                        <p:cTn id="2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anim calcmode="lin" valueType="num">
                                      <p:cBhvr additive="base">
                                        <p:cTn id="29"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5">
                                            <p:txEl>
                                              <p:pRg st="6" end="6"/>
                                            </p:txEl>
                                          </p:spTgt>
                                        </p:tgtEl>
                                        <p:attrNameLst>
                                          <p:attrName>style.visibility</p:attrName>
                                        </p:attrNameLst>
                                      </p:cBhvr>
                                      <p:to>
                                        <p:strVal val="visible"/>
                                      </p:to>
                                    </p:set>
                                    <p:anim calcmode="lin" valueType="num">
                                      <p:cBhvr additive="base">
                                        <p:cTn id="3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5">
                                            <p:txEl>
                                              <p:pRg st="7" end="7"/>
                                            </p:txEl>
                                          </p:spTgt>
                                        </p:tgtEl>
                                        <p:attrNameLst>
                                          <p:attrName>style.visibility</p:attrName>
                                        </p:attrNameLst>
                                      </p:cBhvr>
                                      <p:to>
                                        <p:strVal val="visible"/>
                                      </p:to>
                                    </p:set>
                                    <p:anim calcmode="lin" valueType="num">
                                      <p:cBhvr additive="base">
                                        <p:cTn id="3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5">
                                            <p:txEl>
                                              <p:pRg st="8" end="8"/>
                                            </p:txEl>
                                          </p:spTgt>
                                        </p:tgtEl>
                                        <p:attrNameLst>
                                          <p:attrName>style.visibility</p:attrName>
                                        </p:attrNameLst>
                                      </p:cBhvr>
                                      <p:to>
                                        <p:strVal val="visible"/>
                                      </p:to>
                                    </p:set>
                                    <p:anim calcmode="lin" valueType="num">
                                      <p:cBhvr additive="base">
                                        <p:cTn id="43"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5">
                                            <p:txEl>
                                              <p:pRg st="9" end="9"/>
                                            </p:txEl>
                                          </p:spTgt>
                                        </p:tgtEl>
                                        <p:attrNameLst>
                                          <p:attrName>style.visibility</p:attrName>
                                        </p:attrNameLst>
                                      </p:cBhvr>
                                      <p:to>
                                        <p:strVal val="visible"/>
                                      </p:to>
                                    </p:set>
                                    <p:anim calcmode="lin" valueType="num">
                                      <p:cBhvr additive="base">
                                        <p:cTn id="47"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5">
                                            <p:txEl>
                                              <p:pRg st="10" end="10"/>
                                            </p:txEl>
                                          </p:spTgt>
                                        </p:tgtEl>
                                        <p:attrNameLst>
                                          <p:attrName>style.visibility</p:attrName>
                                        </p:attrNameLst>
                                      </p:cBhvr>
                                      <p:to>
                                        <p:strVal val="visible"/>
                                      </p:to>
                                    </p:set>
                                    <p:anim calcmode="lin" valueType="num">
                                      <p:cBhvr additive="base">
                                        <p:cTn id="53"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9DECB-2FFE-9F4A-8133-E5C98C16F37C}"/>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37906CB6-CF97-2348-61D6-2D21F33DE729}"/>
              </a:ext>
            </a:extLst>
          </p:cNvPr>
          <p:cNvSpPr>
            <a:spLocks noGrp="1"/>
          </p:cNvSpPr>
          <p:nvPr>
            <p:ph type="dt" sz="half" idx="10"/>
          </p:nvPr>
        </p:nvSpPr>
        <p:spPr/>
        <p:txBody>
          <a:bodyPr/>
          <a:lstStyle/>
          <a:p>
            <a:fld id="{931C60CA-C1F2-4275-B593-DA8354493789}" type="datetime6">
              <a:rPr lang="en-US" smtClean="0"/>
              <a:t>February 26</a:t>
            </a:fld>
            <a:endParaRPr lang="de-DE" dirty="0"/>
          </a:p>
        </p:txBody>
      </p:sp>
      <p:sp>
        <p:nvSpPr>
          <p:cNvPr id="3" name="Fußzeilenplatzhalter 2">
            <a:extLst>
              <a:ext uri="{FF2B5EF4-FFF2-40B4-BE49-F238E27FC236}">
                <a16:creationId xmlns:a16="http://schemas.microsoft.com/office/drawing/2014/main" id="{F6854DAA-5C72-DCCC-5BAF-33DBAC079151}"/>
              </a:ext>
            </a:extLst>
          </p:cNvPr>
          <p:cNvSpPr>
            <a:spLocks noGrp="1"/>
          </p:cNvSpPr>
          <p:nvPr>
            <p:ph type="ftr" sz="quarter" idx="11"/>
          </p:nvPr>
        </p:nvSpPr>
        <p:spPr/>
        <p:txBody>
          <a:bodyPr/>
          <a:lstStyle/>
          <a:p>
            <a:endParaRPr lang="de-DE" dirty="0"/>
          </a:p>
        </p:txBody>
      </p:sp>
      <p:sp>
        <p:nvSpPr>
          <p:cNvPr id="4" name="Foliennummernplatzhalter 3">
            <a:extLst>
              <a:ext uri="{FF2B5EF4-FFF2-40B4-BE49-F238E27FC236}">
                <a16:creationId xmlns:a16="http://schemas.microsoft.com/office/drawing/2014/main" id="{9E9078C6-15F4-F09A-10C7-561B39D6906B}"/>
              </a:ext>
            </a:extLst>
          </p:cNvPr>
          <p:cNvSpPr>
            <a:spLocks noGrp="1"/>
          </p:cNvSpPr>
          <p:nvPr>
            <p:ph type="sldNum" sz="quarter" idx="12"/>
          </p:nvPr>
        </p:nvSpPr>
        <p:spPr/>
        <p:txBody>
          <a:bodyPr/>
          <a:lstStyle/>
          <a:p>
            <a:fld id="{D3A9EDD9-2578-4372-8132-10947A418667}" type="slidenum">
              <a:rPr lang="de-DE" smtClean="0"/>
              <a:t>13</a:t>
            </a:fld>
            <a:endParaRPr lang="de-DE"/>
          </a:p>
        </p:txBody>
      </p:sp>
      <p:sp>
        <p:nvSpPr>
          <p:cNvPr id="9" name="Titel 8">
            <a:extLst>
              <a:ext uri="{FF2B5EF4-FFF2-40B4-BE49-F238E27FC236}">
                <a16:creationId xmlns:a16="http://schemas.microsoft.com/office/drawing/2014/main" id="{A5BE031D-658F-0148-42E4-6B8C08DB4FB3}"/>
              </a:ext>
            </a:extLst>
          </p:cNvPr>
          <p:cNvSpPr>
            <a:spLocks noGrp="1"/>
          </p:cNvSpPr>
          <p:nvPr>
            <p:ph type="title"/>
          </p:nvPr>
        </p:nvSpPr>
        <p:spPr/>
        <p:txBody>
          <a:bodyPr/>
          <a:lstStyle/>
          <a:p>
            <a:r>
              <a:rPr lang="de-DE" dirty="0"/>
              <a:t>Reverse engineering</a:t>
            </a:r>
          </a:p>
        </p:txBody>
      </p:sp>
      <p:sp>
        <p:nvSpPr>
          <p:cNvPr id="12" name="Textplatzhalter 11">
            <a:extLst>
              <a:ext uri="{FF2B5EF4-FFF2-40B4-BE49-F238E27FC236}">
                <a16:creationId xmlns:a16="http://schemas.microsoft.com/office/drawing/2014/main" id="{FDE99FEE-1079-AC52-12E0-177D623466B9}"/>
              </a:ext>
            </a:extLst>
          </p:cNvPr>
          <p:cNvSpPr>
            <a:spLocks noGrp="1"/>
          </p:cNvSpPr>
          <p:nvPr>
            <p:ph type="body" sz="quarter" idx="14"/>
          </p:nvPr>
        </p:nvSpPr>
        <p:spPr/>
        <p:txBody>
          <a:bodyPr/>
          <a:lstStyle/>
          <a:p>
            <a:r>
              <a:rPr lang="de-DE" dirty="0"/>
              <a:t>– Concatination of physical reading data</a:t>
            </a:r>
          </a:p>
        </p:txBody>
      </p:sp>
      <p:sp>
        <p:nvSpPr>
          <p:cNvPr id="5" name="Content Placeholder 2">
            <a:extLst>
              <a:ext uri="{FF2B5EF4-FFF2-40B4-BE49-F238E27FC236}">
                <a16:creationId xmlns:a16="http://schemas.microsoft.com/office/drawing/2014/main" id="{44582B14-B18A-920B-1DF7-7B5306AB6BCA}"/>
              </a:ext>
            </a:extLst>
          </p:cNvPr>
          <p:cNvSpPr>
            <a:spLocks noGrp="1"/>
          </p:cNvSpPr>
          <p:nvPr>
            <p:ph idx="1"/>
          </p:nvPr>
        </p:nvSpPr>
        <p:spPr>
          <a:xfrm>
            <a:off x="575733" y="1888762"/>
            <a:ext cx="3429000" cy="3410712"/>
          </a:xfrm>
        </p:spPr>
        <p:txBody>
          <a:bodyPr anchor="t">
            <a:normAutofit fontScale="85000" lnSpcReduction="10000"/>
          </a:bodyPr>
          <a:lstStyle/>
          <a:p>
            <a:pPr>
              <a:spcBef>
                <a:spcPts val="1001"/>
              </a:spcBef>
              <a:buClr>
                <a:srgbClr val="000000"/>
              </a:buClr>
              <a:buFont typeface="Arial"/>
              <a:buChar char="•"/>
            </a:pPr>
            <a:r>
              <a:rPr lang="en-US" sz="1700" dirty="0">
                <a:latin typeface="Bierstadt"/>
              </a:rPr>
              <a:t>Concatenation of physical reading sequence</a:t>
            </a:r>
          </a:p>
          <a:p>
            <a:pPr lvl="1">
              <a:spcBef>
                <a:spcPts val="1001"/>
              </a:spcBef>
              <a:buClr>
                <a:srgbClr val="000000"/>
              </a:buClr>
              <a:buFont typeface="Arial"/>
              <a:buChar char="•"/>
            </a:pPr>
            <a:r>
              <a:rPr lang="en-US" sz="1700" dirty="0">
                <a:latin typeface="Bierstadt"/>
              </a:rPr>
              <a:t>Extraction of the physical reading directly after the best candidate.  </a:t>
            </a:r>
          </a:p>
          <a:p>
            <a:pPr lvl="1">
              <a:spcBef>
                <a:spcPts val="1001"/>
              </a:spcBef>
              <a:buClr>
                <a:srgbClr val="000000"/>
              </a:buClr>
              <a:buFont typeface="Arial"/>
              <a:buChar char="•"/>
            </a:pPr>
            <a:r>
              <a:rPr lang="en-US" sz="1700" dirty="0">
                <a:latin typeface="Bierstadt"/>
              </a:rPr>
              <a:t>Define parameter </a:t>
            </a:r>
            <a:r>
              <a:rPr lang="en-US" sz="1700" b="1" dirty="0">
                <a:latin typeface="Bierstadt"/>
              </a:rPr>
              <a:t>p</a:t>
            </a:r>
            <a:r>
              <a:rPr lang="en-US" sz="1700" dirty="0">
                <a:latin typeface="Bierstadt"/>
              </a:rPr>
              <a:t>.</a:t>
            </a:r>
          </a:p>
          <a:p>
            <a:pPr lvl="1">
              <a:spcBef>
                <a:spcPts val="499"/>
              </a:spcBef>
              <a:buClr>
                <a:srgbClr val="000000"/>
              </a:buClr>
              <a:buFont typeface="Arial"/>
              <a:buChar char="•"/>
            </a:pPr>
            <a:r>
              <a:rPr lang="en-US" sz="1700" dirty="0">
                <a:latin typeface="Bierstadt"/>
              </a:rPr>
              <a:t>Concatenation of the physical readings  of every </a:t>
            </a:r>
            <a:r>
              <a:rPr lang="en-US" sz="1700" b="1" i="1" dirty="0">
                <a:latin typeface="Bierstadt"/>
              </a:rPr>
              <a:t>p</a:t>
            </a:r>
            <a:r>
              <a:rPr lang="en-US" sz="1700" dirty="0">
                <a:latin typeface="Bierstadt"/>
              </a:rPr>
              <a:t> consecutive packets into one packet.</a:t>
            </a:r>
          </a:p>
          <a:p>
            <a:pPr lvl="1">
              <a:spcBef>
                <a:spcPts val="499"/>
              </a:spcBef>
              <a:buClr>
                <a:srgbClr val="000000"/>
              </a:buClr>
              <a:buFont typeface="Arial"/>
              <a:buChar char="•"/>
            </a:pPr>
            <a:r>
              <a:rPr lang="en-US" sz="1700" dirty="0">
                <a:latin typeface="Bierstadt"/>
              </a:rPr>
              <a:t>Goals:</a:t>
            </a:r>
          </a:p>
          <a:p>
            <a:pPr lvl="2">
              <a:spcBef>
                <a:spcPts val="499"/>
              </a:spcBef>
              <a:buClr>
                <a:srgbClr val="000000"/>
              </a:buClr>
              <a:buFont typeface="Arial"/>
              <a:buChar char="•"/>
            </a:pPr>
            <a:r>
              <a:rPr lang="en-US" sz="1700" dirty="0">
                <a:latin typeface="Bierstadt"/>
              </a:rPr>
              <a:t>Focus only on physical readings as features.</a:t>
            </a:r>
          </a:p>
          <a:p>
            <a:pPr lvl="2">
              <a:spcBef>
                <a:spcPts val="499"/>
              </a:spcBef>
              <a:buClr>
                <a:srgbClr val="000000"/>
              </a:buClr>
              <a:buFont typeface="Arial"/>
              <a:buChar char="•"/>
            </a:pPr>
            <a:r>
              <a:rPr lang="en-US" sz="1700" dirty="0">
                <a:latin typeface="Bierstadt"/>
              </a:rPr>
              <a:t>Reconstruct context of physical readings.</a:t>
            </a:r>
          </a:p>
          <a:p>
            <a:pPr lvl="2">
              <a:spcBef>
                <a:spcPts val="499"/>
              </a:spcBef>
              <a:buClr>
                <a:srgbClr val="000000"/>
              </a:buClr>
              <a:buFont typeface="Arial"/>
              <a:buChar char="•"/>
            </a:pPr>
            <a:r>
              <a:rPr lang="en-US" sz="1700" dirty="0">
                <a:latin typeface="Bierstadt"/>
              </a:rPr>
              <a:t>Evaluate the impact of different values of p.</a:t>
            </a:r>
          </a:p>
          <a:p>
            <a:endParaRPr lang="de-DE" sz="1700" dirty="0"/>
          </a:p>
        </p:txBody>
      </p:sp>
      <p:pic>
        <p:nvPicPr>
          <p:cNvPr id="6" name="Picture 5">
            <a:extLst>
              <a:ext uri="{FF2B5EF4-FFF2-40B4-BE49-F238E27FC236}">
                <a16:creationId xmlns:a16="http://schemas.microsoft.com/office/drawing/2014/main" id="{F6CD897D-D2CB-0D16-07F1-4A222D7334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97051" y="1738792"/>
            <a:ext cx="7496270" cy="3710653"/>
          </a:xfrm>
          <a:prstGeom prst="rect">
            <a:avLst/>
          </a:prstGeom>
        </p:spPr>
      </p:pic>
      <p:sp>
        <p:nvSpPr>
          <p:cNvPr id="7" name="TextBox 6">
            <a:extLst>
              <a:ext uri="{FF2B5EF4-FFF2-40B4-BE49-F238E27FC236}">
                <a16:creationId xmlns:a16="http://schemas.microsoft.com/office/drawing/2014/main" id="{47E57942-8E0C-BEB8-2591-392173B774A9}"/>
              </a:ext>
            </a:extLst>
          </p:cNvPr>
          <p:cNvSpPr txBox="1"/>
          <p:nvPr/>
        </p:nvSpPr>
        <p:spPr>
          <a:xfrm>
            <a:off x="5515697" y="1553138"/>
            <a:ext cx="1745673" cy="371308"/>
          </a:xfrm>
          <a:prstGeom prst="rect">
            <a:avLst/>
          </a:prstGeom>
          <a:noFill/>
        </p:spPr>
        <p:txBody>
          <a:bodyPr wrap="square" rtlCol="0">
            <a:spAutoFit/>
          </a:bodyPr>
          <a:lstStyle/>
          <a:p>
            <a:r>
              <a:rPr lang="en-US" dirty="0"/>
              <a:t>Raw data</a:t>
            </a:r>
          </a:p>
        </p:txBody>
      </p:sp>
      <p:sp>
        <p:nvSpPr>
          <p:cNvPr id="8" name="TextBox 7">
            <a:extLst>
              <a:ext uri="{FF2B5EF4-FFF2-40B4-BE49-F238E27FC236}">
                <a16:creationId xmlns:a16="http://schemas.microsoft.com/office/drawing/2014/main" id="{DC25CBA0-9E2D-6F25-2020-940CA940E3DF}"/>
              </a:ext>
            </a:extLst>
          </p:cNvPr>
          <p:cNvSpPr txBox="1"/>
          <p:nvPr/>
        </p:nvSpPr>
        <p:spPr>
          <a:xfrm>
            <a:off x="9608127" y="1972094"/>
            <a:ext cx="1745673" cy="371308"/>
          </a:xfrm>
          <a:prstGeom prst="rect">
            <a:avLst/>
          </a:prstGeom>
          <a:noFill/>
        </p:spPr>
        <p:txBody>
          <a:bodyPr wrap="square" rtlCol="0">
            <a:spAutoFit/>
          </a:bodyPr>
          <a:lstStyle/>
          <a:p>
            <a:r>
              <a:rPr lang="en-US" dirty="0"/>
              <a:t>RE data</a:t>
            </a:r>
          </a:p>
        </p:txBody>
      </p:sp>
    </p:spTree>
    <p:extLst>
      <p:ext uri="{BB962C8B-B14F-4D97-AF65-F5344CB8AC3E}">
        <p14:creationId xmlns:p14="http://schemas.microsoft.com/office/powerpoint/2010/main" val="57899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500" fill="hold"/>
                                        <p:tgtEl>
                                          <p:spTgt spid="7"/>
                                        </p:tgtEl>
                                        <p:attrNameLst>
                                          <p:attrName>ppt_x</p:attrName>
                                        </p:attrNameLst>
                                      </p:cBhvr>
                                      <p:tavLst>
                                        <p:tav tm="0">
                                          <p:val>
                                            <p:strVal val="#ppt_x"/>
                                          </p:val>
                                        </p:tav>
                                        <p:tav tm="100000">
                                          <p:val>
                                            <p:strVal val="#ppt_x"/>
                                          </p:val>
                                        </p:tav>
                                      </p:tavLst>
                                    </p:anim>
                                    <p:anim calcmode="lin" valueType="num">
                                      <p:cBhvr additive="base">
                                        <p:cTn id="36" dur="500" fill="hold"/>
                                        <p:tgtEl>
                                          <p:spTgt spid="7"/>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500" fill="hold"/>
                                        <p:tgtEl>
                                          <p:spTgt spid="8"/>
                                        </p:tgtEl>
                                        <p:attrNameLst>
                                          <p:attrName>ppt_x</p:attrName>
                                        </p:attrNameLst>
                                      </p:cBhvr>
                                      <p:tavLst>
                                        <p:tav tm="0">
                                          <p:val>
                                            <p:strVal val="#ppt_x"/>
                                          </p:val>
                                        </p:tav>
                                        <p:tav tm="100000">
                                          <p:val>
                                            <p:strVal val="#ppt_x"/>
                                          </p:val>
                                        </p:tav>
                                      </p:tavLst>
                                    </p:anim>
                                    <p:anim calcmode="lin" valueType="num">
                                      <p:cBhvr additive="base">
                                        <p:cTn id="4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5">
                                            <p:txEl>
                                              <p:pRg st="4" end="4"/>
                                            </p:txEl>
                                          </p:spTgt>
                                        </p:tgtEl>
                                        <p:attrNameLst>
                                          <p:attrName>style.visibility</p:attrName>
                                        </p:attrNameLst>
                                      </p:cBhvr>
                                      <p:to>
                                        <p:strVal val="visible"/>
                                      </p:to>
                                    </p:set>
                                    <p:anim calcmode="lin" valueType="num">
                                      <p:cBhvr additive="base">
                                        <p:cTn id="4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5">
                                            <p:txEl>
                                              <p:pRg st="4" end="4"/>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5">
                                            <p:txEl>
                                              <p:pRg st="5" end="5"/>
                                            </p:txEl>
                                          </p:spTgt>
                                        </p:tgtEl>
                                        <p:attrNameLst>
                                          <p:attrName>style.visibility</p:attrName>
                                        </p:attrNameLst>
                                      </p:cBhvr>
                                      <p:to>
                                        <p:strVal val="visible"/>
                                      </p:to>
                                    </p:set>
                                    <p:anim calcmode="lin" valueType="num">
                                      <p:cBhvr additive="base">
                                        <p:cTn id="49"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5" end="5"/>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5">
                                            <p:txEl>
                                              <p:pRg st="6" end="6"/>
                                            </p:txEl>
                                          </p:spTgt>
                                        </p:tgtEl>
                                        <p:attrNameLst>
                                          <p:attrName>style.visibility</p:attrName>
                                        </p:attrNameLst>
                                      </p:cBhvr>
                                      <p:to>
                                        <p:strVal val="visible"/>
                                      </p:to>
                                    </p:set>
                                    <p:anim calcmode="lin" valueType="num">
                                      <p:cBhvr additive="base">
                                        <p:cTn id="5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5">
                                            <p:txEl>
                                              <p:pRg st="6" end="6"/>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5">
                                            <p:txEl>
                                              <p:pRg st="7" end="7"/>
                                            </p:txEl>
                                          </p:spTgt>
                                        </p:tgtEl>
                                        <p:attrNameLst>
                                          <p:attrName>style.visibility</p:attrName>
                                        </p:attrNameLst>
                                      </p:cBhvr>
                                      <p:to>
                                        <p:strVal val="visible"/>
                                      </p:to>
                                    </p:set>
                                    <p:anim calcmode="lin" valueType="num">
                                      <p:cBhvr additive="base">
                                        <p:cTn id="57"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E56BA-7BE6-E901-3AB7-2CBFC2321709}"/>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EAC7D430-F16C-AF54-295B-4C778EC63954}"/>
              </a:ext>
            </a:extLst>
          </p:cNvPr>
          <p:cNvSpPr>
            <a:spLocks noGrp="1"/>
          </p:cNvSpPr>
          <p:nvPr>
            <p:ph type="dt" sz="half" idx="10"/>
          </p:nvPr>
        </p:nvSpPr>
        <p:spPr/>
        <p:txBody>
          <a:bodyPr/>
          <a:lstStyle/>
          <a:p>
            <a:fld id="{41D17ACF-6668-4750-8935-F537B7B7711B}" type="datetime6">
              <a:rPr lang="en-US" smtClean="0"/>
              <a:t>February 26</a:t>
            </a:fld>
            <a:endParaRPr lang="de-DE" dirty="0"/>
          </a:p>
        </p:txBody>
      </p:sp>
      <p:sp>
        <p:nvSpPr>
          <p:cNvPr id="3" name="Textplatzhalter 2">
            <a:extLst>
              <a:ext uri="{FF2B5EF4-FFF2-40B4-BE49-F238E27FC236}">
                <a16:creationId xmlns:a16="http://schemas.microsoft.com/office/drawing/2014/main" id="{ADCBA5CA-B0E6-BBCB-862F-493AE1681549}"/>
              </a:ext>
            </a:extLst>
          </p:cNvPr>
          <p:cNvSpPr>
            <a:spLocks noGrp="1"/>
          </p:cNvSpPr>
          <p:nvPr>
            <p:ph type="body" sz="quarter" idx="11"/>
          </p:nvPr>
        </p:nvSpPr>
        <p:spPr/>
        <p:txBody>
          <a:bodyPr/>
          <a:lstStyle/>
          <a:p>
            <a:r>
              <a:rPr lang="de-DE" dirty="0"/>
              <a:t>Methodology</a:t>
            </a:r>
          </a:p>
        </p:txBody>
      </p:sp>
      <p:sp>
        <p:nvSpPr>
          <p:cNvPr id="4" name="Textplatzhalter 3">
            <a:extLst>
              <a:ext uri="{FF2B5EF4-FFF2-40B4-BE49-F238E27FC236}">
                <a16:creationId xmlns:a16="http://schemas.microsoft.com/office/drawing/2014/main" id="{4138604C-3591-C2D2-DB95-3E1310D0FA8D}"/>
              </a:ext>
            </a:extLst>
          </p:cNvPr>
          <p:cNvSpPr>
            <a:spLocks noGrp="1"/>
          </p:cNvSpPr>
          <p:nvPr>
            <p:ph type="body" sz="quarter" idx="12"/>
          </p:nvPr>
        </p:nvSpPr>
        <p:spPr/>
        <p:txBody>
          <a:bodyPr/>
          <a:lstStyle/>
          <a:p>
            <a:r>
              <a:rPr lang="de-DE" dirty="0"/>
              <a:t>Feature Extraction</a:t>
            </a:r>
          </a:p>
        </p:txBody>
      </p:sp>
    </p:spTree>
    <p:extLst>
      <p:ext uri="{BB962C8B-B14F-4D97-AF65-F5344CB8AC3E}">
        <p14:creationId xmlns:p14="http://schemas.microsoft.com/office/powerpoint/2010/main" val="4455108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CB6E0-5AF3-26D9-A475-04A9E79BDF30}"/>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AFCA2D52-C46C-3029-16AC-636AF7AC6D46}"/>
              </a:ext>
            </a:extLst>
          </p:cNvPr>
          <p:cNvSpPr>
            <a:spLocks noGrp="1"/>
          </p:cNvSpPr>
          <p:nvPr>
            <p:ph type="dt" sz="half" idx="10"/>
          </p:nvPr>
        </p:nvSpPr>
        <p:spPr/>
        <p:txBody>
          <a:bodyPr/>
          <a:lstStyle/>
          <a:p>
            <a:fld id="{EB0FA057-1FAF-4092-AC62-7296BB1E72B2}" type="datetime6">
              <a:rPr lang="en-US" smtClean="0"/>
              <a:t>February 26</a:t>
            </a:fld>
            <a:endParaRPr lang="de-DE" dirty="0"/>
          </a:p>
        </p:txBody>
      </p:sp>
      <p:sp>
        <p:nvSpPr>
          <p:cNvPr id="4" name="Foliennummernplatzhalter 3">
            <a:extLst>
              <a:ext uri="{FF2B5EF4-FFF2-40B4-BE49-F238E27FC236}">
                <a16:creationId xmlns:a16="http://schemas.microsoft.com/office/drawing/2014/main" id="{5D3378E5-885E-B3D2-9D00-FEBEC7E647B6}"/>
              </a:ext>
            </a:extLst>
          </p:cNvPr>
          <p:cNvSpPr>
            <a:spLocks noGrp="1"/>
          </p:cNvSpPr>
          <p:nvPr>
            <p:ph type="sldNum" sz="quarter" idx="12"/>
          </p:nvPr>
        </p:nvSpPr>
        <p:spPr/>
        <p:txBody>
          <a:bodyPr/>
          <a:lstStyle/>
          <a:p>
            <a:fld id="{D3A9EDD9-2578-4372-8132-10947A418667}" type="slidenum">
              <a:rPr lang="de-DE" smtClean="0"/>
              <a:t>15</a:t>
            </a:fld>
            <a:endParaRPr lang="de-DE"/>
          </a:p>
        </p:txBody>
      </p:sp>
      <p:sp>
        <p:nvSpPr>
          <p:cNvPr id="9" name="Titel 8">
            <a:extLst>
              <a:ext uri="{FF2B5EF4-FFF2-40B4-BE49-F238E27FC236}">
                <a16:creationId xmlns:a16="http://schemas.microsoft.com/office/drawing/2014/main" id="{0F17EE2C-2ED7-FB53-9543-556B4738B695}"/>
              </a:ext>
            </a:extLst>
          </p:cNvPr>
          <p:cNvSpPr>
            <a:spLocks noGrp="1"/>
          </p:cNvSpPr>
          <p:nvPr>
            <p:ph type="title"/>
          </p:nvPr>
        </p:nvSpPr>
        <p:spPr/>
        <p:txBody>
          <a:bodyPr/>
          <a:lstStyle/>
          <a:p>
            <a:r>
              <a:rPr lang="de-DE" dirty="0"/>
              <a:t>Feature Extraction</a:t>
            </a:r>
          </a:p>
        </p:txBody>
      </p:sp>
      <p:sp>
        <p:nvSpPr>
          <p:cNvPr id="12" name="Textplatzhalter 11">
            <a:extLst>
              <a:ext uri="{FF2B5EF4-FFF2-40B4-BE49-F238E27FC236}">
                <a16:creationId xmlns:a16="http://schemas.microsoft.com/office/drawing/2014/main" id="{0DFE4013-4C26-B127-35D3-0A1522873D20}"/>
              </a:ext>
            </a:extLst>
          </p:cNvPr>
          <p:cNvSpPr>
            <a:spLocks noGrp="1"/>
          </p:cNvSpPr>
          <p:nvPr>
            <p:ph type="body" sz="quarter" idx="14"/>
          </p:nvPr>
        </p:nvSpPr>
        <p:spPr/>
        <p:txBody>
          <a:bodyPr/>
          <a:lstStyle/>
          <a:p>
            <a:endParaRPr lang="de-DE" dirty="0"/>
          </a:p>
        </p:txBody>
      </p:sp>
      <p:sp>
        <p:nvSpPr>
          <p:cNvPr id="5" name="TextBox 4">
            <a:extLst>
              <a:ext uri="{FF2B5EF4-FFF2-40B4-BE49-F238E27FC236}">
                <a16:creationId xmlns:a16="http://schemas.microsoft.com/office/drawing/2014/main" id="{812AB2F0-B0D2-31B7-CC47-D0C443D6496E}"/>
              </a:ext>
            </a:extLst>
          </p:cNvPr>
          <p:cNvSpPr txBox="1"/>
          <p:nvPr/>
        </p:nvSpPr>
        <p:spPr>
          <a:xfrm>
            <a:off x="7168883" y="1989409"/>
            <a:ext cx="4007383" cy="584775"/>
          </a:xfrm>
          <a:prstGeom prst="rect">
            <a:avLst/>
          </a:prstGeom>
          <a:noFill/>
        </p:spPr>
        <p:txBody>
          <a:bodyPr wrap="square" rtlCol="0">
            <a:spAutoFit/>
          </a:bodyPr>
          <a:lstStyle/>
          <a:p>
            <a:r>
              <a:rPr lang="de-DE" sz="1600" b="1" dirty="0"/>
              <a:t>Input: </a:t>
            </a:r>
            <a:r>
              <a:rPr lang="de-DE" sz="1600" dirty="0"/>
              <a:t>Byte-vectors from  Raw/RE representations (RE5/RE10/RE15)</a:t>
            </a:r>
          </a:p>
        </p:txBody>
      </p:sp>
      <p:sp>
        <p:nvSpPr>
          <p:cNvPr id="6" name="TextBox 5">
            <a:extLst>
              <a:ext uri="{FF2B5EF4-FFF2-40B4-BE49-F238E27FC236}">
                <a16:creationId xmlns:a16="http://schemas.microsoft.com/office/drawing/2014/main" id="{9C1214C3-11E9-864C-9BC5-CAB0B73A2277}"/>
              </a:ext>
            </a:extLst>
          </p:cNvPr>
          <p:cNvSpPr txBox="1"/>
          <p:nvPr/>
        </p:nvSpPr>
        <p:spPr>
          <a:xfrm>
            <a:off x="9123758" y="2606035"/>
            <a:ext cx="2573777" cy="461665"/>
          </a:xfrm>
          <a:prstGeom prst="rect">
            <a:avLst/>
          </a:prstGeom>
          <a:noFill/>
        </p:spPr>
        <p:txBody>
          <a:bodyPr wrap="square" rtlCol="0">
            <a:spAutoFit/>
          </a:bodyPr>
          <a:lstStyle/>
          <a:p>
            <a:pPr marL="285750" indent="-285750">
              <a:buFont typeface="Symbol" panose="05050102010706020507" pitchFamily="18" charset="2"/>
              <a:buChar char="-"/>
            </a:pPr>
            <a:r>
              <a:rPr lang="de-DE" sz="1200" dirty="0"/>
              <a:t>Pad/Truncate to length M</a:t>
            </a:r>
          </a:p>
          <a:p>
            <a:pPr marL="285750" indent="-285750">
              <a:buFont typeface="Symbol" panose="05050102010706020507" pitchFamily="18" charset="2"/>
              <a:buChar char="-"/>
            </a:pPr>
            <a:r>
              <a:rPr lang="de-DE" sz="1200" dirty="0"/>
              <a:t>Normalize byte values to [0/1]</a:t>
            </a:r>
          </a:p>
        </p:txBody>
      </p:sp>
      <p:sp>
        <p:nvSpPr>
          <p:cNvPr id="7" name="TextBox 6">
            <a:extLst>
              <a:ext uri="{FF2B5EF4-FFF2-40B4-BE49-F238E27FC236}">
                <a16:creationId xmlns:a16="http://schemas.microsoft.com/office/drawing/2014/main" id="{7E8A4A32-7477-BC6D-C04F-8D8519915C1B}"/>
              </a:ext>
            </a:extLst>
          </p:cNvPr>
          <p:cNvSpPr txBox="1"/>
          <p:nvPr/>
        </p:nvSpPr>
        <p:spPr>
          <a:xfrm>
            <a:off x="7705725" y="3408131"/>
            <a:ext cx="2933700" cy="523220"/>
          </a:xfrm>
          <a:prstGeom prst="rect">
            <a:avLst/>
          </a:prstGeom>
          <a:noFill/>
          <a:ln>
            <a:solidFill>
              <a:schemeClr val="tx1"/>
            </a:solidFill>
          </a:ln>
        </p:spPr>
        <p:txBody>
          <a:bodyPr wrap="square">
            <a:spAutoFit/>
          </a:bodyPr>
          <a:lstStyle/>
          <a:p>
            <a:r>
              <a:rPr lang="de-DE" sz="1400" dirty="0"/>
              <a:t>SDA* (trained on benign samples) </a:t>
            </a:r>
          </a:p>
          <a:p>
            <a:r>
              <a:rPr lang="de-DE" sz="1400" b="1" dirty="0"/>
              <a:t>       Encoder </a:t>
            </a:r>
            <a:r>
              <a:rPr lang="de-DE" sz="1400" dirty="0"/>
              <a:t>(bottleneck layer)</a:t>
            </a:r>
          </a:p>
        </p:txBody>
      </p:sp>
      <p:sp>
        <p:nvSpPr>
          <p:cNvPr id="8" name="TextBox 7">
            <a:extLst>
              <a:ext uri="{FF2B5EF4-FFF2-40B4-BE49-F238E27FC236}">
                <a16:creationId xmlns:a16="http://schemas.microsoft.com/office/drawing/2014/main" id="{2C636615-3142-E908-1EE0-373F14C83F71}"/>
              </a:ext>
            </a:extLst>
          </p:cNvPr>
          <p:cNvSpPr txBox="1"/>
          <p:nvPr/>
        </p:nvSpPr>
        <p:spPr>
          <a:xfrm>
            <a:off x="7363997" y="4374433"/>
            <a:ext cx="3617156" cy="523220"/>
          </a:xfrm>
          <a:prstGeom prst="rect">
            <a:avLst/>
          </a:prstGeom>
          <a:noFill/>
        </p:spPr>
        <p:txBody>
          <a:bodyPr wrap="square">
            <a:spAutoFit/>
          </a:bodyPr>
          <a:lstStyle/>
          <a:p>
            <a:r>
              <a:rPr lang="de-DE" sz="1400" b="1" dirty="0"/>
              <a:t>Output: </a:t>
            </a:r>
            <a:r>
              <a:rPr lang="de-DE" sz="1400" dirty="0"/>
              <a:t>Latent feature vector (e.g. 32 features)</a:t>
            </a:r>
          </a:p>
        </p:txBody>
      </p:sp>
      <p:cxnSp>
        <p:nvCxnSpPr>
          <p:cNvPr id="13" name="Straight Arrow Connector 12">
            <a:extLst>
              <a:ext uri="{FF2B5EF4-FFF2-40B4-BE49-F238E27FC236}">
                <a16:creationId xmlns:a16="http://schemas.microsoft.com/office/drawing/2014/main" id="{8EAF2B70-95BF-3965-7383-3CD80F2C19CB}"/>
              </a:ext>
            </a:extLst>
          </p:cNvPr>
          <p:cNvCxnSpPr>
            <a:cxnSpLocks/>
            <a:stCxn id="5" idx="2"/>
            <a:endCxn id="7" idx="0"/>
          </p:cNvCxnSpPr>
          <p:nvPr/>
        </p:nvCxnSpPr>
        <p:spPr>
          <a:xfrm>
            <a:off x="9172575" y="2574184"/>
            <a:ext cx="0" cy="8339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6D9320B9-C065-39FE-7507-50ADBB9E1240}"/>
              </a:ext>
            </a:extLst>
          </p:cNvPr>
          <p:cNvCxnSpPr>
            <a:cxnSpLocks/>
            <a:stCxn id="7" idx="2"/>
            <a:endCxn id="8" idx="0"/>
          </p:cNvCxnSpPr>
          <p:nvPr/>
        </p:nvCxnSpPr>
        <p:spPr>
          <a:xfrm>
            <a:off x="9172575" y="3931351"/>
            <a:ext cx="0" cy="4430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Arrow: Right 14">
            <a:extLst>
              <a:ext uri="{FF2B5EF4-FFF2-40B4-BE49-F238E27FC236}">
                <a16:creationId xmlns:a16="http://schemas.microsoft.com/office/drawing/2014/main" id="{AFF6B9D5-2ABC-C9CB-F2E1-9D30DCA6533C}"/>
              </a:ext>
            </a:extLst>
          </p:cNvPr>
          <p:cNvSpPr/>
          <p:nvPr/>
        </p:nvSpPr>
        <p:spPr>
          <a:xfrm>
            <a:off x="7858522" y="3725834"/>
            <a:ext cx="225440" cy="112145"/>
          </a:xfrm>
          <a:prstGeom prst="rightArrow">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16" name="Rectangle 15">
            <a:extLst>
              <a:ext uri="{FF2B5EF4-FFF2-40B4-BE49-F238E27FC236}">
                <a16:creationId xmlns:a16="http://schemas.microsoft.com/office/drawing/2014/main" id="{38A519F6-2C7C-E8BD-C200-07C3A9CA7C50}"/>
              </a:ext>
            </a:extLst>
          </p:cNvPr>
          <p:cNvSpPr/>
          <p:nvPr/>
        </p:nvSpPr>
        <p:spPr>
          <a:xfrm>
            <a:off x="6978514" y="1854697"/>
            <a:ext cx="4870450" cy="3486038"/>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pic>
        <p:nvPicPr>
          <p:cNvPr id="17" name="Picture 16">
            <a:extLst>
              <a:ext uri="{FF2B5EF4-FFF2-40B4-BE49-F238E27FC236}">
                <a16:creationId xmlns:a16="http://schemas.microsoft.com/office/drawing/2014/main" id="{1939FF35-84F4-18DE-C03F-921BE93F6B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733" y="1886418"/>
            <a:ext cx="5918016" cy="3418524"/>
          </a:xfrm>
          <a:prstGeom prst="rect">
            <a:avLst/>
          </a:prstGeom>
          <a:ln>
            <a:solidFill>
              <a:schemeClr val="tx1"/>
            </a:solidFill>
          </a:ln>
        </p:spPr>
      </p:pic>
      <p:sp>
        <p:nvSpPr>
          <p:cNvPr id="18" name="TextBox 17">
            <a:extLst>
              <a:ext uri="{FF2B5EF4-FFF2-40B4-BE49-F238E27FC236}">
                <a16:creationId xmlns:a16="http://schemas.microsoft.com/office/drawing/2014/main" id="{A22CE8FD-0AB6-9256-435C-8352D9DADA7B}"/>
              </a:ext>
            </a:extLst>
          </p:cNvPr>
          <p:cNvSpPr txBox="1"/>
          <p:nvPr/>
        </p:nvSpPr>
        <p:spPr>
          <a:xfrm>
            <a:off x="575733" y="1467354"/>
            <a:ext cx="3418808" cy="369332"/>
          </a:xfrm>
          <a:prstGeom prst="rect">
            <a:avLst/>
          </a:prstGeom>
          <a:noFill/>
        </p:spPr>
        <p:txBody>
          <a:bodyPr wrap="square" rtlCol="0">
            <a:spAutoFit/>
          </a:bodyPr>
          <a:lstStyle/>
          <a:p>
            <a:r>
              <a:rPr lang="de-DE" b="1" dirty="0"/>
              <a:t>Autoencoder architecture:</a:t>
            </a:r>
          </a:p>
        </p:txBody>
      </p:sp>
      <p:sp>
        <p:nvSpPr>
          <p:cNvPr id="19" name="TextBox 18">
            <a:extLst>
              <a:ext uri="{FF2B5EF4-FFF2-40B4-BE49-F238E27FC236}">
                <a16:creationId xmlns:a16="http://schemas.microsoft.com/office/drawing/2014/main" id="{E41F1500-9D8A-0FA8-6774-E8E285D96A14}"/>
              </a:ext>
            </a:extLst>
          </p:cNvPr>
          <p:cNvSpPr txBox="1"/>
          <p:nvPr/>
        </p:nvSpPr>
        <p:spPr>
          <a:xfrm>
            <a:off x="575733" y="5354674"/>
            <a:ext cx="5859435" cy="338554"/>
          </a:xfrm>
          <a:prstGeom prst="rect">
            <a:avLst/>
          </a:prstGeom>
          <a:noFill/>
        </p:spPr>
        <p:txBody>
          <a:bodyPr wrap="square" rtlCol="0">
            <a:spAutoFit/>
          </a:bodyPr>
          <a:lstStyle/>
          <a:p>
            <a:r>
              <a:rPr lang="de-DE" sz="800" dirty="0">
                <a:solidFill>
                  <a:schemeClr val="tx1">
                    <a:lumMod val="60000"/>
                    <a:lumOff val="40000"/>
                  </a:schemeClr>
                </a:solidFill>
              </a:rPr>
              <a:t>Image taken from: https://www.researchgate.net/figure/Deep-Autoencoder-architecture-composed-by-input-x-encoder-layer-bottleneck-layer_fig1_367193919</a:t>
            </a:r>
          </a:p>
        </p:txBody>
      </p:sp>
      <p:sp>
        <p:nvSpPr>
          <p:cNvPr id="3" name="Footer Placeholder 2">
            <a:extLst>
              <a:ext uri="{FF2B5EF4-FFF2-40B4-BE49-F238E27FC236}">
                <a16:creationId xmlns:a16="http://schemas.microsoft.com/office/drawing/2014/main" id="{D77A7E0A-BE1B-3BFA-D4FA-EF63960C1A4E}"/>
              </a:ext>
            </a:extLst>
          </p:cNvPr>
          <p:cNvSpPr>
            <a:spLocks noGrp="1"/>
          </p:cNvSpPr>
          <p:nvPr>
            <p:ph type="ftr" sz="quarter" idx="11"/>
          </p:nvPr>
        </p:nvSpPr>
        <p:spPr/>
        <p:txBody>
          <a:bodyPr/>
          <a:lstStyle/>
          <a:p>
            <a:r>
              <a:rPr lang="de-DE" dirty="0"/>
              <a:t>*SDA - Stacked Denoising Autoencoder</a:t>
            </a:r>
          </a:p>
          <a:p>
            <a:endParaRPr lang="de-DE" dirty="0"/>
          </a:p>
        </p:txBody>
      </p:sp>
    </p:spTree>
    <p:extLst>
      <p:ext uri="{BB962C8B-B14F-4D97-AF65-F5344CB8AC3E}">
        <p14:creationId xmlns:p14="http://schemas.microsoft.com/office/powerpoint/2010/main" val="25442417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93832-32C9-337D-6B5C-2313BDC92550}"/>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687A9E82-A90F-2B2E-753F-5FF3E5CF574D}"/>
              </a:ext>
            </a:extLst>
          </p:cNvPr>
          <p:cNvSpPr>
            <a:spLocks noGrp="1"/>
          </p:cNvSpPr>
          <p:nvPr>
            <p:ph type="dt" sz="half" idx="10"/>
          </p:nvPr>
        </p:nvSpPr>
        <p:spPr/>
        <p:txBody>
          <a:bodyPr/>
          <a:lstStyle/>
          <a:p>
            <a:fld id="{9F82AD88-74F2-4C3E-BEF9-8FB7527865CC}" type="datetime6">
              <a:rPr lang="en-US" smtClean="0"/>
              <a:t>February 26</a:t>
            </a:fld>
            <a:endParaRPr lang="de-DE" dirty="0"/>
          </a:p>
        </p:txBody>
      </p:sp>
      <p:sp>
        <p:nvSpPr>
          <p:cNvPr id="3" name="Textplatzhalter 2">
            <a:extLst>
              <a:ext uri="{FF2B5EF4-FFF2-40B4-BE49-F238E27FC236}">
                <a16:creationId xmlns:a16="http://schemas.microsoft.com/office/drawing/2014/main" id="{48074254-05A9-4B9F-16A5-BE1D561D447B}"/>
              </a:ext>
            </a:extLst>
          </p:cNvPr>
          <p:cNvSpPr>
            <a:spLocks noGrp="1"/>
          </p:cNvSpPr>
          <p:nvPr>
            <p:ph type="body" sz="quarter" idx="11"/>
          </p:nvPr>
        </p:nvSpPr>
        <p:spPr/>
        <p:txBody>
          <a:bodyPr/>
          <a:lstStyle/>
          <a:p>
            <a:r>
              <a:rPr lang="de-DE" dirty="0"/>
              <a:t>Methodology</a:t>
            </a:r>
          </a:p>
        </p:txBody>
      </p:sp>
      <p:sp>
        <p:nvSpPr>
          <p:cNvPr id="4" name="Textplatzhalter 3">
            <a:extLst>
              <a:ext uri="{FF2B5EF4-FFF2-40B4-BE49-F238E27FC236}">
                <a16:creationId xmlns:a16="http://schemas.microsoft.com/office/drawing/2014/main" id="{9D36A23C-4EEB-AF89-177E-41AB78574CD4}"/>
              </a:ext>
            </a:extLst>
          </p:cNvPr>
          <p:cNvSpPr>
            <a:spLocks noGrp="1"/>
          </p:cNvSpPr>
          <p:nvPr>
            <p:ph type="body" sz="quarter" idx="12"/>
          </p:nvPr>
        </p:nvSpPr>
        <p:spPr/>
        <p:txBody>
          <a:bodyPr/>
          <a:lstStyle/>
          <a:p>
            <a:r>
              <a:rPr lang="de-DE" dirty="0"/>
              <a:t>Anomaly Detection Methods</a:t>
            </a:r>
          </a:p>
          <a:p>
            <a:pPr lvl="2">
              <a:buFont typeface="Wingdings" panose="05000000000000000000" pitchFamily="2" charset="2"/>
              <a:buChar char="§"/>
            </a:pPr>
            <a:r>
              <a:rPr lang="de-DE" sz="1600" b="0" dirty="0">
                <a:solidFill>
                  <a:schemeClr val="tx1">
                    <a:lumMod val="50000"/>
                  </a:schemeClr>
                </a:solidFill>
              </a:rPr>
              <a:t> Ensemble Classifier</a:t>
            </a:r>
          </a:p>
          <a:p>
            <a:pPr lvl="2">
              <a:buFont typeface="Wingdings" panose="05000000000000000000" pitchFamily="2" charset="2"/>
              <a:buChar char="§"/>
            </a:pPr>
            <a:r>
              <a:rPr lang="de-DE" sz="1600" b="0" dirty="0">
                <a:solidFill>
                  <a:schemeClr val="tx1">
                    <a:lumMod val="50000"/>
                  </a:schemeClr>
                </a:solidFill>
              </a:rPr>
              <a:t> Autoencoder Reconstruction-Error</a:t>
            </a:r>
          </a:p>
          <a:p>
            <a:pPr lvl="2">
              <a:buFont typeface="Wingdings" panose="05000000000000000000" pitchFamily="2" charset="2"/>
              <a:buChar char="§"/>
            </a:pPr>
            <a:r>
              <a:rPr lang="de-DE" sz="1600" b="0" dirty="0">
                <a:solidFill>
                  <a:schemeClr val="tx1">
                    <a:lumMod val="50000"/>
                  </a:schemeClr>
                </a:solidFill>
              </a:rPr>
              <a:t> N-gram</a:t>
            </a:r>
          </a:p>
          <a:p>
            <a:pPr lvl="2">
              <a:buFont typeface="Wingdings" panose="05000000000000000000" pitchFamily="2" charset="2"/>
              <a:buChar char="§"/>
            </a:pPr>
            <a:r>
              <a:rPr lang="de-DE" sz="1600" b="0" dirty="0">
                <a:solidFill>
                  <a:schemeClr val="tx1">
                    <a:lumMod val="50000"/>
                  </a:schemeClr>
                </a:solidFill>
              </a:rPr>
              <a:t> Generative Adversarial Network</a:t>
            </a:r>
          </a:p>
          <a:p>
            <a:pPr lvl="2">
              <a:buFont typeface="Wingdings" panose="05000000000000000000" pitchFamily="2" charset="2"/>
              <a:buChar char="§"/>
            </a:pPr>
            <a:r>
              <a:rPr lang="de-DE" sz="1600" b="0" dirty="0">
                <a:solidFill>
                  <a:schemeClr val="tx1">
                    <a:lumMod val="50000"/>
                  </a:schemeClr>
                </a:solidFill>
              </a:rPr>
              <a:t> ResNet</a:t>
            </a:r>
          </a:p>
          <a:p>
            <a:endParaRPr lang="de-DE" dirty="0"/>
          </a:p>
        </p:txBody>
      </p:sp>
    </p:spTree>
    <p:extLst>
      <p:ext uri="{BB962C8B-B14F-4D97-AF65-F5344CB8AC3E}">
        <p14:creationId xmlns:p14="http://schemas.microsoft.com/office/powerpoint/2010/main" val="3707182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E37C1-68AF-9FEA-D05E-F79FE8506092}"/>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5B68973B-760E-1650-486B-F1911FC1D12B}"/>
              </a:ext>
            </a:extLst>
          </p:cNvPr>
          <p:cNvSpPr>
            <a:spLocks noGrp="1"/>
          </p:cNvSpPr>
          <p:nvPr>
            <p:ph type="dt" sz="half" idx="10"/>
          </p:nvPr>
        </p:nvSpPr>
        <p:spPr/>
        <p:txBody>
          <a:bodyPr/>
          <a:lstStyle/>
          <a:p>
            <a:fld id="{3D8F1466-9E2C-4220-89BA-18E9E0A7F63D}" type="datetime6">
              <a:rPr lang="en-US" smtClean="0"/>
              <a:t>February 26</a:t>
            </a:fld>
            <a:endParaRPr lang="de-DE" dirty="0"/>
          </a:p>
        </p:txBody>
      </p:sp>
      <p:sp>
        <p:nvSpPr>
          <p:cNvPr id="3" name="Fußzeilenplatzhalter 2">
            <a:extLst>
              <a:ext uri="{FF2B5EF4-FFF2-40B4-BE49-F238E27FC236}">
                <a16:creationId xmlns:a16="http://schemas.microsoft.com/office/drawing/2014/main" id="{2ACD0A75-7AF7-1FEE-76AC-A0413DF9CCDA}"/>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30823970-0FF1-C1D3-F5AF-E968043316BB}"/>
              </a:ext>
            </a:extLst>
          </p:cNvPr>
          <p:cNvSpPr>
            <a:spLocks noGrp="1"/>
          </p:cNvSpPr>
          <p:nvPr>
            <p:ph type="sldNum" sz="quarter" idx="12"/>
          </p:nvPr>
        </p:nvSpPr>
        <p:spPr/>
        <p:txBody>
          <a:bodyPr/>
          <a:lstStyle/>
          <a:p>
            <a:fld id="{D3A9EDD9-2578-4372-8132-10947A418667}" type="slidenum">
              <a:rPr lang="de-DE" smtClean="0"/>
              <a:t>17</a:t>
            </a:fld>
            <a:endParaRPr lang="de-DE"/>
          </a:p>
        </p:txBody>
      </p:sp>
      <p:sp>
        <p:nvSpPr>
          <p:cNvPr id="9" name="Titel 8">
            <a:extLst>
              <a:ext uri="{FF2B5EF4-FFF2-40B4-BE49-F238E27FC236}">
                <a16:creationId xmlns:a16="http://schemas.microsoft.com/office/drawing/2014/main" id="{A3E3BD32-C1B7-F08B-689B-55D97A00CC13}"/>
              </a:ext>
            </a:extLst>
          </p:cNvPr>
          <p:cNvSpPr>
            <a:spLocks noGrp="1"/>
          </p:cNvSpPr>
          <p:nvPr>
            <p:ph type="title"/>
          </p:nvPr>
        </p:nvSpPr>
        <p:spPr/>
        <p:txBody>
          <a:bodyPr/>
          <a:lstStyle/>
          <a:p>
            <a:r>
              <a:rPr lang="de-DE" dirty="0"/>
              <a:t>Detection methods</a:t>
            </a:r>
          </a:p>
        </p:txBody>
      </p:sp>
      <p:sp>
        <p:nvSpPr>
          <p:cNvPr id="12" name="Textplatzhalter 11">
            <a:extLst>
              <a:ext uri="{FF2B5EF4-FFF2-40B4-BE49-F238E27FC236}">
                <a16:creationId xmlns:a16="http://schemas.microsoft.com/office/drawing/2014/main" id="{E1BCA0E7-B657-78C1-3D3A-6B893DA6A9D0}"/>
              </a:ext>
            </a:extLst>
          </p:cNvPr>
          <p:cNvSpPr>
            <a:spLocks noGrp="1"/>
          </p:cNvSpPr>
          <p:nvPr>
            <p:ph type="body" sz="quarter" idx="14"/>
          </p:nvPr>
        </p:nvSpPr>
        <p:spPr/>
        <p:txBody>
          <a:bodyPr/>
          <a:lstStyle/>
          <a:p>
            <a:r>
              <a:rPr lang="de-DE" dirty="0"/>
              <a:t>Ensemble Classifier</a:t>
            </a:r>
          </a:p>
        </p:txBody>
      </p:sp>
      <p:sp>
        <p:nvSpPr>
          <p:cNvPr id="5" name="Content Placeholder 2">
            <a:extLst>
              <a:ext uri="{FF2B5EF4-FFF2-40B4-BE49-F238E27FC236}">
                <a16:creationId xmlns:a16="http://schemas.microsoft.com/office/drawing/2014/main" id="{26A45267-1E48-5496-A22E-0193D5B01879}"/>
              </a:ext>
            </a:extLst>
          </p:cNvPr>
          <p:cNvSpPr>
            <a:spLocks noGrp="1"/>
          </p:cNvSpPr>
          <p:nvPr>
            <p:ph idx="1"/>
          </p:nvPr>
        </p:nvSpPr>
        <p:spPr>
          <a:xfrm>
            <a:off x="6354131" y="4887173"/>
            <a:ext cx="5262136" cy="1074029"/>
          </a:xfrm>
          <a:ln>
            <a:solidFill>
              <a:schemeClr val="bg1"/>
            </a:solidFill>
          </a:ln>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de-DE" sz="1800" b="1" dirty="0"/>
              <a:t>Prediction Modes:</a:t>
            </a:r>
          </a:p>
          <a:p>
            <a:pPr lvl="1"/>
            <a:r>
              <a:rPr lang="de-DE" sz="1400" dirty="0"/>
              <a:t>Random – randomly select one of the predictions</a:t>
            </a:r>
          </a:p>
          <a:p>
            <a:pPr lvl="1"/>
            <a:r>
              <a:rPr lang="de-DE" sz="1400" dirty="0"/>
              <a:t>Majority – select the majority of equal predictions </a:t>
            </a:r>
          </a:p>
          <a:p>
            <a:pPr lvl="1"/>
            <a:r>
              <a:rPr lang="de-DE" sz="1400" dirty="0"/>
              <a:t>All – classify as attack, if all classifiers predict it as attack</a:t>
            </a:r>
          </a:p>
          <a:p>
            <a:pPr lvl="1"/>
            <a:endParaRPr lang="de-DE" sz="1400" dirty="0"/>
          </a:p>
        </p:txBody>
      </p:sp>
      <p:sp>
        <p:nvSpPr>
          <p:cNvPr id="6" name="TextBox 5">
            <a:extLst>
              <a:ext uri="{FF2B5EF4-FFF2-40B4-BE49-F238E27FC236}">
                <a16:creationId xmlns:a16="http://schemas.microsoft.com/office/drawing/2014/main" id="{35511C4B-C7E0-F852-F365-A570A12D2479}"/>
              </a:ext>
            </a:extLst>
          </p:cNvPr>
          <p:cNvSpPr txBox="1"/>
          <p:nvPr/>
        </p:nvSpPr>
        <p:spPr>
          <a:xfrm>
            <a:off x="548643" y="4795718"/>
            <a:ext cx="2969525" cy="1292662"/>
          </a:xfrm>
          <a:prstGeom prst="rect">
            <a:avLst/>
          </a:prstGeom>
          <a:noFill/>
        </p:spPr>
        <p:txBody>
          <a:bodyPr wrap="square" rtlCol="0">
            <a:spAutoFit/>
          </a:bodyPr>
          <a:lstStyle/>
          <a:p>
            <a:r>
              <a:rPr lang="de-DE" b="1" dirty="0"/>
              <a:t>Operational Modes:</a:t>
            </a:r>
          </a:p>
          <a:p>
            <a:r>
              <a:rPr lang="de-DE" dirty="0"/>
              <a:t>One-class </a:t>
            </a:r>
          </a:p>
          <a:p>
            <a:pPr lvl="1">
              <a:buFont typeface="Wingdings" panose="05000000000000000000" pitchFamily="2" charset="2"/>
              <a:buChar char="Ø"/>
            </a:pPr>
            <a:r>
              <a:rPr lang="de-DE" sz="1400" dirty="0"/>
              <a:t>One-class SVM</a:t>
            </a:r>
          </a:p>
          <a:p>
            <a:pPr lvl="1">
              <a:buFont typeface="Wingdings" panose="05000000000000000000" pitchFamily="2" charset="2"/>
              <a:buChar char="Ø"/>
            </a:pPr>
            <a:r>
              <a:rPr lang="de-DE" sz="1400" dirty="0"/>
              <a:t>Local Outlier Factor</a:t>
            </a:r>
          </a:p>
          <a:p>
            <a:pPr lvl="1">
              <a:buFont typeface="Wingdings" panose="05000000000000000000" pitchFamily="2" charset="2"/>
              <a:buChar char="Ø"/>
            </a:pPr>
            <a:r>
              <a:rPr lang="de-DE" sz="1400" dirty="0"/>
              <a:t>Elliptic Envelope</a:t>
            </a:r>
          </a:p>
        </p:txBody>
      </p:sp>
      <p:sp>
        <p:nvSpPr>
          <p:cNvPr id="7" name="TextBox 6">
            <a:extLst>
              <a:ext uri="{FF2B5EF4-FFF2-40B4-BE49-F238E27FC236}">
                <a16:creationId xmlns:a16="http://schemas.microsoft.com/office/drawing/2014/main" id="{BEA58B7C-C76B-C70E-52B4-26DD7C3917AD}"/>
              </a:ext>
            </a:extLst>
          </p:cNvPr>
          <p:cNvSpPr txBox="1"/>
          <p:nvPr/>
        </p:nvSpPr>
        <p:spPr>
          <a:xfrm>
            <a:off x="3299805" y="4805064"/>
            <a:ext cx="2969525" cy="1292662"/>
          </a:xfrm>
          <a:prstGeom prst="rect">
            <a:avLst/>
          </a:prstGeom>
          <a:noFill/>
        </p:spPr>
        <p:txBody>
          <a:bodyPr wrap="square" rtlCol="0">
            <a:spAutoFit/>
          </a:bodyPr>
          <a:lstStyle/>
          <a:p>
            <a:endParaRPr lang="de-DE" b="1" dirty="0"/>
          </a:p>
          <a:p>
            <a:r>
              <a:rPr lang="de-DE" dirty="0"/>
              <a:t> Multiclass </a:t>
            </a:r>
          </a:p>
          <a:p>
            <a:pPr lvl="1">
              <a:buFont typeface="Wingdings" panose="05000000000000000000" pitchFamily="2" charset="2"/>
              <a:buChar char="Ø"/>
            </a:pPr>
            <a:r>
              <a:rPr lang="de-DE" sz="1400" dirty="0"/>
              <a:t>Binary SVM</a:t>
            </a:r>
          </a:p>
          <a:p>
            <a:pPr lvl="1">
              <a:buFont typeface="Wingdings" panose="05000000000000000000" pitchFamily="2" charset="2"/>
              <a:buChar char="Ø"/>
            </a:pPr>
            <a:r>
              <a:rPr lang="de-DE" sz="1400" dirty="0"/>
              <a:t>KNN</a:t>
            </a:r>
          </a:p>
          <a:p>
            <a:pPr lvl="1">
              <a:buFont typeface="Wingdings" panose="05000000000000000000" pitchFamily="2" charset="2"/>
              <a:buChar char="Ø"/>
            </a:pPr>
            <a:r>
              <a:rPr lang="de-DE" sz="1400" dirty="0"/>
              <a:t>Random Forest</a:t>
            </a:r>
          </a:p>
        </p:txBody>
      </p:sp>
      <p:sp>
        <p:nvSpPr>
          <p:cNvPr id="8" name="Cylinder 7">
            <a:extLst>
              <a:ext uri="{FF2B5EF4-FFF2-40B4-BE49-F238E27FC236}">
                <a16:creationId xmlns:a16="http://schemas.microsoft.com/office/drawing/2014/main" id="{C2DF12BC-1F43-FCC5-8125-EB9E0BB64814}"/>
              </a:ext>
            </a:extLst>
          </p:cNvPr>
          <p:cNvSpPr/>
          <p:nvPr/>
        </p:nvSpPr>
        <p:spPr>
          <a:xfrm>
            <a:off x="867199" y="2449185"/>
            <a:ext cx="2015069" cy="400050"/>
          </a:xfrm>
          <a:prstGeom prst="can">
            <a:avLst/>
          </a:pr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3" name="Straight Arrow Connector 12">
            <a:extLst>
              <a:ext uri="{FF2B5EF4-FFF2-40B4-BE49-F238E27FC236}">
                <a16:creationId xmlns:a16="http://schemas.microsoft.com/office/drawing/2014/main" id="{0FEFF82A-118F-C665-7943-D961C06CD3D3}"/>
              </a:ext>
            </a:extLst>
          </p:cNvPr>
          <p:cNvCxnSpPr>
            <a:cxnSpLocks/>
          </p:cNvCxnSpPr>
          <p:nvPr/>
        </p:nvCxnSpPr>
        <p:spPr>
          <a:xfrm>
            <a:off x="2999606" y="2720539"/>
            <a:ext cx="1852612" cy="690562"/>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7F16413-3BCC-FC83-9598-5858B9B0BD06}"/>
              </a:ext>
            </a:extLst>
          </p:cNvPr>
          <p:cNvSpPr txBox="1"/>
          <p:nvPr/>
        </p:nvSpPr>
        <p:spPr>
          <a:xfrm>
            <a:off x="4826293" y="1956703"/>
            <a:ext cx="1443037" cy="369332"/>
          </a:xfrm>
          <a:prstGeom prst="rect">
            <a:avLst/>
          </a:prstGeom>
          <a:noFill/>
          <a:ln w="9525" cap="flat" cmpd="sng" algn="ctr">
            <a:solidFill>
              <a:schemeClr val="tx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rtlCol="0">
            <a:spAutoFit/>
          </a:bodyPr>
          <a:lstStyle/>
          <a:p>
            <a:r>
              <a:rPr lang="de-DE" dirty="0">
                <a:solidFill>
                  <a:schemeClr val="tx1"/>
                </a:solidFill>
              </a:rPr>
              <a:t>Classifier 1</a:t>
            </a:r>
          </a:p>
        </p:txBody>
      </p:sp>
      <p:sp>
        <p:nvSpPr>
          <p:cNvPr id="15" name="TextBox 14">
            <a:extLst>
              <a:ext uri="{FF2B5EF4-FFF2-40B4-BE49-F238E27FC236}">
                <a16:creationId xmlns:a16="http://schemas.microsoft.com/office/drawing/2014/main" id="{CA66A255-5407-C635-780B-575303C9E51C}"/>
              </a:ext>
            </a:extLst>
          </p:cNvPr>
          <p:cNvSpPr txBox="1"/>
          <p:nvPr/>
        </p:nvSpPr>
        <p:spPr>
          <a:xfrm>
            <a:off x="4865317" y="2527003"/>
            <a:ext cx="1443037" cy="369332"/>
          </a:xfrm>
          <a:prstGeom prst="rect">
            <a:avLst/>
          </a:prstGeom>
          <a:noFill/>
          <a:ln w="9525" cap="flat" cmpd="sng" algn="ctr">
            <a:solidFill>
              <a:schemeClr val="tx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rtlCol="0">
            <a:spAutoFit/>
          </a:bodyPr>
          <a:lstStyle/>
          <a:p>
            <a:r>
              <a:rPr lang="de-DE" dirty="0">
                <a:solidFill>
                  <a:schemeClr val="tx1"/>
                </a:solidFill>
              </a:rPr>
              <a:t>Classifier 2</a:t>
            </a:r>
          </a:p>
        </p:txBody>
      </p:sp>
      <p:sp>
        <p:nvSpPr>
          <p:cNvPr id="16" name="TextBox 15">
            <a:extLst>
              <a:ext uri="{FF2B5EF4-FFF2-40B4-BE49-F238E27FC236}">
                <a16:creationId xmlns:a16="http://schemas.microsoft.com/office/drawing/2014/main" id="{1AA94F1A-71B4-D02B-4E65-7D8E9B16AD6D}"/>
              </a:ext>
            </a:extLst>
          </p:cNvPr>
          <p:cNvSpPr txBox="1"/>
          <p:nvPr/>
        </p:nvSpPr>
        <p:spPr>
          <a:xfrm>
            <a:off x="4848649" y="3221565"/>
            <a:ext cx="1443037" cy="369332"/>
          </a:xfrm>
          <a:prstGeom prst="rect">
            <a:avLst/>
          </a:prstGeom>
          <a:noFill/>
          <a:ln w="9525" cap="flat" cmpd="sng" algn="ctr">
            <a:solidFill>
              <a:schemeClr val="tx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rtlCol="0">
            <a:spAutoFit/>
          </a:bodyPr>
          <a:lstStyle/>
          <a:p>
            <a:r>
              <a:rPr lang="de-DE" dirty="0">
                <a:solidFill>
                  <a:schemeClr val="tx1"/>
                </a:solidFill>
              </a:rPr>
              <a:t>Classifier 3</a:t>
            </a:r>
          </a:p>
        </p:txBody>
      </p:sp>
      <p:cxnSp>
        <p:nvCxnSpPr>
          <p:cNvPr id="17" name="Straight Arrow Connector 16">
            <a:extLst>
              <a:ext uri="{FF2B5EF4-FFF2-40B4-BE49-F238E27FC236}">
                <a16:creationId xmlns:a16="http://schemas.microsoft.com/office/drawing/2014/main" id="{B8F3D545-E999-E2A3-D3DF-66E2205D954C}"/>
              </a:ext>
            </a:extLst>
          </p:cNvPr>
          <p:cNvCxnSpPr>
            <a:cxnSpLocks/>
          </p:cNvCxnSpPr>
          <p:nvPr/>
        </p:nvCxnSpPr>
        <p:spPr>
          <a:xfrm>
            <a:off x="6283352" y="2122877"/>
            <a:ext cx="1560251" cy="583170"/>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D8C900FB-9494-67A7-25D2-7D8BE82AAF03}"/>
              </a:ext>
            </a:extLst>
          </p:cNvPr>
          <p:cNvCxnSpPr>
            <a:cxnSpLocks/>
          </p:cNvCxnSpPr>
          <p:nvPr/>
        </p:nvCxnSpPr>
        <p:spPr>
          <a:xfrm flipV="1">
            <a:off x="6283352" y="2738681"/>
            <a:ext cx="1560251" cy="29490"/>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DA6BA39C-B3CF-614C-C66B-80AA8C84E263}"/>
              </a:ext>
            </a:extLst>
          </p:cNvPr>
          <p:cNvCxnSpPr>
            <a:cxnSpLocks/>
            <a:stCxn id="16" idx="3"/>
          </p:cNvCxnSpPr>
          <p:nvPr/>
        </p:nvCxnSpPr>
        <p:spPr>
          <a:xfrm flipV="1">
            <a:off x="6291686" y="2768171"/>
            <a:ext cx="1526915" cy="638060"/>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6CFE3E9F-2EC5-A8B5-0D69-075774FF35F2}"/>
              </a:ext>
            </a:extLst>
          </p:cNvPr>
          <p:cNvSpPr txBox="1"/>
          <p:nvPr/>
        </p:nvSpPr>
        <p:spPr>
          <a:xfrm>
            <a:off x="7879977" y="2364341"/>
            <a:ext cx="1204914"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de-DE" dirty="0"/>
              <a:t>Ensemble Classifier</a:t>
            </a:r>
          </a:p>
        </p:txBody>
      </p:sp>
      <p:sp>
        <p:nvSpPr>
          <p:cNvPr id="21" name="TextBox 20">
            <a:extLst>
              <a:ext uri="{FF2B5EF4-FFF2-40B4-BE49-F238E27FC236}">
                <a16:creationId xmlns:a16="http://schemas.microsoft.com/office/drawing/2014/main" id="{24E76D1E-D052-8121-0F2C-3C3CF7AF378C}"/>
              </a:ext>
            </a:extLst>
          </p:cNvPr>
          <p:cNvSpPr txBox="1"/>
          <p:nvPr/>
        </p:nvSpPr>
        <p:spPr>
          <a:xfrm>
            <a:off x="824868" y="2981231"/>
            <a:ext cx="2586038" cy="369332"/>
          </a:xfrm>
          <a:prstGeom prst="rect">
            <a:avLst/>
          </a:prstGeom>
          <a:noFill/>
        </p:spPr>
        <p:txBody>
          <a:bodyPr wrap="square" rtlCol="0">
            <a:spAutoFit/>
          </a:bodyPr>
          <a:lstStyle/>
          <a:p>
            <a:r>
              <a:rPr lang="de-DE" dirty="0"/>
              <a:t>Data</a:t>
            </a:r>
          </a:p>
        </p:txBody>
      </p:sp>
      <p:cxnSp>
        <p:nvCxnSpPr>
          <p:cNvPr id="22" name="Straight Arrow Connector 21">
            <a:extLst>
              <a:ext uri="{FF2B5EF4-FFF2-40B4-BE49-F238E27FC236}">
                <a16:creationId xmlns:a16="http://schemas.microsoft.com/office/drawing/2014/main" id="{6C0703B8-0FF4-9EF2-3687-03C6C14E1962}"/>
              </a:ext>
            </a:extLst>
          </p:cNvPr>
          <p:cNvCxnSpPr>
            <a:cxnSpLocks/>
          </p:cNvCxnSpPr>
          <p:nvPr/>
        </p:nvCxnSpPr>
        <p:spPr>
          <a:xfrm>
            <a:off x="9154871" y="2706047"/>
            <a:ext cx="903027" cy="0"/>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6FE69107-DFBA-5A18-20C5-7F242AC266A0}"/>
              </a:ext>
            </a:extLst>
          </p:cNvPr>
          <p:cNvSpPr txBox="1"/>
          <p:nvPr/>
        </p:nvSpPr>
        <p:spPr>
          <a:xfrm>
            <a:off x="3075149" y="1451737"/>
            <a:ext cx="1190625" cy="261610"/>
          </a:xfrm>
          <a:prstGeom prst="rect">
            <a:avLst/>
          </a:prstGeom>
          <a:noFill/>
        </p:spPr>
        <p:txBody>
          <a:bodyPr wrap="square" rtlCol="0">
            <a:spAutoFit/>
          </a:bodyPr>
          <a:lstStyle/>
          <a:p>
            <a:r>
              <a:rPr lang="de-DE" sz="1100" dirty="0"/>
              <a:t>Training</a:t>
            </a:r>
          </a:p>
        </p:txBody>
      </p:sp>
      <p:sp>
        <p:nvSpPr>
          <p:cNvPr id="24" name="TextBox 23">
            <a:extLst>
              <a:ext uri="{FF2B5EF4-FFF2-40B4-BE49-F238E27FC236}">
                <a16:creationId xmlns:a16="http://schemas.microsoft.com/office/drawing/2014/main" id="{A9815008-8799-EA02-8F9E-5E3E6610DC8F}"/>
              </a:ext>
            </a:extLst>
          </p:cNvPr>
          <p:cNvSpPr txBox="1"/>
          <p:nvPr/>
        </p:nvSpPr>
        <p:spPr>
          <a:xfrm>
            <a:off x="9053933" y="1367701"/>
            <a:ext cx="1190625" cy="261610"/>
          </a:xfrm>
          <a:prstGeom prst="rect">
            <a:avLst/>
          </a:prstGeom>
          <a:noFill/>
        </p:spPr>
        <p:txBody>
          <a:bodyPr wrap="square" rtlCol="0">
            <a:spAutoFit/>
          </a:bodyPr>
          <a:lstStyle/>
          <a:p>
            <a:r>
              <a:rPr lang="de-DE" sz="1100" dirty="0"/>
              <a:t>Final prediction</a:t>
            </a:r>
          </a:p>
        </p:txBody>
      </p:sp>
      <p:sp>
        <p:nvSpPr>
          <p:cNvPr id="25" name="Rectangle 24">
            <a:extLst>
              <a:ext uri="{FF2B5EF4-FFF2-40B4-BE49-F238E27FC236}">
                <a16:creationId xmlns:a16="http://schemas.microsoft.com/office/drawing/2014/main" id="{E6119C40-4A82-A9C1-B4D4-320C36D7BB91}"/>
              </a:ext>
            </a:extLst>
          </p:cNvPr>
          <p:cNvSpPr/>
          <p:nvPr/>
        </p:nvSpPr>
        <p:spPr>
          <a:xfrm>
            <a:off x="558134" y="4805064"/>
            <a:ext cx="5376863" cy="1325563"/>
          </a:xfrm>
          <a:prstGeom prst="rect">
            <a:avLst/>
          </a:prstGeom>
          <a:noFill/>
          <a:ln w="9525" cap="flat" cmpd="sng" algn="ctr">
            <a:solidFill>
              <a:schemeClr val="tx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sp>
        <p:nvSpPr>
          <p:cNvPr id="26" name="Rectangle 25">
            <a:extLst>
              <a:ext uri="{FF2B5EF4-FFF2-40B4-BE49-F238E27FC236}">
                <a16:creationId xmlns:a16="http://schemas.microsoft.com/office/drawing/2014/main" id="{DF89905A-90EF-1CDD-27B7-33EA47E59BEC}"/>
              </a:ext>
            </a:extLst>
          </p:cNvPr>
          <p:cNvSpPr/>
          <p:nvPr/>
        </p:nvSpPr>
        <p:spPr>
          <a:xfrm>
            <a:off x="6288725" y="4805064"/>
            <a:ext cx="5240458" cy="1325563"/>
          </a:xfrm>
          <a:prstGeom prst="rect">
            <a:avLst/>
          </a:prstGeom>
          <a:noFill/>
          <a:ln w="9525" cap="flat" cmpd="sng" algn="ctr">
            <a:solidFill>
              <a:schemeClr val="tx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de-DE"/>
          </a:p>
        </p:txBody>
      </p:sp>
      <p:cxnSp>
        <p:nvCxnSpPr>
          <p:cNvPr id="27" name="Straight Arrow Connector 26">
            <a:extLst>
              <a:ext uri="{FF2B5EF4-FFF2-40B4-BE49-F238E27FC236}">
                <a16:creationId xmlns:a16="http://schemas.microsoft.com/office/drawing/2014/main" id="{212C6ADF-7EC9-3924-3A0D-24589FE1BFE4}"/>
              </a:ext>
            </a:extLst>
          </p:cNvPr>
          <p:cNvCxnSpPr>
            <a:cxnSpLocks/>
            <a:endCxn id="14" idx="1"/>
          </p:cNvCxnSpPr>
          <p:nvPr/>
        </p:nvCxnSpPr>
        <p:spPr>
          <a:xfrm flipV="1">
            <a:off x="3025534" y="2141369"/>
            <a:ext cx="1800759" cy="569734"/>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8AD275C2-0A62-9CDD-0A20-C95B698FBEC1}"/>
              </a:ext>
            </a:extLst>
          </p:cNvPr>
          <p:cNvCxnSpPr>
            <a:cxnSpLocks/>
            <a:endCxn id="15" idx="1"/>
          </p:cNvCxnSpPr>
          <p:nvPr/>
        </p:nvCxnSpPr>
        <p:spPr>
          <a:xfrm flipV="1">
            <a:off x="3013895" y="2711669"/>
            <a:ext cx="1851422" cy="12723"/>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7865A0F7-54CE-2C6D-59E2-A27B5EB2C0A5}"/>
              </a:ext>
            </a:extLst>
          </p:cNvPr>
          <p:cNvSpPr txBox="1"/>
          <p:nvPr/>
        </p:nvSpPr>
        <p:spPr>
          <a:xfrm>
            <a:off x="10020720" y="2521074"/>
            <a:ext cx="1271587" cy="369332"/>
          </a:xfrm>
          <a:prstGeom prst="rect">
            <a:avLst/>
          </a:prstGeom>
          <a:noFill/>
        </p:spPr>
        <p:txBody>
          <a:bodyPr wrap="square" rtlCol="0">
            <a:spAutoFit/>
          </a:bodyPr>
          <a:lstStyle/>
          <a:p>
            <a:r>
              <a:rPr lang="de-DE" dirty="0"/>
              <a:t>Evaluation</a:t>
            </a:r>
          </a:p>
        </p:txBody>
      </p:sp>
      <p:cxnSp>
        <p:nvCxnSpPr>
          <p:cNvPr id="30" name="Straight Connector 29">
            <a:extLst>
              <a:ext uri="{FF2B5EF4-FFF2-40B4-BE49-F238E27FC236}">
                <a16:creationId xmlns:a16="http://schemas.microsoft.com/office/drawing/2014/main" id="{34D8860A-FCD2-D713-132A-6B8632161661}"/>
              </a:ext>
            </a:extLst>
          </p:cNvPr>
          <p:cNvCxnSpPr>
            <a:cxnSpLocks/>
            <a:endCxn id="25" idx="2"/>
          </p:cNvCxnSpPr>
          <p:nvPr/>
        </p:nvCxnSpPr>
        <p:spPr>
          <a:xfrm>
            <a:off x="3246565" y="5074410"/>
            <a:ext cx="1" cy="1056217"/>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612288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A447F-8722-2533-EEF7-D065D5BCB334}"/>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C76256DE-BF57-311C-F0A0-934ECFEA3B30}"/>
              </a:ext>
            </a:extLst>
          </p:cNvPr>
          <p:cNvSpPr>
            <a:spLocks noGrp="1"/>
          </p:cNvSpPr>
          <p:nvPr>
            <p:ph type="dt" sz="half" idx="10"/>
          </p:nvPr>
        </p:nvSpPr>
        <p:spPr/>
        <p:txBody>
          <a:bodyPr/>
          <a:lstStyle/>
          <a:p>
            <a:fld id="{31B4B53D-5293-4940-AC08-263ADBE6B671}" type="datetime6">
              <a:rPr lang="en-US" smtClean="0"/>
              <a:t>February 26</a:t>
            </a:fld>
            <a:endParaRPr lang="de-DE" dirty="0"/>
          </a:p>
        </p:txBody>
      </p:sp>
      <p:sp>
        <p:nvSpPr>
          <p:cNvPr id="3" name="Fußzeilenplatzhalter 2">
            <a:extLst>
              <a:ext uri="{FF2B5EF4-FFF2-40B4-BE49-F238E27FC236}">
                <a16:creationId xmlns:a16="http://schemas.microsoft.com/office/drawing/2014/main" id="{DACB238C-64FF-12BE-7F4E-231A297EEE04}"/>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8C081426-49F8-614E-DDF5-45EDE903FDD0}"/>
              </a:ext>
            </a:extLst>
          </p:cNvPr>
          <p:cNvSpPr>
            <a:spLocks noGrp="1"/>
          </p:cNvSpPr>
          <p:nvPr>
            <p:ph type="sldNum" sz="quarter" idx="12"/>
          </p:nvPr>
        </p:nvSpPr>
        <p:spPr/>
        <p:txBody>
          <a:bodyPr/>
          <a:lstStyle/>
          <a:p>
            <a:fld id="{D3A9EDD9-2578-4372-8132-10947A418667}" type="slidenum">
              <a:rPr lang="de-DE" smtClean="0"/>
              <a:t>18</a:t>
            </a:fld>
            <a:endParaRPr lang="de-DE"/>
          </a:p>
        </p:txBody>
      </p:sp>
      <p:sp>
        <p:nvSpPr>
          <p:cNvPr id="9" name="Titel 8">
            <a:extLst>
              <a:ext uri="{FF2B5EF4-FFF2-40B4-BE49-F238E27FC236}">
                <a16:creationId xmlns:a16="http://schemas.microsoft.com/office/drawing/2014/main" id="{C1ACE829-28A3-BDE4-1757-EB9A8B1C4DDF}"/>
              </a:ext>
            </a:extLst>
          </p:cNvPr>
          <p:cNvSpPr>
            <a:spLocks noGrp="1"/>
          </p:cNvSpPr>
          <p:nvPr>
            <p:ph type="title"/>
          </p:nvPr>
        </p:nvSpPr>
        <p:spPr/>
        <p:txBody>
          <a:bodyPr/>
          <a:lstStyle/>
          <a:p>
            <a:r>
              <a:rPr lang="de-DE" dirty="0"/>
              <a:t>Anomaly Detection methods</a:t>
            </a:r>
          </a:p>
        </p:txBody>
      </p:sp>
      <p:sp>
        <p:nvSpPr>
          <p:cNvPr id="12" name="Textplatzhalter 11">
            <a:extLst>
              <a:ext uri="{FF2B5EF4-FFF2-40B4-BE49-F238E27FC236}">
                <a16:creationId xmlns:a16="http://schemas.microsoft.com/office/drawing/2014/main" id="{A770A851-D795-43BE-C2B6-EB85CF719FED}"/>
              </a:ext>
            </a:extLst>
          </p:cNvPr>
          <p:cNvSpPr>
            <a:spLocks noGrp="1"/>
          </p:cNvSpPr>
          <p:nvPr>
            <p:ph type="body" sz="quarter" idx="14"/>
          </p:nvPr>
        </p:nvSpPr>
        <p:spPr/>
        <p:txBody>
          <a:bodyPr/>
          <a:lstStyle/>
          <a:p>
            <a:r>
              <a:rPr lang="de-DE" dirty="0"/>
              <a:t>Autoencoder-based anomaly detection</a:t>
            </a:r>
          </a:p>
        </p:txBody>
      </p:sp>
      <p:sp>
        <p:nvSpPr>
          <p:cNvPr id="5" name="TextBox 4">
            <a:extLst>
              <a:ext uri="{FF2B5EF4-FFF2-40B4-BE49-F238E27FC236}">
                <a16:creationId xmlns:a16="http://schemas.microsoft.com/office/drawing/2014/main" id="{14A77400-BF3F-B5E8-F8BD-730B8FC7C7E7}"/>
              </a:ext>
            </a:extLst>
          </p:cNvPr>
          <p:cNvSpPr txBox="1"/>
          <p:nvPr/>
        </p:nvSpPr>
        <p:spPr>
          <a:xfrm>
            <a:off x="575733" y="1765548"/>
            <a:ext cx="9426667" cy="1200329"/>
          </a:xfrm>
          <a:prstGeom prst="rect">
            <a:avLst/>
          </a:prstGeom>
          <a:noFill/>
          <a:ln>
            <a:solidFill>
              <a:schemeClr val="tx1"/>
            </a:solidFill>
          </a:ln>
        </p:spPr>
        <p:txBody>
          <a:bodyPr wrap="square" rtlCol="0">
            <a:spAutoFit/>
          </a:bodyPr>
          <a:lstStyle/>
          <a:p>
            <a:r>
              <a:rPr lang="de-DE" b="1" dirty="0"/>
              <a:t>Idea:</a:t>
            </a:r>
          </a:p>
          <a:p>
            <a:r>
              <a:rPr lang="de-DE" dirty="0"/>
              <a:t>An autoencoder is trained on benign data to learn compact representation. Since attack data deviate from this learned representation, they typically result in a higher reconstruction error. </a:t>
            </a:r>
          </a:p>
        </p:txBody>
      </p:sp>
      <p:sp>
        <p:nvSpPr>
          <p:cNvPr id="6" name="TextBox 5">
            <a:extLst>
              <a:ext uri="{FF2B5EF4-FFF2-40B4-BE49-F238E27FC236}">
                <a16:creationId xmlns:a16="http://schemas.microsoft.com/office/drawing/2014/main" id="{95A736BF-9C13-FDA5-83DD-56E8F3DD1001}"/>
              </a:ext>
            </a:extLst>
          </p:cNvPr>
          <p:cNvSpPr txBox="1"/>
          <p:nvPr/>
        </p:nvSpPr>
        <p:spPr>
          <a:xfrm>
            <a:off x="575733" y="3610711"/>
            <a:ext cx="10116821" cy="1200329"/>
          </a:xfrm>
          <a:prstGeom prst="rect">
            <a:avLst/>
          </a:prstGeom>
          <a:noFill/>
        </p:spPr>
        <p:txBody>
          <a:bodyPr wrap="square" rtlCol="0">
            <a:spAutoFit/>
          </a:bodyPr>
          <a:lstStyle/>
          <a:p>
            <a:r>
              <a:rPr lang="de-DE" b="1" dirty="0"/>
              <a:t>Approach:</a:t>
            </a:r>
          </a:p>
          <a:p>
            <a:pPr marL="342900" indent="-342900">
              <a:buAutoNum type="arabicPeriod"/>
            </a:pPr>
            <a:r>
              <a:rPr lang="de-DE" dirty="0"/>
              <a:t>Define threshold based on average reconstruction error over all benign data points </a:t>
            </a:r>
          </a:p>
          <a:p>
            <a:pPr marL="342900" indent="-342900">
              <a:buAutoNum type="arabicPeriod"/>
            </a:pPr>
            <a:r>
              <a:rPr lang="de-DE" dirty="0"/>
              <a:t>If the reconstruction error for a data point in test crosses that threshold it will be classified as attack</a:t>
            </a:r>
          </a:p>
        </p:txBody>
      </p:sp>
    </p:spTree>
    <p:extLst>
      <p:ext uri="{BB962C8B-B14F-4D97-AF65-F5344CB8AC3E}">
        <p14:creationId xmlns:p14="http://schemas.microsoft.com/office/powerpoint/2010/main" val="5334145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BE253-157A-16D0-01E6-33B2A6481782}"/>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60455461-CC3A-A6D9-B636-2E3012B73A4A}"/>
              </a:ext>
            </a:extLst>
          </p:cNvPr>
          <p:cNvSpPr>
            <a:spLocks noGrp="1"/>
          </p:cNvSpPr>
          <p:nvPr>
            <p:ph type="dt" sz="half" idx="10"/>
          </p:nvPr>
        </p:nvSpPr>
        <p:spPr/>
        <p:txBody>
          <a:bodyPr/>
          <a:lstStyle/>
          <a:p>
            <a:fld id="{87962DB0-78E2-46B3-97D7-676261ABFB73}" type="datetime6">
              <a:rPr lang="en-US" smtClean="0"/>
              <a:t>February 26</a:t>
            </a:fld>
            <a:endParaRPr lang="de-DE" dirty="0"/>
          </a:p>
        </p:txBody>
      </p:sp>
      <p:sp>
        <p:nvSpPr>
          <p:cNvPr id="3" name="Fußzeilenplatzhalter 2">
            <a:extLst>
              <a:ext uri="{FF2B5EF4-FFF2-40B4-BE49-F238E27FC236}">
                <a16:creationId xmlns:a16="http://schemas.microsoft.com/office/drawing/2014/main" id="{C41C126E-6748-5DAE-CFDD-BA676D9877F7}"/>
              </a:ext>
            </a:extLst>
          </p:cNvPr>
          <p:cNvSpPr>
            <a:spLocks noGrp="1"/>
          </p:cNvSpPr>
          <p:nvPr>
            <p:ph type="ftr" sz="quarter" idx="11"/>
          </p:nvPr>
        </p:nvSpPr>
        <p:spPr>
          <a:xfrm>
            <a:off x="4181211" y="6168987"/>
            <a:ext cx="5712000" cy="504419"/>
          </a:xfrm>
        </p:spPr>
        <p:txBody>
          <a:bodyPr/>
          <a:lstStyle/>
          <a:p>
            <a:pPr lvl="0">
              <a:defRPr/>
            </a:pPr>
            <a:r>
              <a:rPr lang="de-DE" dirty="0"/>
              <a:t>T: Total number of n-grams in packet</a:t>
            </a:r>
          </a:p>
          <a:p>
            <a:pPr lvl="0">
              <a:defRPr/>
            </a:pPr>
            <a:r>
              <a:rPr lang="de-DE" dirty="0"/>
              <a:t>Wi: normalized weight of ith n-gram</a:t>
            </a:r>
          </a:p>
          <a:p>
            <a:pPr lvl="0">
              <a:defRPr/>
            </a:pPr>
            <a:r>
              <a:rPr lang="de-DE" dirty="0"/>
              <a:t>Seeni: Boolean to indicate whether it was seen before.</a:t>
            </a:r>
          </a:p>
        </p:txBody>
      </p:sp>
      <p:sp>
        <p:nvSpPr>
          <p:cNvPr id="4" name="Foliennummernplatzhalter 3">
            <a:extLst>
              <a:ext uri="{FF2B5EF4-FFF2-40B4-BE49-F238E27FC236}">
                <a16:creationId xmlns:a16="http://schemas.microsoft.com/office/drawing/2014/main" id="{FBB5E34D-B9AA-04CC-8CB1-DFCFD365C2DB}"/>
              </a:ext>
            </a:extLst>
          </p:cNvPr>
          <p:cNvSpPr>
            <a:spLocks noGrp="1"/>
          </p:cNvSpPr>
          <p:nvPr>
            <p:ph type="sldNum" sz="quarter" idx="12"/>
          </p:nvPr>
        </p:nvSpPr>
        <p:spPr/>
        <p:txBody>
          <a:bodyPr/>
          <a:lstStyle/>
          <a:p>
            <a:fld id="{D3A9EDD9-2578-4372-8132-10947A418667}" type="slidenum">
              <a:rPr lang="de-DE" smtClean="0"/>
              <a:t>19</a:t>
            </a:fld>
            <a:endParaRPr lang="de-DE"/>
          </a:p>
        </p:txBody>
      </p:sp>
      <p:sp>
        <p:nvSpPr>
          <p:cNvPr id="9" name="Titel 8">
            <a:extLst>
              <a:ext uri="{FF2B5EF4-FFF2-40B4-BE49-F238E27FC236}">
                <a16:creationId xmlns:a16="http://schemas.microsoft.com/office/drawing/2014/main" id="{564CAEA5-9D45-3A53-EDE4-4B30483EAB4D}"/>
              </a:ext>
            </a:extLst>
          </p:cNvPr>
          <p:cNvSpPr>
            <a:spLocks noGrp="1"/>
          </p:cNvSpPr>
          <p:nvPr>
            <p:ph type="title"/>
          </p:nvPr>
        </p:nvSpPr>
        <p:spPr/>
        <p:txBody>
          <a:bodyPr/>
          <a:lstStyle/>
          <a:p>
            <a:r>
              <a:rPr lang="de-DE" dirty="0"/>
              <a:t>Anomaly Detection methods</a:t>
            </a:r>
          </a:p>
        </p:txBody>
      </p:sp>
      <p:sp>
        <p:nvSpPr>
          <p:cNvPr id="12" name="Textplatzhalter 11">
            <a:extLst>
              <a:ext uri="{FF2B5EF4-FFF2-40B4-BE49-F238E27FC236}">
                <a16:creationId xmlns:a16="http://schemas.microsoft.com/office/drawing/2014/main" id="{B1443F53-FE93-9F3A-D65F-7661B1E56E69}"/>
              </a:ext>
            </a:extLst>
          </p:cNvPr>
          <p:cNvSpPr>
            <a:spLocks noGrp="1"/>
          </p:cNvSpPr>
          <p:nvPr>
            <p:ph type="body" sz="quarter" idx="14"/>
          </p:nvPr>
        </p:nvSpPr>
        <p:spPr/>
        <p:txBody>
          <a:bodyPr/>
          <a:lstStyle/>
          <a:p>
            <a:r>
              <a:rPr lang="de-DE" dirty="0"/>
              <a:t>N-gram-based Anomaly Detection</a:t>
            </a:r>
          </a:p>
        </p:txBody>
      </p:sp>
      <mc:AlternateContent xmlns:mc="http://schemas.openxmlformats.org/markup-compatibility/2006">
        <mc:Choice xmlns:a14="http://schemas.microsoft.com/office/drawing/2010/main" Requires="a14">
          <p:sp>
            <p:nvSpPr>
              <p:cNvPr id="5" name="Content Placeholder 9">
                <a:extLst>
                  <a:ext uri="{FF2B5EF4-FFF2-40B4-BE49-F238E27FC236}">
                    <a16:creationId xmlns:a16="http://schemas.microsoft.com/office/drawing/2014/main" id="{4C1C4D74-0101-100B-76DD-08408BC70060}"/>
                  </a:ext>
                </a:extLst>
              </p:cNvPr>
              <p:cNvSpPr>
                <a:spLocks noGrp="1"/>
              </p:cNvSpPr>
              <p:nvPr>
                <p:ph idx="1"/>
              </p:nvPr>
            </p:nvSpPr>
            <p:spPr>
              <a:xfrm>
                <a:off x="616970" y="1680365"/>
                <a:ext cx="10958060" cy="3936892"/>
              </a:xfrm>
            </p:spPr>
            <p:txBody>
              <a:bodyPr numCol="2">
                <a:normAutofit/>
              </a:bodyPr>
              <a:lstStyle/>
              <a:p>
                <a:r>
                  <a:rPr lang="en-US" sz="1900" dirty="0"/>
                  <a:t>What is n-gram?</a:t>
                </a:r>
              </a:p>
              <a:p>
                <a:r>
                  <a:rPr lang="en-US" sz="1900" dirty="0"/>
                  <a:t>How n-gram model network packet?</a:t>
                </a:r>
                <a:endParaRPr lang="en-US" sz="1700" dirty="0"/>
              </a:p>
              <a:p>
                <a:r>
                  <a:rPr lang="en-US" sz="1900" dirty="0"/>
                  <a:t>Training phase </a:t>
                </a:r>
              </a:p>
              <a:p>
                <a:r>
                  <a:rPr lang="en-US" sz="1900" dirty="0"/>
                  <a:t>Detection phase (Testing): </a:t>
                </a:r>
              </a:p>
              <a:p>
                <a:pPr lvl="1"/>
                <a:r>
                  <a:rPr lang="en-US" sz="1600" dirty="0"/>
                  <a:t>Anomaly score:</a:t>
                </a:r>
              </a:p>
              <a:p>
                <a:pPr lvl="3"/>
                <a:r>
                  <a:rPr lang="en-US" sz="1600" dirty="0"/>
                  <a:t>Score = </a:t>
                </a:r>
                <a14:m>
                  <m:oMath xmlns:m="http://schemas.openxmlformats.org/officeDocument/2006/math">
                    <m:f>
                      <m:fPr>
                        <m:ctrlPr>
                          <a:rPr lang="en-US" sz="160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𝑇</m:t>
                        </m:r>
                      </m:den>
                    </m:f>
                    <m:nary>
                      <m:naryPr>
                        <m:chr m:val="∑"/>
                        <m:ctrlPr>
                          <a:rPr lang="en-US" sz="1600" i="1" smtClean="0">
                            <a:latin typeface="Cambria Math" panose="02040503050406030204" pitchFamily="18" charset="0"/>
                          </a:rPr>
                        </m:ctrlPr>
                      </m:naryPr>
                      <m:sub>
                        <m:r>
                          <m:rPr>
                            <m:brk m:alnAt="23"/>
                          </m:rPr>
                          <a:rPr lang="en-US" sz="1600" b="0" i="1" smtClean="0">
                            <a:latin typeface="Cambria Math" panose="02040503050406030204" pitchFamily="18" charset="0"/>
                          </a:rPr>
                          <m:t>𝑖</m:t>
                        </m:r>
                        <m:r>
                          <a:rPr lang="en-US" sz="1600" b="0" i="1" smtClean="0">
                            <a:latin typeface="Cambria Math" panose="02040503050406030204" pitchFamily="18" charset="0"/>
                          </a:rPr>
                          <m:t>=1</m:t>
                        </m:r>
                      </m:sub>
                      <m:sup>
                        <m:r>
                          <a:rPr lang="en-US" sz="1600" b="0" i="1" smtClean="0">
                            <a:latin typeface="Cambria Math" panose="02040503050406030204" pitchFamily="18" charset="0"/>
                          </a:rPr>
                          <m:t>𝑇</m:t>
                        </m:r>
                      </m:sup>
                      <m:e>
                        <m:r>
                          <a:rPr lang="en-US" sz="1600" b="0" i="1" smtClean="0">
                            <a:latin typeface="Cambria Math" panose="02040503050406030204" pitchFamily="18" charset="0"/>
                          </a:rPr>
                          <m:t>𝑤𝑖</m:t>
                        </m:r>
                        <m:r>
                          <a:rPr lang="en-US" sz="1600" b="0" i="1" smtClean="0">
                            <a:latin typeface="Cambria Math" panose="02040503050406030204" pitchFamily="18" charset="0"/>
                          </a:rPr>
                          <m:t> ∗</m:t>
                        </m:r>
                        <m:r>
                          <a:rPr lang="en-US" sz="1600" b="0" i="1" smtClean="0">
                            <a:latin typeface="Cambria Math" panose="02040503050406030204" pitchFamily="18" charset="0"/>
                          </a:rPr>
                          <m:t>𝑆</m:t>
                        </m:r>
                        <m:r>
                          <a:rPr lang="en-US" sz="1600" b="0" i="1" smtClean="0">
                            <a:latin typeface="Cambria Math" panose="02040503050406030204" pitchFamily="18" charset="0"/>
                          </a:rPr>
                          <m:t>𝑒𝑒𝑛𝑖</m:t>
                        </m:r>
                      </m:e>
                    </m:nary>
                  </m:oMath>
                </a14:m>
                <a:endParaRPr lang="en-US" sz="1400" dirty="0"/>
              </a:p>
              <a:p>
                <a:pPr lvl="1"/>
                <a:r>
                  <a:rPr lang="en-US" sz="1600" dirty="0"/>
                  <a:t>Low score means attack packet</a:t>
                </a:r>
              </a:p>
              <a:p>
                <a:r>
                  <a:rPr lang="en-US" sz="1900" dirty="0"/>
                  <a:t>Decision rule:</a:t>
                </a:r>
              </a:p>
              <a:p>
                <a:pPr lvl="1"/>
                <a:r>
                  <a:rPr lang="en-US" sz="1600" dirty="0"/>
                  <a:t>Packet is malicious if score &lt; threshold</a:t>
                </a:r>
              </a:p>
            </p:txBody>
          </p:sp>
        </mc:Choice>
        <mc:Fallback>
          <p:sp>
            <p:nvSpPr>
              <p:cNvPr id="5" name="Content Placeholder 9">
                <a:extLst>
                  <a:ext uri="{FF2B5EF4-FFF2-40B4-BE49-F238E27FC236}">
                    <a16:creationId xmlns:a16="http://schemas.microsoft.com/office/drawing/2014/main" id="{4C1C4D74-0101-100B-76DD-08408BC70060}"/>
                  </a:ext>
                </a:extLst>
              </p:cNvPr>
              <p:cNvSpPr>
                <a:spLocks noGrp="1" noRot="1" noChangeAspect="1" noMove="1" noResize="1" noEditPoints="1" noAdjustHandles="1" noChangeArrowheads="1" noChangeShapeType="1" noTextEdit="1"/>
              </p:cNvSpPr>
              <p:nvPr>
                <p:ph idx="1"/>
              </p:nvPr>
            </p:nvSpPr>
            <p:spPr>
              <a:xfrm>
                <a:off x="616970" y="1680365"/>
                <a:ext cx="10958060" cy="3936892"/>
              </a:xfrm>
              <a:blipFill>
                <a:blip r:embed="rId3"/>
                <a:stretch>
                  <a:fillRect l="-1224" t="-2791"/>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B6D7B7D4-C4A2-AF40-61E9-192106510859}"/>
              </a:ext>
            </a:extLst>
          </p:cNvPr>
          <p:cNvPicPr>
            <a:picLocks noChangeAspect="1"/>
          </p:cNvPicPr>
          <p:nvPr/>
        </p:nvPicPr>
        <p:blipFill>
          <a:blip r:embed="rId4"/>
          <a:stretch>
            <a:fillRect/>
          </a:stretch>
        </p:blipFill>
        <p:spPr>
          <a:xfrm>
            <a:off x="5162047" y="2052504"/>
            <a:ext cx="6065102" cy="2330761"/>
          </a:xfrm>
          <a:prstGeom prst="rect">
            <a:avLst/>
          </a:prstGeom>
        </p:spPr>
      </p:pic>
    </p:spTree>
    <p:extLst>
      <p:ext uri="{BB962C8B-B14F-4D97-AF65-F5344CB8AC3E}">
        <p14:creationId xmlns:p14="http://schemas.microsoft.com/office/powerpoint/2010/main" val="1632792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anim calcmode="lin" valueType="num">
                                      <p:cBhvr additive="base">
                                        <p:cTn id="2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anim calcmode="lin" valueType="num">
                                      <p:cBhvr additive="base">
                                        <p:cTn id="31"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3" end="3"/>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anim calcmode="lin" valueType="num">
                                      <p:cBhvr additive="base">
                                        <p:cTn id="3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
                                            <p:txEl>
                                              <p:pRg st="4" end="4"/>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5">
                                            <p:txEl>
                                              <p:pRg st="5" end="5"/>
                                            </p:txEl>
                                          </p:spTgt>
                                        </p:tgtEl>
                                        <p:attrNameLst>
                                          <p:attrName>style.visibility</p:attrName>
                                        </p:attrNameLst>
                                      </p:cBhvr>
                                      <p:to>
                                        <p:strVal val="visible"/>
                                      </p:to>
                                    </p:set>
                                    <p:anim calcmode="lin" valueType="num">
                                      <p:cBhvr additive="base">
                                        <p:cTn id="39"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
                                            <p:txEl>
                                              <p:pRg st="5" end="5"/>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
                                            <p:txEl>
                                              <p:pRg st="7" end="7"/>
                                            </p:txEl>
                                          </p:spTgt>
                                        </p:tgtEl>
                                        <p:attrNameLst>
                                          <p:attrName>style.visibility</p:attrName>
                                        </p:attrNameLst>
                                      </p:cBhvr>
                                      <p:to>
                                        <p:strVal val="visible"/>
                                      </p:to>
                                    </p:set>
                                    <p:anim calcmode="lin" valueType="num">
                                      <p:cBhvr additive="base">
                                        <p:cTn id="4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7" end="7"/>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5">
                                            <p:txEl>
                                              <p:pRg st="8" end="8"/>
                                            </p:txEl>
                                          </p:spTgt>
                                        </p:tgtEl>
                                        <p:attrNameLst>
                                          <p:attrName>style.visibility</p:attrName>
                                        </p:attrNameLst>
                                      </p:cBhvr>
                                      <p:to>
                                        <p:strVal val="visible"/>
                                      </p:to>
                                    </p:set>
                                    <p:anim calcmode="lin" valueType="num">
                                      <p:cBhvr additive="base">
                                        <p:cTn id="53"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1B82A-08FD-AC25-12EF-0735F6E70AEB}"/>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ADFAD769-083F-1520-FB98-06B682EA82F0}"/>
              </a:ext>
            </a:extLst>
          </p:cNvPr>
          <p:cNvSpPr>
            <a:spLocks noGrp="1"/>
          </p:cNvSpPr>
          <p:nvPr>
            <p:ph type="dt" sz="half" idx="10"/>
          </p:nvPr>
        </p:nvSpPr>
        <p:spPr/>
        <p:txBody>
          <a:bodyPr/>
          <a:lstStyle/>
          <a:p>
            <a:fld id="{BC71C0EF-F652-442C-95E6-EB3A9DFAA5C1}" type="datetime6">
              <a:rPr lang="en-US" smtClean="0"/>
              <a:t>February 26</a:t>
            </a:fld>
            <a:endParaRPr lang="de-DE" dirty="0"/>
          </a:p>
        </p:txBody>
      </p:sp>
      <p:sp>
        <p:nvSpPr>
          <p:cNvPr id="3" name="Fußzeilenplatzhalter 2">
            <a:extLst>
              <a:ext uri="{FF2B5EF4-FFF2-40B4-BE49-F238E27FC236}">
                <a16:creationId xmlns:a16="http://schemas.microsoft.com/office/drawing/2014/main" id="{4CFD981D-6A2C-3D55-3C79-DD43BE39101F}"/>
              </a:ext>
            </a:extLst>
          </p:cNvPr>
          <p:cNvSpPr>
            <a:spLocks noGrp="1"/>
          </p:cNvSpPr>
          <p:nvPr>
            <p:ph type="ftr" sz="quarter" idx="11"/>
          </p:nvPr>
        </p:nvSpPr>
        <p:spPr/>
        <p:txBody>
          <a:bodyPr/>
          <a:lstStyle/>
          <a:p>
            <a:r>
              <a:rPr lang="en-US" dirty="0"/>
              <a:t>Image is taken from: https://en.wikipedia.org/wiki/Generative_adversarial_network</a:t>
            </a:r>
          </a:p>
          <a:p>
            <a:endParaRPr lang="de-DE" dirty="0"/>
          </a:p>
        </p:txBody>
      </p:sp>
      <p:sp>
        <p:nvSpPr>
          <p:cNvPr id="4" name="Foliennummernplatzhalter 3">
            <a:extLst>
              <a:ext uri="{FF2B5EF4-FFF2-40B4-BE49-F238E27FC236}">
                <a16:creationId xmlns:a16="http://schemas.microsoft.com/office/drawing/2014/main" id="{AA4010A9-7DD9-E0CF-16D8-5C77DD3C90E7}"/>
              </a:ext>
            </a:extLst>
          </p:cNvPr>
          <p:cNvSpPr>
            <a:spLocks noGrp="1"/>
          </p:cNvSpPr>
          <p:nvPr>
            <p:ph type="sldNum" sz="quarter" idx="12"/>
          </p:nvPr>
        </p:nvSpPr>
        <p:spPr/>
        <p:txBody>
          <a:bodyPr/>
          <a:lstStyle/>
          <a:p>
            <a:fld id="{D3A9EDD9-2578-4372-8132-10947A418667}" type="slidenum">
              <a:rPr lang="de-DE" smtClean="0"/>
              <a:t>20</a:t>
            </a:fld>
            <a:endParaRPr lang="de-DE"/>
          </a:p>
        </p:txBody>
      </p:sp>
      <p:sp>
        <p:nvSpPr>
          <p:cNvPr id="9" name="Titel 8">
            <a:extLst>
              <a:ext uri="{FF2B5EF4-FFF2-40B4-BE49-F238E27FC236}">
                <a16:creationId xmlns:a16="http://schemas.microsoft.com/office/drawing/2014/main" id="{6978DF4E-0E7A-18F9-AE55-2AA8753E6101}"/>
              </a:ext>
            </a:extLst>
          </p:cNvPr>
          <p:cNvSpPr>
            <a:spLocks noGrp="1"/>
          </p:cNvSpPr>
          <p:nvPr>
            <p:ph type="title"/>
          </p:nvPr>
        </p:nvSpPr>
        <p:spPr/>
        <p:txBody>
          <a:bodyPr/>
          <a:lstStyle/>
          <a:p>
            <a:r>
              <a:rPr lang="de-DE" dirty="0"/>
              <a:t>Anomaly Detection methods</a:t>
            </a:r>
          </a:p>
        </p:txBody>
      </p:sp>
      <p:sp>
        <p:nvSpPr>
          <p:cNvPr id="12" name="Textplatzhalter 11">
            <a:extLst>
              <a:ext uri="{FF2B5EF4-FFF2-40B4-BE49-F238E27FC236}">
                <a16:creationId xmlns:a16="http://schemas.microsoft.com/office/drawing/2014/main" id="{26A492C8-2C69-4675-DDA1-45652DF0E4F1}"/>
              </a:ext>
            </a:extLst>
          </p:cNvPr>
          <p:cNvSpPr>
            <a:spLocks noGrp="1"/>
          </p:cNvSpPr>
          <p:nvPr>
            <p:ph type="body" sz="quarter" idx="14"/>
          </p:nvPr>
        </p:nvSpPr>
        <p:spPr/>
        <p:txBody>
          <a:bodyPr/>
          <a:lstStyle/>
          <a:p>
            <a:r>
              <a:rPr lang="de-DE" dirty="0"/>
              <a:t>Generative Adversarial Network</a:t>
            </a:r>
          </a:p>
        </p:txBody>
      </p:sp>
      <p:pic>
        <p:nvPicPr>
          <p:cNvPr id="6" name="Content Placeholder 16">
            <a:extLst>
              <a:ext uri="{FF2B5EF4-FFF2-40B4-BE49-F238E27FC236}">
                <a16:creationId xmlns:a16="http://schemas.microsoft.com/office/drawing/2014/main" id="{426E1F5F-9549-BE95-A5F9-4DDAA1FF66C0}"/>
              </a:ext>
            </a:extLst>
          </p:cNvPr>
          <p:cNvPicPr/>
          <p:nvPr/>
        </p:nvPicPr>
        <p:blipFill>
          <a:blip r:embed="rId3"/>
          <a:stretch/>
        </p:blipFill>
        <p:spPr>
          <a:xfrm>
            <a:off x="7287090" y="1749554"/>
            <a:ext cx="3253320" cy="3766680"/>
          </a:xfrm>
          <a:prstGeom prst="rect">
            <a:avLst/>
          </a:prstGeom>
          <a:noFill/>
          <a:ln w="0">
            <a:noFill/>
          </a:ln>
        </p:spPr>
      </p:pic>
      <p:sp>
        <p:nvSpPr>
          <p:cNvPr id="7" name="TextBox 6">
            <a:extLst>
              <a:ext uri="{FF2B5EF4-FFF2-40B4-BE49-F238E27FC236}">
                <a16:creationId xmlns:a16="http://schemas.microsoft.com/office/drawing/2014/main" id="{6266455B-5C34-575F-98EF-F68037E0D61E}"/>
              </a:ext>
            </a:extLst>
          </p:cNvPr>
          <p:cNvSpPr txBox="1"/>
          <p:nvPr/>
        </p:nvSpPr>
        <p:spPr>
          <a:xfrm>
            <a:off x="575733" y="2166429"/>
            <a:ext cx="7796107" cy="244733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What Is GAN? </a:t>
            </a:r>
          </a:p>
          <a:p>
            <a:pPr marL="285750" indent="-285750">
              <a:lnSpc>
                <a:spcPct val="150000"/>
              </a:lnSpc>
              <a:buFont typeface="Arial" panose="020B0604020202020204" pitchFamily="34" charset="0"/>
              <a:buChar char="•"/>
            </a:pPr>
            <a:r>
              <a:rPr lang="en-US" dirty="0"/>
              <a:t>How can GAN be used for anomaly detection?</a:t>
            </a:r>
          </a:p>
          <a:p>
            <a:pPr marL="285750" indent="-285750">
              <a:lnSpc>
                <a:spcPct val="150000"/>
              </a:lnSpc>
              <a:buFont typeface="Arial" panose="020B0604020202020204" pitchFamily="34" charset="0"/>
              <a:buChar char="•"/>
            </a:pPr>
            <a:r>
              <a:rPr lang="en-US" dirty="0"/>
              <a:t>During testing:</a:t>
            </a:r>
          </a:p>
          <a:p>
            <a:pPr marL="742950" lvl="1" indent="-285750">
              <a:lnSpc>
                <a:spcPct val="150000"/>
              </a:lnSpc>
              <a:buFont typeface="Arial" panose="020B0604020202020204" pitchFamily="34" charset="0"/>
              <a:buChar char="•"/>
            </a:pPr>
            <a:r>
              <a:rPr lang="en-US" sz="1600" dirty="0"/>
              <a:t>Abnormal packets differ from learned distribution</a:t>
            </a:r>
          </a:p>
          <a:p>
            <a:pPr marL="285750" indent="-285750">
              <a:lnSpc>
                <a:spcPct val="150000"/>
              </a:lnSpc>
              <a:buFont typeface="Arial" panose="020B0604020202020204" pitchFamily="34" charset="0"/>
              <a:buChar char="•"/>
            </a:pPr>
            <a:r>
              <a:rPr lang="en-US" dirty="0"/>
              <a:t>Key Idea:</a:t>
            </a:r>
          </a:p>
          <a:p>
            <a:pPr marL="742950" lvl="1" indent="-285750">
              <a:lnSpc>
                <a:spcPct val="150000"/>
              </a:lnSpc>
              <a:buFont typeface="Arial" panose="020B0604020202020204" pitchFamily="34" charset="0"/>
              <a:buChar char="•"/>
            </a:pPr>
            <a:r>
              <a:rPr lang="en-US" sz="1600" dirty="0"/>
              <a:t>Only benign data can be generated or recognized</a:t>
            </a:r>
          </a:p>
        </p:txBody>
      </p:sp>
    </p:spTree>
    <p:extLst>
      <p:ext uri="{BB962C8B-B14F-4D97-AF65-F5344CB8AC3E}">
        <p14:creationId xmlns:p14="http://schemas.microsoft.com/office/powerpoint/2010/main" val="376984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repl">
                                        <p:cTn id="7" dur="500" fill="hold"/>
                                        <p:tgtEl>
                                          <p:spTgt spid="6"/>
                                        </p:tgtEl>
                                        <p:attrNameLst>
                                          <p:attrName>ppt_x</p:attrName>
                                        </p:attrNameLst>
                                      </p:cBhvr>
                                      <p:tavLst>
                                        <p:tav tm="0">
                                          <p:val>
                                            <p:strVal val="#ppt_x"/>
                                          </p:val>
                                        </p:tav>
                                        <p:tav tm="100000">
                                          <p:val>
                                            <p:strVal val="#ppt_x"/>
                                          </p:val>
                                        </p:tav>
                                      </p:tavLst>
                                    </p:anim>
                                    <p:anim calcmode="lin" valueType="num">
                                      <p:cBhvr additive="repl">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 calcmode="lin" valueType="num">
                                      <p:cBhvr additive="base">
                                        <p:cTn id="13"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 calcmode="lin" valueType="num">
                                      <p:cBhvr additive="base">
                                        <p:cTn id="19"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xEl>
                                              <p:pRg st="2" end="2"/>
                                            </p:txEl>
                                          </p:spTgt>
                                        </p:tgtEl>
                                        <p:attrNameLst>
                                          <p:attrName>style.visibility</p:attrName>
                                        </p:attrNameLst>
                                      </p:cBhvr>
                                      <p:to>
                                        <p:strVal val="visible"/>
                                      </p:to>
                                    </p:set>
                                    <p:anim calcmode="lin" valueType="num">
                                      <p:cBhvr additive="base">
                                        <p:cTn id="25"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xEl>
                                              <p:pRg st="3" end="3"/>
                                            </p:txEl>
                                          </p:spTgt>
                                        </p:tgtEl>
                                        <p:attrNameLst>
                                          <p:attrName>style.visibility</p:attrName>
                                        </p:attrNameLst>
                                      </p:cBhvr>
                                      <p:to>
                                        <p:strVal val="visible"/>
                                      </p:to>
                                    </p:set>
                                    <p:anim calcmode="lin" valueType="num">
                                      <p:cBhvr additive="base">
                                        <p:cTn id="31"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
                                            <p:txEl>
                                              <p:pRg st="4" end="4"/>
                                            </p:txEl>
                                          </p:spTgt>
                                        </p:tgtEl>
                                        <p:attrNameLst>
                                          <p:attrName>style.visibility</p:attrName>
                                        </p:attrNameLst>
                                      </p:cBhvr>
                                      <p:to>
                                        <p:strVal val="visible"/>
                                      </p:to>
                                    </p:set>
                                    <p:anim calcmode="lin" valueType="num">
                                      <p:cBhvr additive="base">
                                        <p:cTn id="37"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
                                            <p:txEl>
                                              <p:pRg st="5" end="5"/>
                                            </p:txEl>
                                          </p:spTgt>
                                        </p:tgtEl>
                                        <p:attrNameLst>
                                          <p:attrName>style.visibility</p:attrName>
                                        </p:attrNameLst>
                                      </p:cBhvr>
                                      <p:to>
                                        <p:strVal val="visible"/>
                                      </p:to>
                                    </p:set>
                                    <p:anim calcmode="lin" valueType="num">
                                      <p:cBhvr additive="base">
                                        <p:cTn id="43"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25964-DB22-7016-1174-F4D86FC30850}"/>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4A5ED114-8D8C-9C6F-1EF4-86E41C3E14BB}"/>
              </a:ext>
            </a:extLst>
          </p:cNvPr>
          <p:cNvSpPr>
            <a:spLocks noGrp="1"/>
          </p:cNvSpPr>
          <p:nvPr>
            <p:ph type="dt" sz="half" idx="10"/>
          </p:nvPr>
        </p:nvSpPr>
        <p:spPr/>
        <p:txBody>
          <a:bodyPr/>
          <a:lstStyle/>
          <a:p>
            <a:fld id="{20B77A37-7AA4-4E55-9AD2-208F046171A5}" type="datetime6">
              <a:rPr lang="en-US" smtClean="0"/>
              <a:t>February 26</a:t>
            </a:fld>
            <a:endParaRPr lang="de-DE" dirty="0"/>
          </a:p>
        </p:txBody>
      </p:sp>
      <p:sp>
        <p:nvSpPr>
          <p:cNvPr id="3" name="Fußzeilenplatzhalter 2">
            <a:extLst>
              <a:ext uri="{FF2B5EF4-FFF2-40B4-BE49-F238E27FC236}">
                <a16:creationId xmlns:a16="http://schemas.microsoft.com/office/drawing/2014/main" id="{8FE624B4-6B9D-14AE-F6C2-A618187BD97B}"/>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01E38B31-5AA1-0C57-5767-085683F4B061}"/>
              </a:ext>
            </a:extLst>
          </p:cNvPr>
          <p:cNvSpPr>
            <a:spLocks noGrp="1"/>
          </p:cNvSpPr>
          <p:nvPr>
            <p:ph type="sldNum" sz="quarter" idx="12"/>
          </p:nvPr>
        </p:nvSpPr>
        <p:spPr/>
        <p:txBody>
          <a:bodyPr/>
          <a:lstStyle/>
          <a:p>
            <a:fld id="{D3A9EDD9-2578-4372-8132-10947A418667}" type="slidenum">
              <a:rPr lang="de-DE" smtClean="0"/>
              <a:t>21</a:t>
            </a:fld>
            <a:endParaRPr lang="de-DE"/>
          </a:p>
        </p:txBody>
      </p:sp>
      <p:sp>
        <p:nvSpPr>
          <p:cNvPr id="11" name="Textplatzhalter 10">
            <a:extLst>
              <a:ext uri="{FF2B5EF4-FFF2-40B4-BE49-F238E27FC236}">
                <a16:creationId xmlns:a16="http://schemas.microsoft.com/office/drawing/2014/main" id="{DCEA1F9C-6200-A27D-EEF3-71B29FC44170}"/>
              </a:ext>
            </a:extLst>
          </p:cNvPr>
          <p:cNvSpPr>
            <a:spLocks noGrp="1"/>
          </p:cNvSpPr>
          <p:nvPr>
            <p:ph type="body" idx="13"/>
          </p:nvPr>
        </p:nvSpPr>
        <p:spPr>
          <a:xfrm>
            <a:off x="753534" y="1024114"/>
            <a:ext cx="11040533" cy="612000"/>
          </a:xfrm>
        </p:spPr>
        <p:txBody>
          <a:bodyPr/>
          <a:lstStyle/>
          <a:p>
            <a:r>
              <a:rPr lang="de-DE" dirty="0"/>
              <a:t>Discriminator &amp; Generator</a:t>
            </a:r>
          </a:p>
          <a:p>
            <a:endParaRPr lang="de-DE" dirty="0"/>
          </a:p>
        </p:txBody>
      </p:sp>
      <p:sp>
        <p:nvSpPr>
          <p:cNvPr id="9" name="Titel 8">
            <a:extLst>
              <a:ext uri="{FF2B5EF4-FFF2-40B4-BE49-F238E27FC236}">
                <a16:creationId xmlns:a16="http://schemas.microsoft.com/office/drawing/2014/main" id="{0CCA1BB4-8837-8797-A9D0-2EAC2CC648B6}"/>
              </a:ext>
            </a:extLst>
          </p:cNvPr>
          <p:cNvSpPr>
            <a:spLocks noGrp="1"/>
          </p:cNvSpPr>
          <p:nvPr>
            <p:ph type="title"/>
          </p:nvPr>
        </p:nvSpPr>
        <p:spPr/>
        <p:txBody>
          <a:bodyPr/>
          <a:lstStyle/>
          <a:p>
            <a:r>
              <a:rPr lang="de-DE" dirty="0"/>
              <a:t>Anomaly Detection methods</a:t>
            </a:r>
          </a:p>
        </p:txBody>
      </p:sp>
      <p:sp>
        <p:nvSpPr>
          <p:cNvPr id="12" name="Textplatzhalter 11">
            <a:extLst>
              <a:ext uri="{FF2B5EF4-FFF2-40B4-BE49-F238E27FC236}">
                <a16:creationId xmlns:a16="http://schemas.microsoft.com/office/drawing/2014/main" id="{CD722B09-276A-B55C-9125-91FEFE2E1363}"/>
              </a:ext>
            </a:extLst>
          </p:cNvPr>
          <p:cNvSpPr>
            <a:spLocks noGrp="1"/>
          </p:cNvSpPr>
          <p:nvPr>
            <p:ph type="body" sz="quarter" idx="14"/>
          </p:nvPr>
        </p:nvSpPr>
        <p:spPr/>
        <p:txBody>
          <a:bodyPr/>
          <a:lstStyle/>
          <a:p>
            <a:r>
              <a:rPr lang="de-DE" dirty="0"/>
              <a:t>Generative Adversarial Network</a:t>
            </a:r>
          </a:p>
        </p:txBody>
      </p:sp>
      <p:pic>
        <p:nvPicPr>
          <p:cNvPr id="5" name="Picture 4">
            <a:extLst>
              <a:ext uri="{FF2B5EF4-FFF2-40B4-BE49-F238E27FC236}">
                <a16:creationId xmlns:a16="http://schemas.microsoft.com/office/drawing/2014/main" id="{9F14377E-BEA1-CA01-711E-A6005FA09E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95732" y="1491722"/>
            <a:ext cx="7370187" cy="4919599"/>
          </a:xfrm>
          <a:prstGeom prst="rect">
            <a:avLst/>
          </a:prstGeom>
        </p:spPr>
      </p:pic>
      <p:sp>
        <p:nvSpPr>
          <p:cNvPr id="6" name="Rectangle 5">
            <a:extLst>
              <a:ext uri="{FF2B5EF4-FFF2-40B4-BE49-F238E27FC236}">
                <a16:creationId xmlns:a16="http://schemas.microsoft.com/office/drawing/2014/main" id="{3E02FDBC-BBB2-8FD2-7BBC-E158BEF15094}"/>
              </a:ext>
            </a:extLst>
          </p:cNvPr>
          <p:cNvSpPr/>
          <p:nvPr/>
        </p:nvSpPr>
        <p:spPr>
          <a:xfrm>
            <a:off x="4754880" y="3279648"/>
            <a:ext cx="1828800" cy="944880"/>
          </a:xfrm>
          <a:prstGeom prst="rect">
            <a:avLst/>
          </a:prstGeom>
          <a:solidFill>
            <a:srgbClr val="FDFCFD"/>
          </a:solidFill>
          <a:ln>
            <a:solidFill>
              <a:srgbClr val="FE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68503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16F21-9715-7270-7D81-BA5084DE6C45}"/>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FEA4D364-7B35-F654-3A2E-496B25F9AE35}"/>
              </a:ext>
            </a:extLst>
          </p:cNvPr>
          <p:cNvSpPr>
            <a:spLocks noGrp="1"/>
          </p:cNvSpPr>
          <p:nvPr>
            <p:ph type="dt" sz="half" idx="10"/>
          </p:nvPr>
        </p:nvSpPr>
        <p:spPr/>
        <p:txBody>
          <a:bodyPr/>
          <a:lstStyle/>
          <a:p>
            <a:fld id="{F3AA506F-F4AA-46C8-A502-D82A9D43AEC8}" type="datetime6">
              <a:rPr lang="en-US" smtClean="0"/>
              <a:t>February 26</a:t>
            </a:fld>
            <a:endParaRPr lang="de-DE" dirty="0"/>
          </a:p>
        </p:txBody>
      </p:sp>
      <p:sp>
        <p:nvSpPr>
          <p:cNvPr id="3" name="Fußzeilenplatzhalter 2">
            <a:extLst>
              <a:ext uri="{FF2B5EF4-FFF2-40B4-BE49-F238E27FC236}">
                <a16:creationId xmlns:a16="http://schemas.microsoft.com/office/drawing/2014/main" id="{7A8C6E30-10BE-983E-9953-9287D456D7E3}"/>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EFF439FF-7D85-50E9-3BF5-F5A90DCD9D83}"/>
              </a:ext>
            </a:extLst>
          </p:cNvPr>
          <p:cNvSpPr>
            <a:spLocks noGrp="1"/>
          </p:cNvSpPr>
          <p:nvPr>
            <p:ph type="sldNum" sz="quarter" idx="12"/>
          </p:nvPr>
        </p:nvSpPr>
        <p:spPr/>
        <p:txBody>
          <a:bodyPr/>
          <a:lstStyle/>
          <a:p>
            <a:fld id="{D3A9EDD9-2578-4372-8132-10947A418667}" type="slidenum">
              <a:rPr lang="de-DE" smtClean="0"/>
              <a:t>22</a:t>
            </a:fld>
            <a:endParaRPr lang="de-DE"/>
          </a:p>
        </p:txBody>
      </p:sp>
      <p:sp>
        <p:nvSpPr>
          <p:cNvPr id="9" name="Titel 8">
            <a:extLst>
              <a:ext uri="{FF2B5EF4-FFF2-40B4-BE49-F238E27FC236}">
                <a16:creationId xmlns:a16="http://schemas.microsoft.com/office/drawing/2014/main" id="{CBED1070-F7AF-1A0B-BDD5-4B3FF43F1C61}"/>
              </a:ext>
            </a:extLst>
          </p:cNvPr>
          <p:cNvSpPr>
            <a:spLocks noGrp="1"/>
          </p:cNvSpPr>
          <p:nvPr>
            <p:ph type="title"/>
          </p:nvPr>
        </p:nvSpPr>
        <p:spPr/>
        <p:txBody>
          <a:bodyPr/>
          <a:lstStyle/>
          <a:p>
            <a:r>
              <a:rPr lang="de-DE" dirty="0"/>
              <a:t>Anomaly Detection Method</a:t>
            </a:r>
          </a:p>
        </p:txBody>
      </p:sp>
      <p:sp>
        <p:nvSpPr>
          <p:cNvPr id="12" name="Textplatzhalter 11">
            <a:extLst>
              <a:ext uri="{FF2B5EF4-FFF2-40B4-BE49-F238E27FC236}">
                <a16:creationId xmlns:a16="http://schemas.microsoft.com/office/drawing/2014/main" id="{085C9756-FFF4-6585-7965-B6BC760711F4}"/>
              </a:ext>
            </a:extLst>
          </p:cNvPr>
          <p:cNvSpPr>
            <a:spLocks noGrp="1"/>
          </p:cNvSpPr>
          <p:nvPr>
            <p:ph type="body" sz="quarter" idx="14"/>
          </p:nvPr>
        </p:nvSpPr>
        <p:spPr/>
        <p:txBody>
          <a:bodyPr/>
          <a:lstStyle/>
          <a:p>
            <a:r>
              <a:rPr lang="de-DE" dirty="0"/>
              <a:t>ResNet</a:t>
            </a:r>
          </a:p>
        </p:txBody>
      </p:sp>
      <p:pic>
        <p:nvPicPr>
          <p:cNvPr id="5" name="Picture 4">
            <a:extLst>
              <a:ext uri="{FF2B5EF4-FFF2-40B4-BE49-F238E27FC236}">
                <a16:creationId xmlns:a16="http://schemas.microsoft.com/office/drawing/2014/main" id="{5779AB33-679B-8C12-F01B-3370EA6CF3F4}"/>
              </a:ext>
            </a:extLst>
          </p:cNvPr>
          <p:cNvPicPr>
            <a:picLocks noChangeAspect="1"/>
          </p:cNvPicPr>
          <p:nvPr/>
        </p:nvPicPr>
        <p:blipFill>
          <a:blip r:embed="rId3"/>
          <a:stretch>
            <a:fillRect/>
          </a:stretch>
        </p:blipFill>
        <p:spPr>
          <a:xfrm>
            <a:off x="2353317" y="1808170"/>
            <a:ext cx="7739367" cy="5011238"/>
          </a:xfrm>
          <a:prstGeom prst="rect">
            <a:avLst/>
          </a:prstGeom>
        </p:spPr>
      </p:pic>
      <p:sp>
        <p:nvSpPr>
          <p:cNvPr id="6" name="Textplatzhalter 10">
            <a:extLst>
              <a:ext uri="{FF2B5EF4-FFF2-40B4-BE49-F238E27FC236}">
                <a16:creationId xmlns:a16="http://schemas.microsoft.com/office/drawing/2014/main" id="{6F687E83-0403-3D07-EC35-7AB80BC6F76A}"/>
              </a:ext>
            </a:extLst>
          </p:cNvPr>
          <p:cNvSpPr>
            <a:spLocks noGrp="1"/>
          </p:cNvSpPr>
          <p:nvPr>
            <p:ph type="body" idx="13"/>
          </p:nvPr>
        </p:nvSpPr>
        <p:spPr>
          <a:xfrm>
            <a:off x="575733" y="1081041"/>
            <a:ext cx="1777584" cy="319087"/>
          </a:xfrm>
        </p:spPr>
        <p:txBody>
          <a:bodyPr/>
          <a:lstStyle/>
          <a:p>
            <a:r>
              <a:rPr lang="de-DE" dirty="0"/>
              <a:t>Architecture</a:t>
            </a:r>
          </a:p>
          <a:p>
            <a:endParaRPr lang="de-DE" dirty="0"/>
          </a:p>
        </p:txBody>
      </p:sp>
      <p:sp>
        <p:nvSpPr>
          <p:cNvPr id="7" name="Rectangle 6">
            <a:extLst>
              <a:ext uri="{FF2B5EF4-FFF2-40B4-BE49-F238E27FC236}">
                <a16:creationId xmlns:a16="http://schemas.microsoft.com/office/drawing/2014/main" id="{74D12491-D3C3-04E6-D04F-80B2A79D9DFC}"/>
              </a:ext>
            </a:extLst>
          </p:cNvPr>
          <p:cNvSpPr/>
          <p:nvPr/>
        </p:nvSpPr>
        <p:spPr>
          <a:xfrm>
            <a:off x="2630811" y="5072131"/>
            <a:ext cx="2235200" cy="1188720"/>
          </a:xfrm>
          <a:prstGeom prst="rect">
            <a:avLst/>
          </a:prstGeom>
          <a:solidFill>
            <a:srgbClr val="FDFCFD"/>
          </a:solidFill>
          <a:ln>
            <a:solidFill>
              <a:srgbClr val="FE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Down 10">
            <a:extLst>
              <a:ext uri="{FF2B5EF4-FFF2-40B4-BE49-F238E27FC236}">
                <a16:creationId xmlns:a16="http://schemas.microsoft.com/office/drawing/2014/main" id="{3A776D05-437A-9471-D92D-13D61D2C6F77}"/>
              </a:ext>
            </a:extLst>
          </p:cNvPr>
          <p:cNvSpPr/>
          <p:nvPr/>
        </p:nvSpPr>
        <p:spPr>
          <a:xfrm>
            <a:off x="4578991" y="4854852"/>
            <a:ext cx="121920" cy="320040"/>
          </a:xfrm>
          <a:prstGeom prst="downArrow">
            <a:avLst/>
          </a:prstGeom>
          <a:solidFill>
            <a:srgbClr val="FDFCFD"/>
          </a:solidFill>
          <a:ln>
            <a:solidFill>
              <a:srgbClr val="FE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Down 12">
            <a:extLst>
              <a:ext uri="{FF2B5EF4-FFF2-40B4-BE49-F238E27FC236}">
                <a16:creationId xmlns:a16="http://schemas.microsoft.com/office/drawing/2014/main" id="{D6E2C537-9CFC-7C6F-E7B1-9899CBD45663}"/>
              </a:ext>
            </a:extLst>
          </p:cNvPr>
          <p:cNvSpPr/>
          <p:nvPr/>
        </p:nvSpPr>
        <p:spPr>
          <a:xfrm>
            <a:off x="3662422" y="5045352"/>
            <a:ext cx="121920" cy="320040"/>
          </a:xfrm>
          <a:prstGeom prst="downArrow">
            <a:avLst/>
          </a:prstGeom>
          <a:solidFill>
            <a:srgbClr val="FDFCFD"/>
          </a:solidFill>
          <a:ln>
            <a:solidFill>
              <a:srgbClr val="FE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7FF4345-D5DF-68F9-3EC6-CAC4BE713D82}"/>
              </a:ext>
            </a:extLst>
          </p:cNvPr>
          <p:cNvSpPr/>
          <p:nvPr/>
        </p:nvSpPr>
        <p:spPr>
          <a:xfrm>
            <a:off x="5028571" y="5365392"/>
            <a:ext cx="2621280" cy="235059"/>
          </a:xfrm>
          <a:prstGeom prst="rect">
            <a:avLst/>
          </a:prstGeom>
          <a:solidFill>
            <a:srgbClr val="FDFCFD"/>
          </a:solidFill>
          <a:ln>
            <a:solidFill>
              <a:srgbClr val="FE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3992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FE42E-AB3E-BAFD-F9EB-74638A583C6A}"/>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579248B0-DB0D-7342-44EF-C037D781C2BC}"/>
              </a:ext>
            </a:extLst>
          </p:cNvPr>
          <p:cNvSpPr>
            <a:spLocks noGrp="1"/>
          </p:cNvSpPr>
          <p:nvPr>
            <p:ph type="dt" sz="half" idx="10"/>
          </p:nvPr>
        </p:nvSpPr>
        <p:spPr/>
        <p:txBody>
          <a:bodyPr/>
          <a:lstStyle/>
          <a:p>
            <a:fld id="{77F97C80-424D-468A-A8C0-96CC434E1621}" type="datetime6">
              <a:rPr lang="en-US" smtClean="0"/>
              <a:t>February 26</a:t>
            </a:fld>
            <a:endParaRPr lang="de-DE" dirty="0"/>
          </a:p>
        </p:txBody>
      </p:sp>
      <p:sp>
        <p:nvSpPr>
          <p:cNvPr id="3" name="Fußzeilenplatzhalter 2">
            <a:extLst>
              <a:ext uri="{FF2B5EF4-FFF2-40B4-BE49-F238E27FC236}">
                <a16:creationId xmlns:a16="http://schemas.microsoft.com/office/drawing/2014/main" id="{CB8E8F3A-135B-00C1-BBE4-9BEACB224B67}"/>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B28CD733-78D7-F895-2A56-3E8BE1602930}"/>
              </a:ext>
            </a:extLst>
          </p:cNvPr>
          <p:cNvSpPr>
            <a:spLocks noGrp="1"/>
          </p:cNvSpPr>
          <p:nvPr>
            <p:ph type="sldNum" sz="quarter" idx="12"/>
          </p:nvPr>
        </p:nvSpPr>
        <p:spPr/>
        <p:txBody>
          <a:bodyPr/>
          <a:lstStyle/>
          <a:p>
            <a:fld id="{D3A9EDD9-2578-4372-8132-10947A418667}" type="slidenum">
              <a:rPr lang="de-DE" smtClean="0"/>
              <a:t>23</a:t>
            </a:fld>
            <a:endParaRPr lang="de-DE"/>
          </a:p>
        </p:txBody>
      </p:sp>
      <p:sp>
        <p:nvSpPr>
          <p:cNvPr id="9" name="Titel 8">
            <a:extLst>
              <a:ext uri="{FF2B5EF4-FFF2-40B4-BE49-F238E27FC236}">
                <a16:creationId xmlns:a16="http://schemas.microsoft.com/office/drawing/2014/main" id="{B4064CDE-276E-2C67-1A6F-FDA8DB1820E4}"/>
              </a:ext>
            </a:extLst>
          </p:cNvPr>
          <p:cNvSpPr>
            <a:spLocks noGrp="1"/>
          </p:cNvSpPr>
          <p:nvPr>
            <p:ph type="title"/>
          </p:nvPr>
        </p:nvSpPr>
        <p:spPr/>
        <p:txBody>
          <a:bodyPr/>
          <a:lstStyle/>
          <a:p>
            <a:r>
              <a:rPr lang="de-DE" dirty="0"/>
              <a:t>Anomaly Detection Method</a:t>
            </a:r>
          </a:p>
        </p:txBody>
      </p:sp>
      <p:sp>
        <p:nvSpPr>
          <p:cNvPr id="12" name="Textplatzhalter 11">
            <a:extLst>
              <a:ext uri="{FF2B5EF4-FFF2-40B4-BE49-F238E27FC236}">
                <a16:creationId xmlns:a16="http://schemas.microsoft.com/office/drawing/2014/main" id="{A315B449-FB21-83C8-4C72-8B9650FBD7BA}"/>
              </a:ext>
            </a:extLst>
          </p:cNvPr>
          <p:cNvSpPr>
            <a:spLocks noGrp="1"/>
          </p:cNvSpPr>
          <p:nvPr>
            <p:ph type="body" sz="quarter" idx="14"/>
          </p:nvPr>
        </p:nvSpPr>
        <p:spPr/>
        <p:txBody>
          <a:bodyPr/>
          <a:lstStyle/>
          <a:p>
            <a:r>
              <a:rPr lang="de-DE" dirty="0"/>
              <a:t>ResNet</a:t>
            </a:r>
          </a:p>
        </p:txBody>
      </p:sp>
      <p:sp>
        <p:nvSpPr>
          <p:cNvPr id="20" name="Rectangle: Rounded Corners 19">
            <a:extLst>
              <a:ext uri="{FF2B5EF4-FFF2-40B4-BE49-F238E27FC236}">
                <a16:creationId xmlns:a16="http://schemas.microsoft.com/office/drawing/2014/main" id="{DC90A016-E86B-AA7B-58F0-39C012CD362E}"/>
              </a:ext>
            </a:extLst>
          </p:cNvPr>
          <p:cNvSpPr/>
          <p:nvPr/>
        </p:nvSpPr>
        <p:spPr>
          <a:xfrm>
            <a:off x="3215733" y="1244537"/>
            <a:ext cx="7305840" cy="1431216"/>
          </a:xfrm>
          <a:prstGeom prst="roundRect">
            <a:avLst>
              <a:gd name="adj" fmla="val 10000"/>
            </a:avLst>
          </a:prstGeom>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a:lstStyle/>
          <a:p>
            <a:endParaRPr lang="de-DE"/>
          </a:p>
        </p:txBody>
      </p:sp>
      <p:sp>
        <p:nvSpPr>
          <p:cNvPr id="21" name="Rectangle 20" descr="Computer">
            <a:extLst>
              <a:ext uri="{FF2B5EF4-FFF2-40B4-BE49-F238E27FC236}">
                <a16:creationId xmlns:a16="http://schemas.microsoft.com/office/drawing/2014/main" id="{233CBE1A-0D50-7223-99E7-1EC15D793D06}"/>
              </a:ext>
            </a:extLst>
          </p:cNvPr>
          <p:cNvSpPr/>
          <p:nvPr/>
        </p:nvSpPr>
        <p:spPr>
          <a:xfrm>
            <a:off x="3648675" y="1566561"/>
            <a:ext cx="787168" cy="787168"/>
          </a:xfrm>
          <a:prstGeom prst="rect">
            <a:avLst/>
          </a:prstGeom>
          <a: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de-DE"/>
          </a:p>
        </p:txBody>
      </p:sp>
      <p:grpSp>
        <p:nvGrpSpPr>
          <p:cNvPr id="22" name="Group 21">
            <a:extLst>
              <a:ext uri="{FF2B5EF4-FFF2-40B4-BE49-F238E27FC236}">
                <a16:creationId xmlns:a16="http://schemas.microsoft.com/office/drawing/2014/main" id="{6E4BD0B0-9DD8-DDFF-E78D-56EBD8809C8F}"/>
              </a:ext>
            </a:extLst>
          </p:cNvPr>
          <p:cNvGrpSpPr/>
          <p:nvPr/>
        </p:nvGrpSpPr>
        <p:grpSpPr>
          <a:xfrm>
            <a:off x="4868787" y="1244537"/>
            <a:ext cx="5652785" cy="1431216"/>
            <a:chOff x="1653054" y="611"/>
            <a:chExt cx="5652785" cy="1431216"/>
          </a:xfrm>
        </p:grpSpPr>
        <p:sp>
          <p:nvSpPr>
            <p:cNvPr id="36" name="Rectangle 35">
              <a:extLst>
                <a:ext uri="{FF2B5EF4-FFF2-40B4-BE49-F238E27FC236}">
                  <a16:creationId xmlns:a16="http://schemas.microsoft.com/office/drawing/2014/main" id="{06FF1C25-44C2-26B5-458D-92DFCAE6AFB6}"/>
                </a:ext>
              </a:extLst>
            </p:cNvPr>
            <p:cNvSpPr/>
            <p:nvPr/>
          </p:nvSpPr>
          <p:spPr>
            <a:xfrm>
              <a:off x="1653054" y="611"/>
              <a:ext cx="5652785" cy="1431216"/>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de-DE"/>
            </a:p>
          </p:txBody>
        </p:sp>
        <p:sp>
          <p:nvSpPr>
            <p:cNvPr id="37" name="TextBox 36">
              <a:extLst>
                <a:ext uri="{FF2B5EF4-FFF2-40B4-BE49-F238E27FC236}">
                  <a16:creationId xmlns:a16="http://schemas.microsoft.com/office/drawing/2014/main" id="{E8AFEAAF-6C31-0C3C-612D-B9D3DF53C276}"/>
                </a:ext>
              </a:extLst>
            </p:cNvPr>
            <p:cNvSpPr txBox="1"/>
            <p:nvPr/>
          </p:nvSpPr>
          <p:spPr>
            <a:xfrm>
              <a:off x="1653054" y="611"/>
              <a:ext cx="5652785" cy="14312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1470" tIns="151470" rIns="151470" bIns="151470" numCol="1" spcCol="1270" anchor="ctr" anchorCtr="0">
              <a:noAutofit/>
            </a:bodyPr>
            <a:lstStyle/>
            <a:p>
              <a:pPr marL="0" lvl="0" indent="0" algn="l" defTabSz="1111250">
                <a:lnSpc>
                  <a:spcPct val="90000"/>
                </a:lnSpc>
                <a:spcBef>
                  <a:spcPct val="0"/>
                </a:spcBef>
                <a:spcAft>
                  <a:spcPct val="35000"/>
                </a:spcAft>
                <a:buNone/>
              </a:pPr>
              <a:r>
                <a:rPr lang="en-US" sz="2500" kern="1200" dirty="0"/>
                <a:t>Learns discriminative patterns from the packet bytes.</a:t>
              </a:r>
            </a:p>
          </p:txBody>
        </p:sp>
      </p:grpSp>
      <p:sp>
        <p:nvSpPr>
          <p:cNvPr id="23" name="Rectangle: Rounded Corners 22">
            <a:extLst>
              <a:ext uri="{FF2B5EF4-FFF2-40B4-BE49-F238E27FC236}">
                <a16:creationId xmlns:a16="http://schemas.microsoft.com/office/drawing/2014/main" id="{D482D944-0EAD-883A-D5C1-A5D455B62AFB}"/>
              </a:ext>
            </a:extLst>
          </p:cNvPr>
          <p:cNvSpPr/>
          <p:nvPr/>
        </p:nvSpPr>
        <p:spPr>
          <a:xfrm>
            <a:off x="3215733" y="3033557"/>
            <a:ext cx="7305840" cy="1431216"/>
          </a:xfrm>
          <a:prstGeom prst="roundRect">
            <a:avLst>
              <a:gd name="adj" fmla="val 10000"/>
            </a:avLst>
          </a:prstGeom>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a:lstStyle/>
          <a:p>
            <a:endParaRPr lang="de-DE"/>
          </a:p>
        </p:txBody>
      </p:sp>
      <p:sp>
        <p:nvSpPr>
          <p:cNvPr id="24" name="Rectangle 23" descr="Monitor">
            <a:extLst>
              <a:ext uri="{FF2B5EF4-FFF2-40B4-BE49-F238E27FC236}">
                <a16:creationId xmlns:a16="http://schemas.microsoft.com/office/drawing/2014/main" id="{F3871AED-8FE1-0CC1-3CA9-C152C1D914D2}"/>
              </a:ext>
            </a:extLst>
          </p:cNvPr>
          <p:cNvSpPr/>
          <p:nvPr/>
        </p:nvSpPr>
        <p:spPr>
          <a:xfrm>
            <a:off x="3648675" y="3355581"/>
            <a:ext cx="787168" cy="787168"/>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de-DE"/>
          </a:p>
        </p:txBody>
      </p:sp>
      <p:grpSp>
        <p:nvGrpSpPr>
          <p:cNvPr id="25" name="Group 24">
            <a:extLst>
              <a:ext uri="{FF2B5EF4-FFF2-40B4-BE49-F238E27FC236}">
                <a16:creationId xmlns:a16="http://schemas.microsoft.com/office/drawing/2014/main" id="{C01B79F5-CF98-5E8F-C1EF-CCF95B9358AD}"/>
              </a:ext>
            </a:extLst>
          </p:cNvPr>
          <p:cNvGrpSpPr/>
          <p:nvPr/>
        </p:nvGrpSpPr>
        <p:grpSpPr>
          <a:xfrm>
            <a:off x="4868787" y="3033557"/>
            <a:ext cx="5652785" cy="1431216"/>
            <a:chOff x="1653054" y="1789631"/>
            <a:chExt cx="5652785" cy="1431216"/>
          </a:xfrm>
        </p:grpSpPr>
        <p:sp>
          <p:nvSpPr>
            <p:cNvPr id="34" name="Rectangle 33">
              <a:extLst>
                <a:ext uri="{FF2B5EF4-FFF2-40B4-BE49-F238E27FC236}">
                  <a16:creationId xmlns:a16="http://schemas.microsoft.com/office/drawing/2014/main" id="{85050BB2-9D46-8098-7752-6A43C037C491}"/>
                </a:ext>
              </a:extLst>
            </p:cNvPr>
            <p:cNvSpPr/>
            <p:nvPr/>
          </p:nvSpPr>
          <p:spPr>
            <a:xfrm>
              <a:off x="1653054" y="1789631"/>
              <a:ext cx="5652785" cy="1431216"/>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de-DE"/>
            </a:p>
          </p:txBody>
        </p:sp>
        <p:sp>
          <p:nvSpPr>
            <p:cNvPr id="35" name="TextBox 34">
              <a:extLst>
                <a:ext uri="{FF2B5EF4-FFF2-40B4-BE49-F238E27FC236}">
                  <a16:creationId xmlns:a16="http://schemas.microsoft.com/office/drawing/2014/main" id="{1A4DF1DA-C38E-0D34-FE5B-FD9374684008}"/>
                </a:ext>
              </a:extLst>
            </p:cNvPr>
            <p:cNvSpPr txBox="1"/>
            <p:nvPr/>
          </p:nvSpPr>
          <p:spPr>
            <a:xfrm>
              <a:off x="1653054" y="1789631"/>
              <a:ext cx="5652785" cy="14312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1470" tIns="151470" rIns="151470" bIns="151470" numCol="1" spcCol="1270" anchor="ctr" anchorCtr="0">
              <a:noAutofit/>
            </a:bodyPr>
            <a:lstStyle/>
            <a:p>
              <a:pPr marL="0" lvl="0" indent="0" algn="l" defTabSz="1111250">
                <a:lnSpc>
                  <a:spcPct val="90000"/>
                </a:lnSpc>
                <a:spcBef>
                  <a:spcPct val="0"/>
                </a:spcBef>
                <a:spcAft>
                  <a:spcPct val="35000"/>
                </a:spcAft>
                <a:buNone/>
              </a:pPr>
              <a:r>
                <a:rPr lang="en-US" sz="2500" kern="1200"/>
                <a:t>Normal and attack traffic produce different deep feature activations</a:t>
              </a:r>
            </a:p>
          </p:txBody>
        </p:sp>
      </p:grpSp>
      <p:sp>
        <p:nvSpPr>
          <p:cNvPr id="26" name="Rectangle: Rounded Corners 25">
            <a:extLst>
              <a:ext uri="{FF2B5EF4-FFF2-40B4-BE49-F238E27FC236}">
                <a16:creationId xmlns:a16="http://schemas.microsoft.com/office/drawing/2014/main" id="{3DEA38D2-3EE8-7483-8783-34A1FC8CFDE7}"/>
              </a:ext>
            </a:extLst>
          </p:cNvPr>
          <p:cNvSpPr/>
          <p:nvPr/>
        </p:nvSpPr>
        <p:spPr>
          <a:xfrm>
            <a:off x="3215733" y="4822578"/>
            <a:ext cx="7305840" cy="1431216"/>
          </a:xfrm>
          <a:prstGeom prst="roundRect">
            <a:avLst>
              <a:gd name="adj" fmla="val 10000"/>
            </a:avLst>
          </a:prstGeom>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a:lstStyle/>
          <a:p>
            <a:endParaRPr lang="de-DE"/>
          </a:p>
        </p:txBody>
      </p:sp>
      <p:sp>
        <p:nvSpPr>
          <p:cNvPr id="27" name="Rectangle 26" descr="Checkmark">
            <a:extLst>
              <a:ext uri="{FF2B5EF4-FFF2-40B4-BE49-F238E27FC236}">
                <a16:creationId xmlns:a16="http://schemas.microsoft.com/office/drawing/2014/main" id="{C44BBCB7-25FD-0263-A860-CDCB4DA653A0}"/>
              </a:ext>
            </a:extLst>
          </p:cNvPr>
          <p:cNvSpPr/>
          <p:nvPr/>
        </p:nvSpPr>
        <p:spPr>
          <a:xfrm>
            <a:off x="3648675" y="5144601"/>
            <a:ext cx="787168" cy="787168"/>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de-DE"/>
          </a:p>
        </p:txBody>
      </p:sp>
      <p:grpSp>
        <p:nvGrpSpPr>
          <p:cNvPr id="28" name="Group 27">
            <a:extLst>
              <a:ext uri="{FF2B5EF4-FFF2-40B4-BE49-F238E27FC236}">
                <a16:creationId xmlns:a16="http://schemas.microsoft.com/office/drawing/2014/main" id="{E6D1812A-9C6A-74E4-DF9E-D61ED31B4DF7}"/>
              </a:ext>
            </a:extLst>
          </p:cNvPr>
          <p:cNvGrpSpPr/>
          <p:nvPr/>
        </p:nvGrpSpPr>
        <p:grpSpPr>
          <a:xfrm>
            <a:off x="4868787" y="4822578"/>
            <a:ext cx="3287628" cy="1431216"/>
            <a:chOff x="1653054" y="3578652"/>
            <a:chExt cx="3287628" cy="1431216"/>
          </a:xfrm>
        </p:grpSpPr>
        <p:sp>
          <p:nvSpPr>
            <p:cNvPr id="32" name="Rectangle 31">
              <a:extLst>
                <a:ext uri="{FF2B5EF4-FFF2-40B4-BE49-F238E27FC236}">
                  <a16:creationId xmlns:a16="http://schemas.microsoft.com/office/drawing/2014/main" id="{64731B6E-3176-1487-621D-9C9763F2E214}"/>
                </a:ext>
              </a:extLst>
            </p:cNvPr>
            <p:cNvSpPr/>
            <p:nvPr/>
          </p:nvSpPr>
          <p:spPr>
            <a:xfrm>
              <a:off x="1653054" y="3578652"/>
              <a:ext cx="3287628" cy="1431216"/>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de-DE"/>
            </a:p>
          </p:txBody>
        </p:sp>
        <p:sp>
          <p:nvSpPr>
            <p:cNvPr id="33" name="TextBox 32">
              <a:extLst>
                <a:ext uri="{FF2B5EF4-FFF2-40B4-BE49-F238E27FC236}">
                  <a16:creationId xmlns:a16="http://schemas.microsoft.com/office/drawing/2014/main" id="{42FB54F3-DE54-C4D1-3CA3-10FDC3D906ED}"/>
                </a:ext>
              </a:extLst>
            </p:cNvPr>
            <p:cNvSpPr txBox="1"/>
            <p:nvPr/>
          </p:nvSpPr>
          <p:spPr>
            <a:xfrm>
              <a:off x="1653054" y="3578652"/>
              <a:ext cx="3287628" cy="14312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1470" tIns="151470" rIns="151470" bIns="151470" numCol="1" spcCol="1270" anchor="ctr" anchorCtr="0">
              <a:noAutofit/>
            </a:bodyPr>
            <a:lstStyle/>
            <a:p>
              <a:pPr marL="0" lvl="0" indent="0" algn="l" defTabSz="1111250">
                <a:lnSpc>
                  <a:spcPct val="90000"/>
                </a:lnSpc>
                <a:spcBef>
                  <a:spcPct val="0"/>
                </a:spcBef>
                <a:spcAft>
                  <a:spcPct val="35000"/>
                </a:spcAft>
                <a:buNone/>
              </a:pPr>
              <a:r>
                <a:rPr lang="en-US" sz="2500" kern="1200"/>
                <a:t>Final output:</a:t>
              </a:r>
            </a:p>
          </p:txBody>
        </p:sp>
      </p:grpSp>
      <p:grpSp>
        <p:nvGrpSpPr>
          <p:cNvPr id="29" name="Group 28">
            <a:extLst>
              <a:ext uri="{FF2B5EF4-FFF2-40B4-BE49-F238E27FC236}">
                <a16:creationId xmlns:a16="http://schemas.microsoft.com/office/drawing/2014/main" id="{612F40C8-5E62-0B86-2C68-B0F7DA3FFD1A}"/>
              </a:ext>
            </a:extLst>
          </p:cNvPr>
          <p:cNvGrpSpPr/>
          <p:nvPr/>
        </p:nvGrpSpPr>
        <p:grpSpPr>
          <a:xfrm>
            <a:off x="8156415" y="4822578"/>
            <a:ext cx="2365157" cy="1431216"/>
            <a:chOff x="4940682" y="3578652"/>
            <a:chExt cx="2365157" cy="1431216"/>
          </a:xfrm>
        </p:grpSpPr>
        <p:sp>
          <p:nvSpPr>
            <p:cNvPr id="30" name="Rectangle 29">
              <a:extLst>
                <a:ext uri="{FF2B5EF4-FFF2-40B4-BE49-F238E27FC236}">
                  <a16:creationId xmlns:a16="http://schemas.microsoft.com/office/drawing/2014/main" id="{E84847D4-7342-3E9E-C4C3-F1B9B547B6D7}"/>
                </a:ext>
              </a:extLst>
            </p:cNvPr>
            <p:cNvSpPr/>
            <p:nvPr/>
          </p:nvSpPr>
          <p:spPr>
            <a:xfrm>
              <a:off x="4940682" y="3578652"/>
              <a:ext cx="2365157" cy="1431216"/>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de-DE"/>
            </a:p>
          </p:txBody>
        </p:sp>
        <p:sp>
          <p:nvSpPr>
            <p:cNvPr id="31" name="TextBox 30">
              <a:extLst>
                <a:ext uri="{FF2B5EF4-FFF2-40B4-BE49-F238E27FC236}">
                  <a16:creationId xmlns:a16="http://schemas.microsoft.com/office/drawing/2014/main" id="{C2598B91-EA23-FC9A-DBDF-C6A7E1DD3EA2}"/>
                </a:ext>
              </a:extLst>
            </p:cNvPr>
            <p:cNvSpPr txBox="1"/>
            <p:nvPr/>
          </p:nvSpPr>
          <p:spPr>
            <a:xfrm>
              <a:off x="4940682" y="3578652"/>
              <a:ext cx="2365157" cy="14312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1470" tIns="151470" rIns="151470" bIns="151470" numCol="1" spcCol="1270" anchor="ctr" anchorCtr="0">
              <a:noAutofit/>
            </a:bodyPr>
            <a:lstStyle/>
            <a:p>
              <a:pPr marL="0" lvl="0" indent="0" algn="l" defTabSz="800100">
                <a:lnSpc>
                  <a:spcPct val="90000"/>
                </a:lnSpc>
                <a:spcBef>
                  <a:spcPct val="0"/>
                </a:spcBef>
                <a:spcAft>
                  <a:spcPct val="35000"/>
                </a:spcAft>
                <a:buNone/>
              </a:pPr>
              <a:r>
                <a:rPr lang="en-US" sz="1800" kern="1200" dirty="0"/>
                <a:t>Sigmoid decision:</a:t>
              </a:r>
            </a:p>
            <a:p>
              <a:pPr marL="171450" lvl="1" indent="-171450" algn="l" defTabSz="800100">
                <a:lnSpc>
                  <a:spcPct val="90000"/>
                </a:lnSpc>
                <a:spcBef>
                  <a:spcPct val="0"/>
                </a:spcBef>
                <a:spcAft>
                  <a:spcPct val="15000"/>
                </a:spcAft>
                <a:buChar char="•"/>
              </a:pPr>
              <a:r>
                <a:rPr lang="en-US" sz="1800" kern="1200"/>
                <a:t>1 is attack</a:t>
              </a:r>
            </a:p>
            <a:p>
              <a:pPr marL="171450" lvl="1" indent="-171450" algn="l" defTabSz="800100">
                <a:lnSpc>
                  <a:spcPct val="90000"/>
                </a:lnSpc>
                <a:spcBef>
                  <a:spcPct val="0"/>
                </a:spcBef>
                <a:spcAft>
                  <a:spcPct val="15000"/>
                </a:spcAft>
                <a:buChar char="•"/>
              </a:pPr>
              <a:r>
                <a:rPr lang="en-US" sz="1800" kern="1200"/>
                <a:t>0 is normal</a:t>
              </a:r>
            </a:p>
          </p:txBody>
        </p:sp>
      </p:grpSp>
    </p:spTree>
    <p:extLst>
      <p:ext uri="{BB962C8B-B14F-4D97-AF65-F5344CB8AC3E}">
        <p14:creationId xmlns:p14="http://schemas.microsoft.com/office/powerpoint/2010/main" val="9784713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F8C0E-F062-652E-CE0D-1385F6077A03}"/>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F1D5052E-392D-C39B-96BB-63961E77C325}"/>
              </a:ext>
            </a:extLst>
          </p:cNvPr>
          <p:cNvSpPr>
            <a:spLocks noGrp="1"/>
          </p:cNvSpPr>
          <p:nvPr>
            <p:ph type="dt" sz="half" idx="10"/>
          </p:nvPr>
        </p:nvSpPr>
        <p:spPr/>
        <p:txBody>
          <a:bodyPr/>
          <a:lstStyle/>
          <a:p>
            <a:fld id="{5D9BE2FC-5F7D-4A19-92A5-AE69763D334C}" type="datetime6">
              <a:rPr lang="en-US" smtClean="0"/>
              <a:t>February 26</a:t>
            </a:fld>
            <a:endParaRPr lang="de-DE" dirty="0"/>
          </a:p>
        </p:txBody>
      </p:sp>
      <p:sp>
        <p:nvSpPr>
          <p:cNvPr id="3" name="Textplatzhalter 2">
            <a:extLst>
              <a:ext uri="{FF2B5EF4-FFF2-40B4-BE49-F238E27FC236}">
                <a16:creationId xmlns:a16="http://schemas.microsoft.com/office/drawing/2014/main" id="{83E93096-EE74-74E0-E6AF-723EC4DE2E3F}"/>
              </a:ext>
            </a:extLst>
          </p:cNvPr>
          <p:cNvSpPr>
            <a:spLocks noGrp="1"/>
          </p:cNvSpPr>
          <p:nvPr>
            <p:ph type="body" sz="quarter" idx="11"/>
          </p:nvPr>
        </p:nvSpPr>
        <p:spPr/>
        <p:txBody>
          <a:bodyPr/>
          <a:lstStyle/>
          <a:p>
            <a:r>
              <a:rPr lang="de-DE" dirty="0"/>
              <a:t>Methodology</a:t>
            </a:r>
          </a:p>
        </p:txBody>
      </p:sp>
      <p:sp>
        <p:nvSpPr>
          <p:cNvPr id="4" name="Textplatzhalter 3">
            <a:extLst>
              <a:ext uri="{FF2B5EF4-FFF2-40B4-BE49-F238E27FC236}">
                <a16:creationId xmlns:a16="http://schemas.microsoft.com/office/drawing/2014/main" id="{C4C7E02B-6914-6D1D-E461-CD9D650AA6EF}"/>
              </a:ext>
            </a:extLst>
          </p:cNvPr>
          <p:cNvSpPr>
            <a:spLocks noGrp="1"/>
          </p:cNvSpPr>
          <p:nvPr>
            <p:ph type="body" sz="quarter" idx="12"/>
          </p:nvPr>
        </p:nvSpPr>
        <p:spPr/>
        <p:txBody>
          <a:bodyPr/>
          <a:lstStyle/>
          <a:p>
            <a:r>
              <a:rPr lang="de-DE" dirty="0"/>
              <a:t>Evaluation Strategy</a:t>
            </a:r>
          </a:p>
        </p:txBody>
      </p:sp>
    </p:spTree>
    <p:extLst>
      <p:ext uri="{BB962C8B-B14F-4D97-AF65-F5344CB8AC3E}">
        <p14:creationId xmlns:p14="http://schemas.microsoft.com/office/powerpoint/2010/main" val="7673028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A4885-E0B6-64D6-F38F-F2C239573F39}"/>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9EA006F1-5A5B-C1CA-7F93-FC838A135D9F}"/>
              </a:ext>
            </a:extLst>
          </p:cNvPr>
          <p:cNvSpPr>
            <a:spLocks noGrp="1"/>
          </p:cNvSpPr>
          <p:nvPr>
            <p:ph type="dt" sz="half" idx="10"/>
          </p:nvPr>
        </p:nvSpPr>
        <p:spPr/>
        <p:txBody>
          <a:bodyPr/>
          <a:lstStyle/>
          <a:p>
            <a:fld id="{D947EB05-30CF-4A5D-ADBD-214D3C558451}" type="datetime6">
              <a:rPr lang="en-US" smtClean="0"/>
              <a:t>February 26</a:t>
            </a:fld>
            <a:endParaRPr lang="de-DE" dirty="0"/>
          </a:p>
        </p:txBody>
      </p:sp>
      <p:sp>
        <p:nvSpPr>
          <p:cNvPr id="3" name="Fußzeilenplatzhalter 2">
            <a:extLst>
              <a:ext uri="{FF2B5EF4-FFF2-40B4-BE49-F238E27FC236}">
                <a16:creationId xmlns:a16="http://schemas.microsoft.com/office/drawing/2014/main" id="{862ACE10-80CE-147A-47B9-A88CC5DA4695}"/>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0F7CE336-64F7-DEFC-E132-B1B96351DBB3}"/>
              </a:ext>
            </a:extLst>
          </p:cNvPr>
          <p:cNvSpPr>
            <a:spLocks noGrp="1"/>
          </p:cNvSpPr>
          <p:nvPr>
            <p:ph type="sldNum" sz="quarter" idx="12"/>
          </p:nvPr>
        </p:nvSpPr>
        <p:spPr/>
        <p:txBody>
          <a:bodyPr/>
          <a:lstStyle/>
          <a:p>
            <a:fld id="{D3A9EDD9-2578-4372-8132-10947A418667}" type="slidenum">
              <a:rPr lang="de-DE" smtClean="0"/>
              <a:t>25</a:t>
            </a:fld>
            <a:endParaRPr lang="de-DE"/>
          </a:p>
        </p:txBody>
      </p:sp>
      <p:sp>
        <p:nvSpPr>
          <p:cNvPr id="9" name="Titel 8">
            <a:extLst>
              <a:ext uri="{FF2B5EF4-FFF2-40B4-BE49-F238E27FC236}">
                <a16:creationId xmlns:a16="http://schemas.microsoft.com/office/drawing/2014/main" id="{68187F62-CD35-8130-A67E-F130D226035B}"/>
              </a:ext>
            </a:extLst>
          </p:cNvPr>
          <p:cNvSpPr>
            <a:spLocks noGrp="1"/>
          </p:cNvSpPr>
          <p:nvPr>
            <p:ph type="title"/>
          </p:nvPr>
        </p:nvSpPr>
        <p:spPr/>
        <p:txBody>
          <a:bodyPr/>
          <a:lstStyle/>
          <a:p>
            <a:r>
              <a:rPr lang="de-DE" dirty="0"/>
              <a:t>Evaluation Strategy 	</a:t>
            </a:r>
          </a:p>
        </p:txBody>
      </p:sp>
      <p:sp>
        <p:nvSpPr>
          <p:cNvPr id="12" name="Textplatzhalter 11">
            <a:extLst>
              <a:ext uri="{FF2B5EF4-FFF2-40B4-BE49-F238E27FC236}">
                <a16:creationId xmlns:a16="http://schemas.microsoft.com/office/drawing/2014/main" id="{2D7F5C81-5FAF-0B6B-717A-39D66A423FAB}"/>
              </a:ext>
            </a:extLst>
          </p:cNvPr>
          <p:cNvSpPr>
            <a:spLocks noGrp="1"/>
          </p:cNvSpPr>
          <p:nvPr>
            <p:ph type="body" sz="quarter" idx="14"/>
          </p:nvPr>
        </p:nvSpPr>
        <p:spPr/>
        <p:txBody>
          <a:bodyPr/>
          <a:lstStyle/>
          <a:p>
            <a:r>
              <a:rPr lang="de-DE" dirty="0"/>
              <a:t>Sceneraios</a:t>
            </a:r>
          </a:p>
        </p:txBody>
      </p:sp>
      <p:sp>
        <p:nvSpPr>
          <p:cNvPr id="5" name="TextBox 4">
            <a:extLst>
              <a:ext uri="{FF2B5EF4-FFF2-40B4-BE49-F238E27FC236}">
                <a16:creationId xmlns:a16="http://schemas.microsoft.com/office/drawing/2014/main" id="{0F24AB4F-BA8A-05FA-9747-65DE26C29AC7}"/>
              </a:ext>
            </a:extLst>
          </p:cNvPr>
          <p:cNvSpPr txBox="1"/>
          <p:nvPr/>
        </p:nvSpPr>
        <p:spPr>
          <a:xfrm>
            <a:off x="1140030" y="3507349"/>
            <a:ext cx="1208927" cy="369332"/>
          </a:xfrm>
          <a:prstGeom prst="rect">
            <a:avLst/>
          </a:prstGeom>
          <a:solidFill>
            <a:schemeClr val="bg1">
              <a:alpha val="50000"/>
            </a:schemeClr>
          </a:solidFill>
          <a:ln>
            <a:solidFill>
              <a:schemeClr val="tx1">
                <a:lumMod val="50000"/>
              </a:schemeClr>
            </a:solidFill>
          </a:ln>
        </p:spPr>
        <p:style>
          <a:lnRef idx="0">
            <a:scrgbClr r="0" g="0" b="0"/>
          </a:lnRef>
          <a:fillRef idx="0">
            <a:scrgbClr r="0" g="0" b="0"/>
          </a:fillRef>
          <a:effectRef idx="0">
            <a:scrgbClr r="0" g="0" b="0"/>
          </a:effectRef>
          <a:fontRef idx="minor">
            <a:schemeClr val="lt1"/>
          </a:fontRef>
        </p:style>
        <p:txBody>
          <a:bodyPr wrap="square" rtlCol="0">
            <a:spAutoFit/>
          </a:bodyPr>
          <a:lstStyle/>
          <a:p>
            <a:r>
              <a:rPr lang="de-DE" b="1" dirty="0">
                <a:solidFill>
                  <a:schemeClr val="tx1">
                    <a:lumMod val="50000"/>
                  </a:schemeClr>
                </a:solidFill>
              </a:rPr>
              <a:t>Scenario</a:t>
            </a:r>
          </a:p>
        </p:txBody>
      </p:sp>
      <p:sp>
        <p:nvSpPr>
          <p:cNvPr id="6" name="TextBox 5">
            <a:extLst>
              <a:ext uri="{FF2B5EF4-FFF2-40B4-BE49-F238E27FC236}">
                <a16:creationId xmlns:a16="http://schemas.microsoft.com/office/drawing/2014/main" id="{560E629C-0F54-48F9-05F9-AD3A12E0702C}"/>
              </a:ext>
            </a:extLst>
          </p:cNvPr>
          <p:cNvSpPr txBox="1"/>
          <p:nvPr/>
        </p:nvSpPr>
        <p:spPr>
          <a:xfrm>
            <a:off x="3215733" y="2224684"/>
            <a:ext cx="6134100" cy="646331"/>
          </a:xfrm>
          <a:prstGeom prst="rect">
            <a:avLst/>
          </a:prstGeom>
          <a:solidFill>
            <a:schemeClr val="bg2"/>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de-DE" b="1" dirty="0"/>
              <a:t>1 </a:t>
            </a:r>
            <a:r>
              <a:rPr lang="de-DE" dirty="0"/>
              <a:t>Test set: benign data + all attack types</a:t>
            </a:r>
          </a:p>
          <a:p>
            <a:r>
              <a:rPr lang="de-DE" dirty="0"/>
              <a:t>Training set: benign data only</a:t>
            </a:r>
          </a:p>
        </p:txBody>
      </p:sp>
      <p:sp>
        <p:nvSpPr>
          <p:cNvPr id="7" name="TextBox 6">
            <a:extLst>
              <a:ext uri="{FF2B5EF4-FFF2-40B4-BE49-F238E27FC236}">
                <a16:creationId xmlns:a16="http://schemas.microsoft.com/office/drawing/2014/main" id="{F0B7C1E8-32D7-9975-109C-575394262554}"/>
              </a:ext>
            </a:extLst>
          </p:cNvPr>
          <p:cNvSpPr txBox="1"/>
          <p:nvPr/>
        </p:nvSpPr>
        <p:spPr>
          <a:xfrm>
            <a:off x="3215733" y="3355763"/>
            <a:ext cx="6134100" cy="646331"/>
          </a:xfrm>
          <a:prstGeom prst="rect">
            <a:avLst/>
          </a:prstGeom>
          <a:solidFill>
            <a:schemeClr val="accent4"/>
          </a:solidFill>
          <a:ln/>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de-DE" b="1" dirty="0"/>
              <a:t>2</a:t>
            </a:r>
            <a:r>
              <a:rPr lang="de-DE" dirty="0"/>
              <a:t> Test set: benign data + all attack types</a:t>
            </a:r>
          </a:p>
          <a:p>
            <a:r>
              <a:rPr lang="de-DE" dirty="0"/>
              <a:t>Training set: benign data + N-2 attack types</a:t>
            </a:r>
          </a:p>
        </p:txBody>
      </p:sp>
      <p:sp>
        <p:nvSpPr>
          <p:cNvPr id="8" name="TextBox 7">
            <a:extLst>
              <a:ext uri="{FF2B5EF4-FFF2-40B4-BE49-F238E27FC236}">
                <a16:creationId xmlns:a16="http://schemas.microsoft.com/office/drawing/2014/main" id="{2A4E7F04-FC44-06BD-6931-A79F6D076215}"/>
              </a:ext>
            </a:extLst>
          </p:cNvPr>
          <p:cNvSpPr txBox="1"/>
          <p:nvPr/>
        </p:nvSpPr>
        <p:spPr>
          <a:xfrm>
            <a:off x="3215733" y="4486842"/>
            <a:ext cx="6134100" cy="646331"/>
          </a:xfrm>
          <a:prstGeom prst="rect">
            <a:avLst/>
          </a:prstGeom>
          <a:solidFill>
            <a:schemeClr val="accent4"/>
          </a:solidFill>
          <a:ln/>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de-DE" b="1" dirty="0"/>
              <a:t>3</a:t>
            </a:r>
            <a:r>
              <a:rPr lang="de-DE" dirty="0"/>
              <a:t> Test set: benign data + all attack types</a:t>
            </a:r>
          </a:p>
          <a:p>
            <a:r>
              <a:rPr lang="de-DE" dirty="0"/>
              <a:t>Training set: benign datas + 1 attack type</a:t>
            </a:r>
          </a:p>
        </p:txBody>
      </p:sp>
      <p:cxnSp>
        <p:nvCxnSpPr>
          <p:cNvPr id="13" name="Straight Connector 12">
            <a:extLst>
              <a:ext uri="{FF2B5EF4-FFF2-40B4-BE49-F238E27FC236}">
                <a16:creationId xmlns:a16="http://schemas.microsoft.com/office/drawing/2014/main" id="{03957756-AC11-20AF-C1A8-7C2973B0765E}"/>
              </a:ext>
            </a:extLst>
          </p:cNvPr>
          <p:cNvCxnSpPr>
            <a:cxnSpLocks/>
            <a:stCxn id="5" idx="3"/>
            <a:endCxn id="6" idx="1"/>
          </p:cNvCxnSpPr>
          <p:nvPr/>
        </p:nvCxnSpPr>
        <p:spPr>
          <a:xfrm flipV="1">
            <a:off x="2348957" y="2547850"/>
            <a:ext cx="866776" cy="1144165"/>
          </a:xfrm>
          <a:prstGeom prst="line">
            <a:avLst/>
          </a:prstGeom>
          <a:ln>
            <a:solidFill>
              <a:schemeClr val="tx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28340A3-F044-797E-81C5-D1FAC172465C}"/>
              </a:ext>
            </a:extLst>
          </p:cNvPr>
          <p:cNvCxnSpPr>
            <a:cxnSpLocks/>
            <a:stCxn id="5" idx="3"/>
            <a:endCxn id="7" idx="1"/>
          </p:cNvCxnSpPr>
          <p:nvPr/>
        </p:nvCxnSpPr>
        <p:spPr>
          <a:xfrm flipV="1">
            <a:off x="2348957" y="3678929"/>
            <a:ext cx="866776" cy="13086"/>
          </a:xfrm>
          <a:prstGeom prst="line">
            <a:avLst/>
          </a:prstGeom>
          <a:ln>
            <a:solidFill>
              <a:schemeClr val="tx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5A3A16F2-3557-1344-0F6D-E72BB13774A5}"/>
              </a:ext>
            </a:extLst>
          </p:cNvPr>
          <p:cNvCxnSpPr>
            <a:cxnSpLocks/>
            <a:stCxn id="5" idx="3"/>
            <a:endCxn id="8" idx="1"/>
          </p:cNvCxnSpPr>
          <p:nvPr/>
        </p:nvCxnSpPr>
        <p:spPr>
          <a:xfrm>
            <a:off x="2348957" y="3692015"/>
            <a:ext cx="866776" cy="1117993"/>
          </a:xfrm>
          <a:prstGeom prst="line">
            <a:avLst/>
          </a:prstGeom>
          <a:ln>
            <a:solidFill>
              <a:schemeClr val="tx1">
                <a:lumMod val="5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75261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E43E0-CC84-BC59-52D8-5B7EDE21CD18}"/>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8E74B72E-497E-DAAD-B070-4FFE314A8952}"/>
              </a:ext>
            </a:extLst>
          </p:cNvPr>
          <p:cNvSpPr>
            <a:spLocks noGrp="1"/>
          </p:cNvSpPr>
          <p:nvPr>
            <p:ph type="dt" sz="half" idx="10"/>
          </p:nvPr>
        </p:nvSpPr>
        <p:spPr/>
        <p:txBody>
          <a:bodyPr/>
          <a:lstStyle/>
          <a:p>
            <a:fld id="{84A3CB57-4E11-482F-8E84-31DEF25EAB09}" type="datetime6">
              <a:rPr lang="en-US" smtClean="0"/>
              <a:t>February 26</a:t>
            </a:fld>
            <a:endParaRPr lang="de-DE" dirty="0"/>
          </a:p>
        </p:txBody>
      </p:sp>
      <p:sp>
        <p:nvSpPr>
          <p:cNvPr id="4" name="Foliennummernplatzhalter 3">
            <a:extLst>
              <a:ext uri="{FF2B5EF4-FFF2-40B4-BE49-F238E27FC236}">
                <a16:creationId xmlns:a16="http://schemas.microsoft.com/office/drawing/2014/main" id="{23A81D41-6C42-F79E-CBD6-4BD13C88CC8C}"/>
              </a:ext>
            </a:extLst>
          </p:cNvPr>
          <p:cNvSpPr>
            <a:spLocks noGrp="1"/>
          </p:cNvSpPr>
          <p:nvPr>
            <p:ph type="sldNum" sz="quarter" idx="12"/>
          </p:nvPr>
        </p:nvSpPr>
        <p:spPr>
          <a:xfrm>
            <a:off x="10494242" y="6019141"/>
            <a:ext cx="757579" cy="180000"/>
          </a:xfrm>
        </p:spPr>
        <p:txBody>
          <a:bodyPr/>
          <a:lstStyle/>
          <a:p>
            <a:fld id="{D3A9EDD9-2578-4372-8132-10947A418667}" type="slidenum">
              <a:rPr lang="de-DE" smtClean="0"/>
              <a:t>26</a:t>
            </a:fld>
            <a:endParaRPr lang="de-DE"/>
          </a:p>
        </p:txBody>
      </p:sp>
      <p:sp>
        <p:nvSpPr>
          <p:cNvPr id="9" name="Titel 8">
            <a:extLst>
              <a:ext uri="{FF2B5EF4-FFF2-40B4-BE49-F238E27FC236}">
                <a16:creationId xmlns:a16="http://schemas.microsoft.com/office/drawing/2014/main" id="{4C4C9F62-BCBB-2D53-38B8-14E81C1A4A75}"/>
              </a:ext>
            </a:extLst>
          </p:cNvPr>
          <p:cNvSpPr>
            <a:spLocks noGrp="1"/>
          </p:cNvSpPr>
          <p:nvPr>
            <p:ph type="title"/>
          </p:nvPr>
        </p:nvSpPr>
        <p:spPr/>
        <p:txBody>
          <a:bodyPr/>
          <a:lstStyle/>
          <a:p>
            <a:r>
              <a:rPr lang="de-DE" dirty="0"/>
              <a:t>Evaluation Strategy 	</a:t>
            </a:r>
          </a:p>
        </p:txBody>
      </p:sp>
      <p:sp>
        <p:nvSpPr>
          <p:cNvPr id="12" name="Textplatzhalter 11">
            <a:extLst>
              <a:ext uri="{FF2B5EF4-FFF2-40B4-BE49-F238E27FC236}">
                <a16:creationId xmlns:a16="http://schemas.microsoft.com/office/drawing/2014/main" id="{B8449108-F00A-58DD-6718-370F85A53620}"/>
              </a:ext>
            </a:extLst>
          </p:cNvPr>
          <p:cNvSpPr>
            <a:spLocks noGrp="1"/>
          </p:cNvSpPr>
          <p:nvPr>
            <p:ph type="body" sz="quarter" idx="14"/>
          </p:nvPr>
        </p:nvSpPr>
        <p:spPr/>
        <p:txBody>
          <a:bodyPr/>
          <a:lstStyle/>
          <a:p>
            <a:r>
              <a:rPr lang="de-DE" dirty="0"/>
              <a:t>K-Folds cross-validation</a:t>
            </a:r>
          </a:p>
        </p:txBody>
      </p:sp>
      <p:sp>
        <p:nvSpPr>
          <p:cNvPr id="86" name="Content Placeholder 2">
            <a:extLst>
              <a:ext uri="{FF2B5EF4-FFF2-40B4-BE49-F238E27FC236}">
                <a16:creationId xmlns:a16="http://schemas.microsoft.com/office/drawing/2014/main" id="{EAF89EB2-E6C2-9609-CB46-736643D21933}"/>
              </a:ext>
            </a:extLst>
          </p:cNvPr>
          <p:cNvSpPr txBox="1">
            <a:spLocks/>
          </p:cNvSpPr>
          <p:nvPr/>
        </p:nvSpPr>
        <p:spPr>
          <a:xfrm>
            <a:off x="371774" y="1079994"/>
            <a:ext cx="10515600" cy="5054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de-DE" sz="2400" i="0" u="none" strike="noStrike" kern="1200" cap="none" spc="0" normalizeH="0" baseline="0" noProof="0" dirty="0">
                <a:ln>
                  <a:noFill/>
                </a:ln>
                <a:effectLst/>
                <a:uLnTx/>
                <a:uFillTx/>
                <a:latin typeface="Aptos" panose="02110004020202020204"/>
                <a:ea typeface="+mn-ea"/>
                <a:cs typeface="+mn-cs"/>
              </a:rPr>
              <a:t>(k=5)</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de-DE" sz="2800" b="0" i="0" u="none" strike="noStrike" kern="1200" cap="none" spc="0" normalizeH="0" baseline="0" noProof="0" dirty="0">
              <a:ln>
                <a:noFill/>
              </a:ln>
              <a:solidFill>
                <a:sysClr val="windowText" lastClr="000000"/>
              </a:solidFill>
              <a:effectLst/>
              <a:uLnTx/>
              <a:uFillTx/>
              <a:latin typeface="Aptos" panose="02110004020202020204"/>
              <a:ea typeface="+mn-ea"/>
              <a:cs typeface="+mn-cs"/>
            </a:endParaRPr>
          </a:p>
        </p:txBody>
      </p:sp>
      <p:graphicFrame>
        <p:nvGraphicFramePr>
          <p:cNvPr id="87" name="Table 86">
            <a:extLst>
              <a:ext uri="{FF2B5EF4-FFF2-40B4-BE49-F238E27FC236}">
                <a16:creationId xmlns:a16="http://schemas.microsoft.com/office/drawing/2014/main" id="{F3E40E4D-6564-752E-BA68-7C660F106C9C}"/>
              </a:ext>
            </a:extLst>
          </p:cNvPr>
          <p:cNvGraphicFramePr>
            <a:graphicFrameLocks noGrp="1"/>
          </p:cNvGraphicFramePr>
          <p:nvPr>
            <p:extLst>
              <p:ext uri="{D42A27DB-BD31-4B8C-83A1-F6EECF244321}">
                <p14:modId xmlns:p14="http://schemas.microsoft.com/office/powerpoint/2010/main" val="382530248"/>
              </p:ext>
            </p:extLst>
          </p:nvPr>
        </p:nvGraphicFramePr>
        <p:xfrm>
          <a:off x="575734" y="1925665"/>
          <a:ext cx="5283200" cy="1828800"/>
        </p:xfrm>
        <a:graphic>
          <a:graphicData uri="http://schemas.openxmlformats.org/drawingml/2006/table">
            <a:tbl>
              <a:tblPr firstRow="1" bandRow="1"/>
              <a:tblGrid>
                <a:gridCol w="1056640">
                  <a:extLst>
                    <a:ext uri="{9D8B030D-6E8A-4147-A177-3AD203B41FA5}">
                      <a16:colId xmlns:a16="http://schemas.microsoft.com/office/drawing/2014/main" val="3897378203"/>
                    </a:ext>
                  </a:extLst>
                </a:gridCol>
                <a:gridCol w="1056640">
                  <a:extLst>
                    <a:ext uri="{9D8B030D-6E8A-4147-A177-3AD203B41FA5}">
                      <a16:colId xmlns:a16="http://schemas.microsoft.com/office/drawing/2014/main" val="134683205"/>
                    </a:ext>
                  </a:extLst>
                </a:gridCol>
                <a:gridCol w="1056640">
                  <a:extLst>
                    <a:ext uri="{9D8B030D-6E8A-4147-A177-3AD203B41FA5}">
                      <a16:colId xmlns:a16="http://schemas.microsoft.com/office/drawing/2014/main" val="3005660490"/>
                    </a:ext>
                  </a:extLst>
                </a:gridCol>
                <a:gridCol w="1056640">
                  <a:extLst>
                    <a:ext uri="{9D8B030D-6E8A-4147-A177-3AD203B41FA5}">
                      <a16:colId xmlns:a16="http://schemas.microsoft.com/office/drawing/2014/main" val="2373539464"/>
                    </a:ext>
                  </a:extLst>
                </a:gridCol>
                <a:gridCol w="1056640">
                  <a:extLst>
                    <a:ext uri="{9D8B030D-6E8A-4147-A177-3AD203B41FA5}">
                      <a16:colId xmlns:a16="http://schemas.microsoft.com/office/drawing/2014/main" val="1707598773"/>
                    </a:ext>
                  </a:extLst>
                </a:gridCol>
              </a:tblGrid>
              <a:tr h="26550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lumMod val="20000"/>
                        <a:lumOff val="80000"/>
                      </a:srgbClr>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lumMod val="20000"/>
                        <a:lumOff val="80000"/>
                      </a:srgbClr>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lumMod val="20000"/>
                        <a:lumOff val="80000"/>
                      </a:srgbClr>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lumMod val="20000"/>
                        <a:lumOff val="80000"/>
                      </a:srgbClr>
                    </a:solidFill>
                  </a:tcPr>
                </a:tc>
                <a:extLst>
                  <a:ext uri="{0D108BD9-81ED-4DB2-BD59-A6C34878D82A}">
                    <a16:rowId xmlns:a16="http://schemas.microsoft.com/office/drawing/2014/main" val="164725720"/>
                  </a:ext>
                </a:extLst>
              </a:tr>
              <a:tr h="315567">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lumMod val="20000"/>
                        <a:lumOff val="8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lumMod val="20000"/>
                        <a:lumOff val="8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lumMod val="20000"/>
                        <a:lumOff val="8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lumMod val="20000"/>
                        <a:lumOff val="80000"/>
                      </a:srgbClr>
                    </a:solidFill>
                  </a:tcPr>
                </a:tc>
                <a:extLst>
                  <a:ext uri="{0D108BD9-81ED-4DB2-BD59-A6C34878D82A}">
                    <a16:rowId xmlns:a16="http://schemas.microsoft.com/office/drawing/2014/main" val="733713150"/>
                  </a:ext>
                </a:extLst>
              </a:tr>
              <a:tr h="2655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lumMod val="20000"/>
                        <a:lumOff val="8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lumMod val="20000"/>
                        <a:lumOff val="8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lumMod val="20000"/>
                        <a:lumOff val="8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483745762"/>
                  </a:ext>
                </a:extLst>
              </a:tr>
              <a:tr h="2655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lumMod val="20000"/>
                        <a:lumOff val="8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lumMod val="20000"/>
                        <a:lumOff val="8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lumMod val="20000"/>
                        <a:lumOff val="8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lumMod val="20000"/>
                        <a:lumOff val="80000"/>
                      </a:srgbClr>
                    </a:solidFill>
                  </a:tcPr>
                </a:tc>
                <a:extLst>
                  <a:ext uri="{0D108BD9-81ED-4DB2-BD59-A6C34878D82A}">
                    <a16:rowId xmlns:a16="http://schemas.microsoft.com/office/drawing/2014/main" val="3773872109"/>
                  </a:ext>
                </a:extLst>
              </a:tr>
              <a:tr h="2655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lumMod val="20000"/>
                        <a:lumOff val="8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lumMod val="20000"/>
                        <a:lumOff val="8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lumMod val="20000"/>
                        <a:lumOff val="8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lumMod val="20000"/>
                        <a:lumOff val="8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1427516838"/>
                  </a:ext>
                </a:extLst>
              </a:tr>
            </a:tbl>
          </a:graphicData>
        </a:graphic>
      </p:graphicFrame>
      <p:graphicFrame>
        <p:nvGraphicFramePr>
          <p:cNvPr id="88" name="Table 87">
            <a:extLst>
              <a:ext uri="{FF2B5EF4-FFF2-40B4-BE49-F238E27FC236}">
                <a16:creationId xmlns:a16="http://schemas.microsoft.com/office/drawing/2014/main" id="{E8C3D47B-863E-DD45-3B8C-326A9EDCFD9D}"/>
              </a:ext>
            </a:extLst>
          </p:cNvPr>
          <p:cNvGraphicFramePr>
            <a:graphicFrameLocks noGrp="1"/>
          </p:cNvGraphicFramePr>
          <p:nvPr>
            <p:extLst>
              <p:ext uri="{D42A27DB-BD31-4B8C-83A1-F6EECF244321}">
                <p14:modId xmlns:p14="http://schemas.microsoft.com/office/powerpoint/2010/main" val="2958232004"/>
              </p:ext>
            </p:extLst>
          </p:nvPr>
        </p:nvGraphicFramePr>
        <p:xfrm>
          <a:off x="575733" y="4327181"/>
          <a:ext cx="5283200" cy="1841806"/>
        </p:xfrm>
        <a:graphic>
          <a:graphicData uri="http://schemas.openxmlformats.org/drawingml/2006/table">
            <a:tbl>
              <a:tblPr firstRow="1" bandRow="1"/>
              <a:tblGrid>
                <a:gridCol w="1056640">
                  <a:extLst>
                    <a:ext uri="{9D8B030D-6E8A-4147-A177-3AD203B41FA5}">
                      <a16:colId xmlns:a16="http://schemas.microsoft.com/office/drawing/2014/main" val="3897378203"/>
                    </a:ext>
                  </a:extLst>
                </a:gridCol>
                <a:gridCol w="1056640">
                  <a:extLst>
                    <a:ext uri="{9D8B030D-6E8A-4147-A177-3AD203B41FA5}">
                      <a16:colId xmlns:a16="http://schemas.microsoft.com/office/drawing/2014/main" val="134683205"/>
                    </a:ext>
                  </a:extLst>
                </a:gridCol>
                <a:gridCol w="1056640">
                  <a:extLst>
                    <a:ext uri="{9D8B030D-6E8A-4147-A177-3AD203B41FA5}">
                      <a16:colId xmlns:a16="http://schemas.microsoft.com/office/drawing/2014/main" val="3005660490"/>
                    </a:ext>
                  </a:extLst>
                </a:gridCol>
                <a:gridCol w="1056640">
                  <a:extLst>
                    <a:ext uri="{9D8B030D-6E8A-4147-A177-3AD203B41FA5}">
                      <a16:colId xmlns:a16="http://schemas.microsoft.com/office/drawing/2014/main" val="2373539464"/>
                    </a:ext>
                  </a:extLst>
                </a:gridCol>
                <a:gridCol w="1056640">
                  <a:extLst>
                    <a:ext uri="{9D8B030D-6E8A-4147-A177-3AD203B41FA5}">
                      <a16:colId xmlns:a16="http://schemas.microsoft.com/office/drawing/2014/main" val="1707598773"/>
                    </a:ext>
                  </a:extLst>
                </a:gridCol>
              </a:tblGrid>
              <a:tr h="341856">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97132">
                        <a:lumMod val="20000"/>
                        <a:lumOff val="80000"/>
                      </a:srgbClr>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97132">
                        <a:lumMod val="20000"/>
                        <a:lumOff val="80000"/>
                      </a:srgbClr>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97132">
                        <a:lumMod val="20000"/>
                        <a:lumOff val="80000"/>
                      </a:srgbClr>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97132">
                        <a:lumMod val="20000"/>
                        <a:lumOff val="80000"/>
                      </a:srgbClr>
                    </a:solidFill>
                  </a:tcPr>
                </a:tc>
                <a:extLst>
                  <a:ext uri="{0D108BD9-81ED-4DB2-BD59-A6C34878D82A}">
                    <a16:rowId xmlns:a16="http://schemas.microsoft.com/office/drawing/2014/main" val="164725720"/>
                  </a:ext>
                </a:extLst>
              </a:tr>
              <a:tr h="378766">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7132">
                        <a:lumMod val="20000"/>
                        <a:lumOff val="8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7132">
                        <a:lumMod val="20000"/>
                        <a:lumOff val="8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7132">
                        <a:lumMod val="20000"/>
                        <a:lumOff val="8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7132">
                        <a:lumMod val="20000"/>
                        <a:lumOff val="80000"/>
                      </a:srgbClr>
                    </a:solidFill>
                  </a:tcPr>
                </a:tc>
                <a:extLst>
                  <a:ext uri="{0D108BD9-81ED-4DB2-BD59-A6C34878D82A}">
                    <a16:rowId xmlns:a16="http://schemas.microsoft.com/office/drawing/2014/main" val="733713150"/>
                  </a:ext>
                </a:extLst>
              </a:tr>
              <a:tr h="341856">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7132">
                        <a:lumMod val="20000"/>
                        <a:lumOff val="8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7132">
                        <a:lumMod val="20000"/>
                        <a:lumOff val="8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7132">
                        <a:lumMod val="20000"/>
                        <a:lumOff val="8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7132">
                        <a:lumMod val="20000"/>
                        <a:lumOff val="80000"/>
                      </a:srgbClr>
                    </a:solidFill>
                  </a:tcPr>
                </a:tc>
                <a:extLst>
                  <a:ext uri="{0D108BD9-81ED-4DB2-BD59-A6C34878D82A}">
                    <a16:rowId xmlns:a16="http://schemas.microsoft.com/office/drawing/2014/main" val="3483745762"/>
                  </a:ext>
                </a:extLst>
              </a:tr>
              <a:tr h="341856">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7132">
                        <a:lumMod val="20000"/>
                        <a:lumOff val="8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7132">
                        <a:lumMod val="20000"/>
                        <a:lumOff val="8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7132">
                        <a:lumMod val="20000"/>
                        <a:lumOff val="8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7132"/>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7132">
                        <a:lumMod val="20000"/>
                        <a:lumOff val="80000"/>
                      </a:srgbClr>
                    </a:solidFill>
                  </a:tcPr>
                </a:tc>
                <a:extLst>
                  <a:ext uri="{0D108BD9-81ED-4DB2-BD59-A6C34878D82A}">
                    <a16:rowId xmlns:a16="http://schemas.microsoft.com/office/drawing/2014/main" val="3773872109"/>
                  </a:ext>
                </a:extLst>
              </a:tr>
              <a:tr h="341856">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7132">
                        <a:lumMod val="20000"/>
                        <a:lumOff val="8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7132">
                        <a:lumMod val="20000"/>
                        <a:lumOff val="8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7132">
                        <a:lumMod val="20000"/>
                        <a:lumOff val="8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7132">
                        <a:lumMod val="20000"/>
                        <a:lumOff val="80000"/>
                      </a:srgbClr>
                    </a:solid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endParaRPr lang="de-DE"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7132"/>
                    </a:solidFill>
                  </a:tcPr>
                </a:tc>
                <a:extLst>
                  <a:ext uri="{0D108BD9-81ED-4DB2-BD59-A6C34878D82A}">
                    <a16:rowId xmlns:a16="http://schemas.microsoft.com/office/drawing/2014/main" val="1427516838"/>
                  </a:ext>
                </a:extLst>
              </a:tr>
            </a:tbl>
          </a:graphicData>
        </a:graphic>
      </p:graphicFrame>
      <p:sp>
        <p:nvSpPr>
          <p:cNvPr id="89" name="TextBox 88">
            <a:extLst>
              <a:ext uri="{FF2B5EF4-FFF2-40B4-BE49-F238E27FC236}">
                <a16:creationId xmlns:a16="http://schemas.microsoft.com/office/drawing/2014/main" id="{8B467CDB-E144-B0A6-5D96-8B61D64BF39A}"/>
              </a:ext>
            </a:extLst>
          </p:cNvPr>
          <p:cNvSpPr txBox="1"/>
          <p:nvPr/>
        </p:nvSpPr>
        <p:spPr>
          <a:xfrm>
            <a:off x="473754" y="3930057"/>
            <a:ext cx="2690124" cy="369332"/>
          </a:xfrm>
          <a:prstGeom prst="rect">
            <a:avLst/>
          </a:prstGeom>
          <a:noFill/>
        </p:spPr>
        <p:txBody>
          <a:bodyPr wrap="square" rtlCol="0">
            <a:spAutoFit/>
          </a:bodyPr>
          <a:lstStyle/>
          <a:p>
            <a:r>
              <a:rPr lang="de-DE" dirty="0">
                <a:solidFill>
                  <a:prstClr val="black"/>
                </a:solidFill>
                <a:latin typeface="Aptos" panose="02110004020202020204"/>
              </a:rPr>
              <a:t>For each attack type:</a:t>
            </a:r>
          </a:p>
        </p:txBody>
      </p:sp>
      <p:sp>
        <p:nvSpPr>
          <p:cNvPr id="90" name="TextBox 89">
            <a:extLst>
              <a:ext uri="{FF2B5EF4-FFF2-40B4-BE49-F238E27FC236}">
                <a16:creationId xmlns:a16="http://schemas.microsoft.com/office/drawing/2014/main" id="{5C5FF84E-977A-18D1-9B75-390C450C2C6A}"/>
              </a:ext>
            </a:extLst>
          </p:cNvPr>
          <p:cNvSpPr txBox="1"/>
          <p:nvPr/>
        </p:nvSpPr>
        <p:spPr>
          <a:xfrm>
            <a:off x="473754" y="1454641"/>
            <a:ext cx="2690124" cy="369332"/>
          </a:xfrm>
          <a:prstGeom prst="rect">
            <a:avLst/>
          </a:prstGeom>
          <a:noFill/>
        </p:spPr>
        <p:txBody>
          <a:bodyPr wrap="square" rtlCol="0">
            <a:spAutoFit/>
          </a:bodyPr>
          <a:lstStyle/>
          <a:p>
            <a:r>
              <a:rPr lang="de-DE" dirty="0">
                <a:solidFill>
                  <a:prstClr val="black"/>
                </a:solidFill>
                <a:latin typeface="Aptos" panose="02110004020202020204"/>
              </a:rPr>
              <a:t>Benign data:</a:t>
            </a:r>
          </a:p>
        </p:txBody>
      </p:sp>
      <p:sp>
        <p:nvSpPr>
          <p:cNvPr id="91" name="TextBox 90">
            <a:extLst>
              <a:ext uri="{FF2B5EF4-FFF2-40B4-BE49-F238E27FC236}">
                <a16:creationId xmlns:a16="http://schemas.microsoft.com/office/drawing/2014/main" id="{44FAF3B6-6EC2-0C9D-4636-089CFA01353C}"/>
              </a:ext>
            </a:extLst>
          </p:cNvPr>
          <p:cNvSpPr txBox="1"/>
          <p:nvPr/>
        </p:nvSpPr>
        <p:spPr>
          <a:xfrm>
            <a:off x="6418887" y="1319193"/>
            <a:ext cx="2690124" cy="923330"/>
          </a:xfrm>
          <a:prstGeom prst="rect">
            <a:avLst/>
          </a:prstGeom>
          <a:noFill/>
        </p:spPr>
        <p:txBody>
          <a:bodyPr wrap="square" rtlCol="0">
            <a:spAutoFit/>
          </a:bodyPr>
          <a:lstStyle/>
          <a:p>
            <a:r>
              <a:rPr lang="de-DE" dirty="0">
                <a:solidFill>
                  <a:prstClr val="black"/>
                </a:solidFill>
                <a:latin typeface="Aptos" panose="02110004020202020204"/>
              </a:rPr>
              <a:t>Test set:</a:t>
            </a:r>
          </a:p>
          <a:p>
            <a:endParaRPr lang="de-DE" dirty="0">
              <a:solidFill>
                <a:prstClr val="black"/>
              </a:solidFill>
              <a:latin typeface="Aptos" panose="02110004020202020204"/>
            </a:endParaRPr>
          </a:p>
          <a:p>
            <a:endParaRPr lang="de-DE" dirty="0">
              <a:solidFill>
                <a:prstClr val="black"/>
              </a:solidFill>
              <a:latin typeface="Aptos" panose="02110004020202020204"/>
            </a:endParaRPr>
          </a:p>
        </p:txBody>
      </p:sp>
      <p:sp>
        <p:nvSpPr>
          <p:cNvPr id="92" name="Rectangle 91">
            <a:extLst>
              <a:ext uri="{FF2B5EF4-FFF2-40B4-BE49-F238E27FC236}">
                <a16:creationId xmlns:a16="http://schemas.microsoft.com/office/drawing/2014/main" id="{593D974C-AB5B-E830-FD48-09D2B815DE80}"/>
              </a:ext>
            </a:extLst>
          </p:cNvPr>
          <p:cNvSpPr/>
          <p:nvPr/>
        </p:nvSpPr>
        <p:spPr>
          <a:xfrm>
            <a:off x="6624156" y="2305600"/>
            <a:ext cx="476723" cy="325585"/>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93" name="Rectangle 92">
            <a:extLst>
              <a:ext uri="{FF2B5EF4-FFF2-40B4-BE49-F238E27FC236}">
                <a16:creationId xmlns:a16="http://schemas.microsoft.com/office/drawing/2014/main" id="{90FC18F7-D986-F3B1-424A-7A8D421E64B9}"/>
              </a:ext>
            </a:extLst>
          </p:cNvPr>
          <p:cNvSpPr/>
          <p:nvPr/>
        </p:nvSpPr>
        <p:spPr>
          <a:xfrm>
            <a:off x="7229937" y="2305600"/>
            <a:ext cx="534012" cy="345855"/>
          </a:xfrm>
          <a:prstGeom prst="rect">
            <a:avLst/>
          </a:prstGeom>
          <a:solidFill>
            <a:srgbClr val="E97132"/>
          </a:solidFill>
          <a:ln w="19050" cap="flat" cmpd="sng" algn="ctr">
            <a:solidFill>
              <a:srgbClr val="E9713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94" name="Rectangle 93">
            <a:extLst>
              <a:ext uri="{FF2B5EF4-FFF2-40B4-BE49-F238E27FC236}">
                <a16:creationId xmlns:a16="http://schemas.microsoft.com/office/drawing/2014/main" id="{B69711A4-CB2E-6DA3-641F-B99CAB9B881F}"/>
              </a:ext>
            </a:extLst>
          </p:cNvPr>
          <p:cNvSpPr/>
          <p:nvPr/>
        </p:nvSpPr>
        <p:spPr>
          <a:xfrm>
            <a:off x="8346179" y="2303630"/>
            <a:ext cx="563352" cy="368985"/>
          </a:xfrm>
          <a:prstGeom prst="rect">
            <a:avLst/>
          </a:prstGeom>
          <a:solidFill>
            <a:srgbClr val="E97132"/>
          </a:solidFill>
          <a:ln w="19050" cap="flat" cmpd="sng" algn="ctr">
            <a:solidFill>
              <a:srgbClr val="E9713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95" name="TextBox 94">
            <a:extLst>
              <a:ext uri="{FF2B5EF4-FFF2-40B4-BE49-F238E27FC236}">
                <a16:creationId xmlns:a16="http://schemas.microsoft.com/office/drawing/2014/main" id="{65A6730C-A088-AA5C-03D9-596D2AD2E100}"/>
              </a:ext>
            </a:extLst>
          </p:cNvPr>
          <p:cNvSpPr txBox="1"/>
          <p:nvPr/>
        </p:nvSpPr>
        <p:spPr>
          <a:xfrm>
            <a:off x="7782828" y="2260279"/>
            <a:ext cx="563351" cy="523220"/>
          </a:xfrm>
          <a:prstGeom prst="rect">
            <a:avLst/>
          </a:prstGeom>
          <a:noFill/>
        </p:spPr>
        <p:txBody>
          <a:bodyPr wrap="square" rtlCol="0">
            <a:spAutoFit/>
          </a:bodyPr>
          <a:lstStyle/>
          <a:p>
            <a:r>
              <a:rPr lang="de-DE" sz="2800" b="1" dirty="0">
                <a:solidFill>
                  <a:prstClr val="black"/>
                </a:solidFill>
                <a:latin typeface="Aptos" panose="02110004020202020204"/>
              </a:rPr>
              <a:t>...</a:t>
            </a:r>
          </a:p>
        </p:txBody>
      </p:sp>
      <p:sp>
        <p:nvSpPr>
          <p:cNvPr id="96" name="Right Brace 95">
            <a:extLst>
              <a:ext uri="{FF2B5EF4-FFF2-40B4-BE49-F238E27FC236}">
                <a16:creationId xmlns:a16="http://schemas.microsoft.com/office/drawing/2014/main" id="{C07F631F-E9F2-C3CB-D987-87229BFE8118}"/>
              </a:ext>
            </a:extLst>
          </p:cNvPr>
          <p:cNvSpPr/>
          <p:nvPr/>
        </p:nvSpPr>
        <p:spPr>
          <a:xfrm rot="16200000">
            <a:off x="7942278" y="1429759"/>
            <a:ext cx="244450" cy="1426448"/>
          </a:xfrm>
          <a:prstGeom prst="rightBrace">
            <a:avLst/>
          </a:prstGeom>
          <a:noFill/>
          <a:ln w="19050" cap="flat" cmpd="sng" algn="ctr">
            <a:solidFill>
              <a:srgbClr val="1560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97" name="TextBox 96">
            <a:extLst>
              <a:ext uri="{FF2B5EF4-FFF2-40B4-BE49-F238E27FC236}">
                <a16:creationId xmlns:a16="http://schemas.microsoft.com/office/drawing/2014/main" id="{060CB061-551F-6BCA-F978-39B9CEDA3F5F}"/>
              </a:ext>
            </a:extLst>
          </p:cNvPr>
          <p:cNvSpPr txBox="1"/>
          <p:nvPr/>
        </p:nvSpPr>
        <p:spPr>
          <a:xfrm>
            <a:off x="9805278" y="3858842"/>
            <a:ext cx="1822546" cy="369332"/>
          </a:xfrm>
          <a:prstGeom prst="rect">
            <a:avLst/>
          </a:prstGeom>
          <a:noFill/>
        </p:spPr>
        <p:txBody>
          <a:bodyPr wrap="square" rtlCol="0">
            <a:spAutoFit/>
          </a:bodyPr>
          <a:lstStyle/>
          <a:p>
            <a:r>
              <a:rPr lang="de-DE" dirty="0">
                <a:solidFill>
                  <a:prstClr val="black"/>
                </a:solidFill>
                <a:latin typeface="Aptos" panose="02110004020202020204"/>
              </a:rPr>
              <a:t>N-2 attack types</a:t>
            </a:r>
          </a:p>
        </p:txBody>
      </p:sp>
      <p:sp>
        <p:nvSpPr>
          <p:cNvPr id="98" name="Rectangle 97">
            <a:extLst>
              <a:ext uri="{FF2B5EF4-FFF2-40B4-BE49-F238E27FC236}">
                <a16:creationId xmlns:a16="http://schemas.microsoft.com/office/drawing/2014/main" id="{32F31358-B1B6-394D-D90F-77B71C4F4781}"/>
              </a:ext>
            </a:extLst>
          </p:cNvPr>
          <p:cNvSpPr/>
          <p:nvPr/>
        </p:nvSpPr>
        <p:spPr>
          <a:xfrm>
            <a:off x="6645101" y="3358499"/>
            <a:ext cx="2638992" cy="365493"/>
          </a:xfrm>
          <a:prstGeom prst="rect">
            <a:avLst/>
          </a:prstGeom>
          <a:solidFill>
            <a:srgbClr val="156082">
              <a:lumMod val="20000"/>
              <a:lumOff val="8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99" name="TextBox 98">
            <a:extLst>
              <a:ext uri="{FF2B5EF4-FFF2-40B4-BE49-F238E27FC236}">
                <a16:creationId xmlns:a16="http://schemas.microsoft.com/office/drawing/2014/main" id="{7904BCA7-E44E-7D29-C65D-546F87883FED}"/>
              </a:ext>
            </a:extLst>
          </p:cNvPr>
          <p:cNvSpPr txBox="1"/>
          <p:nvPr/>
        </p:nvSpPr>
        <p:spPr>
          <a:xfrm>
            <a:off x="6560152" y="2939997"/>
            <a:ext cx="2690124" cy="369332"/>
          </a:xfrm>
          <a:prstGeom prst="rect">
            <a:avLst/>
          </a:prstGeom>
          <a:noFill/>
        </p:spPr>
        <p:txBody>
          <a:bodyPr wrap="square" rtlCol="0">
            <a:spAutoFit/>
          </a:bodyPr>
          <a:lstStyle/>
          <a:p>
            <a:r>
              <a:rPr lang="de-DE" dirty="0">
                <a:solidFill>
                  <a:prstClr val="black"/>
                </a:solidFill>
                <a:latin typeface="Aptos" panose="02110004020202020204"/>
              </a:rPr>
              <a:t>Training set scenario 1:</a:t>
            </a:r>
          </a:p>
        </p:txBody>
      </p:sp>
      <p:sp>
        <p:nvSpPr>
          <p:cNvPr id="100" name="TextBox 99">
            <a:extLst>
              <a:ext uri="{FF2B5EF4-FFF2-40B4-BE49-F238E27FC236}">
                <a16:creationId xmlns:a16="http://schemas.microsoft.com/office/drawing/2014/main" id="{C639A889-C3A6-88A6-8E6A-A37FABF8FF03}"/>
              </a:ext>
            </a:extLst>
          </p:cNvPr>
          <p:cNvSpPr txBox="1"/>
          <p:nvPr/>
        </p:nvSpPr>
        <p:spPr>
          <a:xfrm>
            <a:off x="6560152" y="3981056"/>
            <a:ext cx="5233585" cy="369332"/>
          </a:xfrm>
          <a:prstGeom prst="rect">
            <a:avLst/>
          </a:prstGeom>
          <a:noFill/>
        </p:spPr>
        <p:txBody>
          <a:bodyPr wrap="square">
            <a:spAutoFit/>
          </a:bodyPr>
          <a:lstStyle/>
          <a:p>
            <a:r>
              <a:rPr lang="de-DE" dirty="0">
                <a:solidFill>
                  <a:prstClr val="black"/>
                </a:solidFill>
                <a:latin typeface="Aptos" panose="02110004020202020204"/>
              </a:rPr>
              <a:t>Training set scenario 2:</a:t>
            </a:r>
          </a:p>
        </p:txBody>
      </p:sp>
      <p:sp>
        <p:nvSpPr>
          <p:cNvPr id="101" name="Rectangle 100">
            <a:extLst>
              <a:ext uri="{FF2B5EF4-FFF2-40B4-BE49-F238E27FC236}">
                <a16:creationId xmlns:a16="http://schemas.microsoft.com/office/drawing/2014/main" id="{9F45B609-97D2-ADE7-D61E-6922E7D3715E}"/>
              </a:ext>
            </a:extLst>
          </p:cNvPr>
          <p:cNvSpPr/>
          <p:nvPr/>
        </p:nvSpPr>
        <p:spPr>
          <a:xfrm>
            <a:off x="6725612" y="4560226"/>
            <a:ext cx="2564547" cy="385548"/>
          </a:xfrm>
          <a:prstGeom prst="rect">
            <a:avLst/>
          </a:prstGeom>
          <a:solidFill>
            <a:srgbClr val="156082">
              <a:lumMod val="20000"/>
              <a:lumOff val="8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02" name="Rectangle 101">
            <a:extLst>
              <a:ext uri="{FF2B5EF4-FFF2-40B4-BE49-F238E27FC236}">
                <a16:creationId xmlns:a16="http://schemas.microsoft.com/office/drawing/2014/main" id="{FC7621E8-C48C-716F-AB84-183C5B3929E9}"/>
              </a:ext>
            </a:extLst>
          </p:cNvPr>
          <p:cNvSpPr/>
          <p:nvPr/>
        </p:nvSpPr>
        <p:spPr>
          <a:xfrm>
            <a:off x="9490397" y="4577573"/>
            <a:ext cx="763921" cy="385548"/>
          </a:xfrm>
          <a:prstGeom prst="rect">
            <a:avLst/>
          </a:prstGeom>
          <a:solidFill>
            <a:srgbClr val="E97132">
              <a:lumMod val="20000"/>
              <a:lumOff val="80000"/>
            </a:srgbClr>
          </a:solidFill>
          <a:ln w="19050" cap="flat" cmpd="sng" algn="ctr">
            <a:solidFill>
              <a:srgbClr val="E9713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03" name="Rectangle 102">
            <a:extLst>
              <a:ext uri="{FF2B5EF4-FFF2-40B4-BE49-F238E27FC236}">
                <a16:creationId xmlns:a16="http://schemas.microsoft.com/office/drawing/2014/main" id="{EF6516DA-8C39-AE96-029C-8583B3FD425E}"/>
              </a:ext>
            </a:extLst>
          </p:cNvPr>
          <p:cNvSpPr/>
          <p:nvPr/>
        </p:nvSpPr>
        <p:spPr>
          <a:xfrm>
            <a:off x="10760692" y="4582790"/>
            <a:ext cx="917716" cy="382899"/>
          </a:xfrm>
          <a:prstGeom prst="rect">
            <a:avLst/>
          </a:prstGeom>
          <a:solidFill>
            <a:srgbClr val="E97132">
              <a:lumMod val="20000"/>
              <a:lumOff val="80000"/>
            </a:srgbClr>
          </a:solidFill>
          <a:ln w="19050" cap="flat" cmpd="sng" algn="ctr">
            <a:solidFill>
              <a:srgbClr val="E9713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04" name="Right Brace 103">
            <a:extLst>
              <a:ext uri="{FF2B5EF4-FFF2-40B4-BE49-F238E27FC236}">
                <a16:creationId xmlns:a16="http://schemas.microsoft.com/office/drawing/2014/main" id="{0C6C1128-2D78-38F4-539C-453728D15DD3}"/>
              </a:ext>
            </a:extLst>
          </p:cNvPr>
          <p:cNvSpPr/>
          <p:nvPr/>
        </p:nvSpPr>
        <p:spPr>
          <a:xfrm rot="16200000">
            <a:off x="10434053" y="3168553"/>
            <a:ext cx="252184" cy="2298986"/>
          </a:xfrm>
          <a:prstGeom prst="rightBrace">
            <a:avLst/>
          </a:prstGeom>
          <a:noFill/>
          <a:ln w="19050" cap="flat" cmpd="sng" algn="ctr">
            <a:solidFill>
              <a:srgbClr val="1560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105" name="TextBox 104">
            <a:extLst>
              <a:ext uri="{FF2B5EF4-FFF2-40B4-BE49-F238E27FC236}">
                <a16:creationId xmlns:a16="http://schemas.microsoft.com/office/drawing/2014/main" id="{4B89D259-A6CB-A604-C0EF-5475D7E22EA8}"/>
              </a:ext>
            </a:extLst>
          </p:cNvPr>
          <p:cNvSpPr txBox="1"/>
          <p:nvPr/>
        </p:nvSpPr>
        <p:spPr>
          <a:xfrm>
            <a:off x="7432665" y="1693294"/>
            <a:ext cx="2690124" cy="369332"/>
          </a:xfrm>
          <a:prstGeom prst="rect">
            <a:avLst/>
          </a:prstGeom>
          <a:noFill/>
        </p:spPr>
        <p:txBody>
          <a:bodyPr wrap="square" rtlCol="0">
            <a:spAutoFit/>
          </a:bodyPr>
          <a:lstStyle/>
          <a:p>
            <a:r>
              <a:rPr lang="de-DE" dirty="0">
                <a:solidFill>
                  <a:prstClr val="black"/>
                </a:solidFill>
                <a:latin typeface="Aptos" panose="02110004020202020204"/>
              </a:rPr>
              <a:t>all N attack types</a:t>
            </a:r>
          </a:p>
        </p:txBody>
      </p:sp>
      <p:sp>
        <p:nvSpPr>
          <p:cNvPr id="106" name="TextBox 105">
            <a:extLst>
              <a:ext uri="{FF2B5EF4-FFF2-40B4-BE49-F238E27FC236}">
                <a16:creationId xmlns:a16="http://schemas.microsoft.com/office/drawing/2014/main" id="{09BEF404-2DF0-2693-120E-242687FB5A64}"/>
              </a:ext>
            </a:extLst>
          </p:cNvPr>
          <p:cNvSpPr txBox="1"/>
          <p:nvPr/>
        </p:nvSpPr>
        <p:spPr>
          <a:xfrm>
            <a:off x="10310307" y="4545870"/>
            <a:ext cx="563351" cy="523220"/>
          </a:xfrm>
          <a:prstGeom prst="rect">
            <a:avLst/>
          </a:prstGeom>
          <a:noFill/>
        </p:spPr>
        <p:txBody>
          <a:bodyPr wrap="square" rtlCol="0">
            <a:spAutoFit/>
          </a:bodyPr>
          <a:lstStyle/>
          <a:p>
            <a:r>
              <a:rPr lang="de-DE" sz="2800" b="1" dirty="0">
                <a:solidFill>
                  <a:prstClr val="black"/>
                </a:solidFill>
                <a:latin typeface="Aptos" panose="02110004020202020204"/>
              </a:rPr>
              <a:t>...</a:t>
            </a:r>
          </a:p>
        </p:txBody>
      </p:sp>
      <p:sp>
        <p:nvSpPr>
          <p:cNvPr id="107" name="TextBox 106">
            <a:extLst>
              <a:ext uri="{FF2B5EF4-FFF2-40B4-BE49-F238E27FC236}">
                <a16:creationId xmlns:a16="http://schemas.microsoft.com/office/drawing/2014/main" id="{2B2EC1E7-4CC8-393F-FD42-DDA5EE5EE624}"/>
              </a:ext>
            </a:extLst>
          </p:cNvPr>
          <p:cNvSpPr txBox="1"/>
          <p:nvPr/>
        </p:nvSpPr>
        <p:spPr>
          <a:xfrm>
            <a:off x="6560152" y="5183614"/>
            <a:ext cx="6093724" cy="369332"/>
          </a:xfrm>
          <a:prstGeom prst="rect">
            <a:avLst/>
          </a:prstGeom>
          <a:noFill/>
        </p:spPr>
        <p:txBody>
          <a:bodyPr wrap="square">
            <a:spAutoFit/>
          </a:bodyPr>
          <a:lstStyle/>
          <a:p>
            <a:r>
              <a:rPr lang="de-DE" dirty="0">
                <a:solidFill>
                  <a:prstClr val="black"/>
                </a:solidFill>
                <a:latin typeface="Aptos" panose="02110004020202020204"/>
              </a:rPr>
              <a:t>Training set scenario 3:</a:t>
            </a:r>
          </a:p>
        </p:txBody>
      </p:sp>
      <p:sp>
        <p:nvSpPr>
          <p:cNvPr id="108" name="Rectangle 107">
            <a:extLst>
              <a:ext uri="{FF2B5EF4-FFF2-40B4-BE49-F238E27FC236}">
                <a16:creationId xmlns:a16="http://schemas.microsoft.com/office/drawing/2014/main" id="{EE0A5779-18EA-9322-C108-0E3BA630165C}"/>
              </a:ext>
            </a:extLst>
          </p:cNvPr>
          <p:cNvSpPr/>
          <p:nvPr/>
        </p:nvSpPr>
        <p:spPr>
          <a:xfrm>
            <a:off x="6725612" y="5724601"/>
            <a:ext cx="2558481" cy="423784"/>
          </a:xfrm>
          <a:prstGeom prst="rect">
            <a:avLst/>
          </a:prstGeom>
          <a:solidFill>
            <a:srgbClr val="156082">
              <a:lumMod val="20000"/>
              <a:lumOff val="80000"/>
            </a:srgbClr>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09" name="Rectangle 108">
            <a:extLst>
              <a:ext uri="{FF2B5EF4-FFF2-40B4-BE49-F238E27FC236}">
                <a16:creationId xmlns:a16="http://schemas.microsoft.com/office/drawing/2014/main" id="{A316A8D8-9CBD-820B-BB15-40D3126D6E21}"/>
              </a:ext>
            </a:extLst>
          </p:cNvPr>
          <p:cNvSpPr/>
          <p:nvPr/>
        </p:nvSpPr>
        <p:spPr>
          <a:xfrm>
            <a:off x="9490397" y="5724601"/>
            <a:ext cx="763920" cy="423784"/>
          </a:xfrm>
          <a:prstGeom prst="rect">
            <a:avLst/>
          </a:prstGeom>
          <a:solidFill>
            <a:srgbClr val="E97132">
              <a:lumMod val="20000"/>
              <a:lumOff val="80000"/>
            </a:srgbClr>
          </a:solidFill>
          <a:ln w="19050" cap="flat" cmpd="sng" algn="ctr">
            <a:solidFill>
              <a:srgbClr val="E9713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10" name="TextBox 109">
            <a:extLst>
              <a:ext uri="{FF2B5EF4-FFF2-40B4-BE49-F238E27FC236}">
                <a16:creationId xmlns:a16="http://schemas.microsoft.com/office/drawing/2014/main" id="{2D595314-ADA8-1158-ECCB-4CFE0950CB19}"/>
              </a:ext>
            </a:extLst>
          </p:cNvPr>
          <p:cNvSpPr txBox="1"/>
          <p:nvPr/>
        </p:nvSpPr>
        <p:spPr>
          <a:xfrm>
            <a:off x="9284093" y="5333636"/>
            <a:ext cx="1686371" cy="369332"/>
          </a:xfrm>
          <a:prstGeom prst="rect">
            <a:avLst/>
          </a:prstGeom>
          <a:noFill/>
        </p:spPr>
        <p:txBody>
          <a:bodyPr wrap="square">
            <a:spAutoFit/>
          </a:bodyPr>
          <a:lstStyle/>
          <a:p>
            <a:r>
              <a:rPr lang="de-DE" dirty="0">
                <a:solidFill>
                  <a:prstClr val="black"/>
                </a:solidFill>
                <a:latin typeface="Aptos" panose="02110004020202020204"/>
              </a:rPr>
              <a:t>1 attack type</a:t>
            </a:r>
          </a:p>
        </p:txBody>
      </p:sp>
      <p:sp>
        <p:nvSpPr>
          <p:cNvPr id="3" name="Footer Placeholder 2">
            <a:extLst>
              <a:ext uri="{FF2B5EF4-FFF2-40B4-BE49-F238E27FC236}">
                <a16:creationId xmlns:a16="http://schemas.microsoft.com/office/drawing/2014/main" id="{AB6BA870-5F3A-016D-0288-C641ED6587E8}"/>
              </a:ext>
            </a:extLst>
          </p:cNvPr>
          <p:cNvSpPr>
            <a:spLocks noGrp="1"/>
          </p:cNvSpPr>
          <p:nvPr>
            <p:ph type="ftr" sz="quarter" idx="11"/>
          </p:nvPr>
        </p:nvSpPr>
        <p:spPr/>
        <p:txBody>
          <a:bodyPr/>
          <a:lstStyle/>
          <a:p>
            <a:endParaRPr lang="de-DE" dirty="0"/>
          </a:p>
        </p:txBody>
      </p:sp>
    </p:spTree>
    <p:extLst>
      <p:ext uri="{BB962C8B-B14F-4D97-AF65-F5344CB8AC3E}">
        <p14:creationId xmlns:p14="http://schemas.microsoft.com/office/powerpoint/2010/main" val="38798581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8CB05-C937-7EA4-613A-11BA585D9906}"/>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A447D15C-5C32-F985-DC6A-51D8ED6EA326}"/>
              </a:ext>
            </a:extLst>
          </p:cNvPr>
          <p:cNvSpPr>
            <a:spLocks noGrp="1"/>
          </p:cNvSpPr>
          <p:nvPr>
            <p:ph type="dt" sz="half" idx="10"/>
          </p:nvPr>
        </p:nvSpPr>
        <p:spPr/>
        <p:txBody>
          <a:bodyPr/>
          <a:lstStyle/>
          <a:p>
            <a:fld id="{BB3B46B3-5FBC-4FD5-B04A-D68CAE9A11F0}" type="datetime6">
              <a:rPr lang="en-US" smtClean="0"/>
              <a:t>February 26</a:t>
            </a:fld>
            <a:endParaRPr lang="de-DE" dirty="0"/>
          </a:p>
        </p:txBody>
      </p:sp>
      <p:sp>
        <p:nvSpPr>
          <p:cNvPr id="5" name="Textplatzhalter 4">
            <a:extLst>
              <a:ext uri="{FF2B5EF4-FFF2-40B4-BE49-F238E27FC236}">
                <a16:creationId xmlns:a16="http://schemas.microsoft.com/office/drawing/2014/main" id="{69901D03-C147-0219-85A7-6318726AC57E}"/>
              </a:ext>
            </a:extLst>
          </p:cNvPr>
          <p:cNvSpPr>
            <a:spLocks noGrp="1"/>
          </p:cNvSpPr>
          <p:nvPr>
            <p:ph type="body" sz="quarter" idx="12"/>
          </p:nvPr>
        </p:nvSpPr>
        <p:spPr/>
        <p:txBody>
          <a:bodyPr/>
          <a:lstStyle/>
          <a:p>
            <a:r>
              <a:rPr lang="de-DE" dirty="0"/>
              <a:t>Results</a:t>
            </a:r>
          </a:p>
        </p:txBody>
      </p:sp>
      <p:sp>
        <p:nvSpPr>
          <p:cNvPr id="4" name="Foliennummernplatzhalter 3">
            <a:extLst>
              <a:ext uri="{FF2B5EF4-FFF2-40B4-BE49-F238E27FC236}">
                <a16:creationId xmlns:a16="http://schemas.microsoft.com/office/drawing/2014/main" id="{567FFCAC-7CE4-26C5-13B7-7FC39058DC91}"/>
              </a:ext>
            </a:extLst>
          </p:cNvPr>
          <p:cNvSpPr>
            <a:spLocks noGrp="1"/>
          </p:cNvSpPr>
          <p:nvPr>
            <p:ph type="sldNum" sz="quarter" idx="4294967295"/>
          </p:nvPr>
        </p:nvSpPr>
        <p:spPr>
          <a:xfrm>
            <a:off x="11623675" y="6491288"/>
            <a:ext cx="568325" cy="180975"/>
          </a:xfrm>
          <a:prstGeom prst="rect">
            <a:avLst/>
          </a:prstGeom>
        </p:spPr>
        <p:txBody>
          <a:bodyPr/>
          <a:lstStyle/>
          <a:p>
            <a:fld id="{D3A9EDD9-2578-4372-8132-10947A418667}" type="slidenum">
              <a:rPr lang="de-DE" smtClean="0"/>
              <a:t>27</a:t>
            </a:fld>
            <a:endParaRPr lang="de-DE"/>
          </a:p>
        </p:txBody>
      </p:sp>
      <p:sp>
        <p:nvSpPr>
          <p:cNvPr id="7" name="Text Placeholder 6">
            <a:extLst>
              <a:ext uri="{FF2B5EF4-FFF2-40B4-BE49-F238E27FC236}">
                <a16:creationId xmlns:a16="http://schemas.microsoft.com/office/drawing/2014/main" id="{D455D296-9CCA-FD6E-FF64-41D40E07BBEA}"/>
              </a:ext>
            </a:extLst>
          </p:cNvPr>
          <p:cNvSpPr>
            <a:spLocks noGrp="1"/>
          </p:cNvSpPr>
          <p:nvPr>
            <p:ph type="body" sz="quarter" idx="11"/>
          </p:nvPr>
        </p:nvSpPr>
        <p:spPr/>
        <p:txBody>
          <a:bodyPr/>
          <a:lstStyle/>
          <a:p>
            <a:endParaRPr lang="de-DE" dirty="0"/>
          </a:p>
        </p:txBody>
      </p:sp>
    </p:spTree>
    <p:extLst>
      <p:ext uri="{BB962C8B-B14F-4D97-AF65-F5344CB8AC3E}">
        <p14:creationId xmlns:p14="http://schemas.microsoft.com/office/powerpoint/2010/main" val="8294778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00CFC-5170-7D6F-6328-CF9191EEEA22}"/>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316385FA-7717-A7BA-68AA-955F954CFC6B}"/>
              </a:ext>
            </a:extLst>
          </p:cNvPr>
          <p:cNvSpPr>
            <a:spLocks noGrp="1"/>
          </p:cNvSpPr>
          <p:nvPr>
            <p:ph type="dt" sz="half" idx="10"/>
          </p:nvPr>
        </p:nvSpPr>
        <p:spPr/>
        <p:txBody>
          <a:bodyPr/>
          <a:lstStyle/>
          <a:p>
            <a:fld id="{544F0DBC-1A4C-42BE-8C89-1C515E45D99D}" type="datetime6">
              <a:rPr lang="en-US" smtClean="0"/>
              <a:t>February 26</a:t>
            </a:fld>
            <a:endParaRPr lang="de-DE" dirty="0"/>
          </a:p>
        </p:txBody>
      </p:sp>
      <p:sp>
        <p:nvSpPr>
          <p:cNvPr id="3" name="Fußzeilenplatzhalter 2">
            <a:extLst>
              <a:ext uri="{FF2B5EF4-FFF2-40B4-BE49-F238E27FC236}">
                <a16:creationId xmlns:a16="http://schemas.microsoft.com/office/drawing/2014/main" id="{158031E6-FD95-2D6F-BBA1-026456709A8A}"/>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CE0A10C6-BE32-326E-D091-8C52601B528F}"/>
              </a:ext>
            </a:extLst>
          </p:cNvPr>
          <p:cNvSpPr>
            <a:spLocks noGrp="1"/>
          </p:cNvSpPr>
          <p:nvPr>
            <p:ph type="sldNum" sz="quarter" idx="12"/>
          </p:nvPr>
        </p:nvSpPr>
        <p:spPr/>
        <p:txBody>
          <a:bodyPr/>
          <a:lstStyle/>
          <a:p>
            <a:fld id="{D3A9EDD9-2578-4372-8132-10947A418667}" type="slidenum">
              <a:rPr lang="de-DE" smtClean="0"/>
              <a:t>28</a:t>
            </a:fld>
            <a:endParaRPr lang="de-DE"/>
          </a:p>
        </p:txBody>
      </p:sp>
      <p:sp>
        <p:nvSpPr>
          <p:cNvPr id="11" name="Textplatzhalter 10">
            <a:extLst>
              <a:ext uri="{FF2B5EF4-FFF2-40B4-BE49-F238E27FC236}">
                <a16:creationId xmlns:a16="http://schemas.microsoft.com/office/drawing/2014/main" id="{E844630E-CD0C-186D-EE19-2FB9C7ED325E}"/>
              </a:ext>
            </a:extLst>
          </p:cNvPr>
          <p:cNvSpPr>
            <a:spLocks noGrp="1"/>
          </p:cNvSpPr>
          <p:nvPr>
            <p:ph type="body" idx="13"/>
          </p:nvPr>
        </p:nvSpPr>
        <p:spPr/>
        <p:txBody>
          <a:bodyPr/>
          <a:lstStyle/>
          <a:p>
            <a:r>
              <a:rPr lang="de-DE" dirty="0"/>
              <a:t>Traditional ML Classifiers – F1-Score</a:t>
            </a:r>
          </a:p>
        </p:txBody>
      </p:sp>
      <p:sp>
        <p:nvSpPr>
          <p:cNvPr id="9" name="Titel 8">
            <a:extLst>
              <a:ext uri="{FF2B5EF4-FFF2-40B4-BE49-F238E27FC236}">
                <a16:creationId xmlns:a16="http://schemas.microsoft.com/office/drawing/2014/main" id="{8F4C668A-6B74-E5CC-B75B-AC77E8DEA67F}"/>
              </a:ext>
            </a:extLst>
          </p:cNvPr>
          <p:cNvSpPr>
            <a:spLocks noGrp="1"/>
          </p:cNvSpPr>
          <p:nvPr>
            <p:ph type="title"/>
          </p:nvPr>
        </p:nvSpPr>
        <p:spPr/>
        <p:txBody>
          <a:bodyPr/>
          <a:lstStyle/>
          <a:p>
            <a:r>
              <a:rPr lang="de-DE" dirty="0"/>
              <a:t>Results	</a:t>
            </a:r>
          </a:p>
        </p:txBody>
      </p:sp>
      <p:sp>
        <p:nvSpPr>
          <p:cNvPr id="12" name="Textplatzhalter 11">
            <a:extLst>
              <a:ext uri="{FF2B5EF4-FFF2-40B4-BE49-F238E27FC236}">
                <a16:creationId xmlns:a16="http://schemas.microsoft.com/office/drawing/2014/main" id="{849F3090-C7D2-A9C8-7318-F2EBA663DA82}"/>
              </a:ext>
            </a:extLst>
          </p:cNvPr>
          <p:cNvSpPr>
            <a:spLocks noGrp="1"/>
          </p:cNvSpPr>
          <p:nvPr>
            <p:ph type="body" sz="quarter" idx="14"/>
          </p:nvPr>
        </p:nvSpPr>
        <p:spPr/>
        <p:txBody>
          <a:bodyPr/>
          <a:lstStyle/>
          <a:p>
            <a:endParaRPr lang="de-DE" dirty="0"/>
          </a:p>
        </p:txBody>
      </p:sp>
      <p:pic>
        <p:nvPicPr>
          <p:cNvPr id="5" name="Content Placeholder 4">
            <a:extLst>
              <a:ext uri="{FF2B5EF4-FFF2-40B4-BE49-F238E27FC236}">
                <a16:creationId xmlns:a16="http://schemas.microsoft.com/office/drawing/2014/main" id="{E208AB62-6AE1-3CB6-2285-3A91A37FF7D0}"/>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611896" y="1825625"/>
            <a:ext cx="6968207" cy="4351338"/>
          </a:xfrm>
          <a:prstGeom prst="rect">
            <a:avLst/>
          </a:prstGeom>
        </p:spPr>
      </p:pic>
    </p:spTree>
    <p:extLst>
      <p:ext uri="{BB962C8B-B14F-4D97-AF65-F5344CB8AC3E}">
        <p14:creationId xmlns:p14="http://schemas.microsoft.com/office/powerpoint/2010/main" val="5030458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D50C7-9A2E-3CF2-E43E-C1C8CB04F841}"/>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BD60D036-37CE-B29C-74D9-538F2BA8BB18}"/>
              </a:ext>
            </a:extLst>
          </p:cNvPr>
          <p:cNvSpPr>
            <a:spLocks noGrp="1"/>
          </p:cNvSpPr>
          <p:nvPr>
            <p:ph type="dt" sz="half" idx="10"/>
          </p:nvPr>
        </p:nvSpPr>
        <p:spPr/>
        <p:txBody>
          <a:bodyPr/>
          <a:lstStyle/>
          <a:p>
            <a:fld id="{548EC857-70C8-4447-AF3E-57409E4BB339}" type="datetime6">
              <a:rPr lang="en-US" smtClean="0"/>
              <a:t>February 26</a:t>
            </a:fld>
            <a:endParaRPr lang="de-DE" dirty="0"/>
          </a:p>
        </p:txBody>
      </p:sp>
      <p:sp>
        <p:nvSpPr>
          <p:cNvPr id="3" name="Fußzeilenplatzhalter 2">
            <a:extLst>
              <a:ext uri="{FF2B5EF4-FFF2-40B4-BE49-F238E27FC236}">
                <a16:creationId xmlns:a16="http://schemas.microsoft.com/office/drawing/2014/main" id="{20DE26CF-C41F-92CE-2AF6-D7854580D64C}"/>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659EE409-AD14-04DE-6C9F-61E112BB47CD}"/>
              </a:ext>
            </a:extLst>
          </p:cNvPr>
          <p:cNvSpPr>
            <a:spLocks noGrp="1"/>
          </p:cNvSpPr>
          <p:nvPr>
            <p:ph type="sldNum" sz="quarter" idx="12"/>
          </p:nvPr>
        </p:nvSpPr>
        <p:spPr/>
        <p:txBody>
          <a:bodyPr/>
          <a:lstStyle/>
          <a:p>
            <a:fld id="{D3A9EDD9-2578-4372-8132-10947A418667}" type="slidenum">
              <a:rPr lang="de-DE" smtClean="0"/>
              <a:t>29</a:t>
            </a:fld>
            <a:endParaRPr lang="de-DE"/>
          </a:p>
        </p:txBody>
      </p:sp>
      <p:sp>
        <p:nvSpPr>
          <p:cNvPr id="11" name="Textplatzhalter 10">
            <a:extLst>
              <a:ext uri="{FF2B5EF4-FFF2-40B4-BE49-F238E27FC236}">
                <a16:creationId xmlns:a16="http://schemas.microsoft.com/office/drawing/2014/main" id="{4216D8C9-7A4D-25A7-23E7-CEFEE2DF2075}"/>
              </a:ext>
            </a:extLst>
          </p:cNvPr>
          <p:cNvSpPr>
            <a:spLocks noGrp="1"/>
          </p:cNvSpPr>
          <p:nvPr>
            <p:ph type="body" idx="13"/>
          </p:nvPr>
        </p:nvSpPr>
        <p:spPr/>
        <p:txBody>
          <a:bodyPr/>
          <a:lstStyle/>
          <a:p>
            <a:r>
              <a:rPr lang="de-DE" dirty="0"/>
              <a:t>Ensemble classifiers – F1-Score</a:t>
            </a:r>
          </a:p>
        </p:txBody>
      </p:sp>
      <p:sp>
        <p:nvSpPr>
          <p:cNvPr id="9" name="Titel 8">
            <a:extLst>
              <a:ext uri="{FF2B5EF4-FFF2-40B4-BE49-F238E27FC236}">
                <a16:creationId xmlns:a16="http://schemas.microsoft.com/office/drawing/2014/main" id="{2CB3C516-FC73-82EC-3A83-24F335C3D8B4}"/>
              </a:ext>
            </a:extLst>
          </p:cNvPr>
          <p:cNvSpPr>
            <a:spLocks noGrp="1"/>
          </p:cNvSpPr>
          <p:nvPr>
            <p:ph type="title"/>
          </p:nvPr>
        </p:nvSpPr>
        <p:spPr/>
        <p:txBody>
          <a:bodyPr/>
          <a:lstStyle/>
          <a:p>
            <a:r>
              <a:rPr lang="de-DE" dirty="0"/>
              <a:t>Results	</a:t>
            </a:r>
          </a:p>
        </p:txBody>
      </p:sp>
      <p:sp>
        <p:nvSpPr>
          <p:cNvPr id="12" name="Textplatzhalter 11">
            <a:extLst>
              <a:ext uri="{FF2B5EF4-FFF2-40B4-BE49-F238E27FC236}">
                <a16:creationId xmlns:a16="http://schemas.microsoft.com/office/drawing/2014/main" id="{82EDFABE-11B7-03EC-8B1A-52E98BEF324D}"/>
              </a:ext>
            </a:extLst>
          </p:cNvPr>
          <p:cNvSpPr>
            <a:spLocks noGrp="1"/>
          </p:cNvSpPr>
          <p:nvPr>
            <p:ph type="body" sz="quarter" idx="14"/>
          </p:nvPr>
        </p:nvSpPr>
        <p:spPr/>
        <p:txBody>
          <a:bodyPr/>
          <a:lstStyle/>
          <a:p>
            <a:endParaRPr lang="de-DE" dirty="0"/>
          </a:p>
        </p:txBody>
      </p:sp>
      <p:pic>
        <p:nvPicPr>
          <p:cNvPr id="8" name="Content Placeholder 6">
            <a:extLst>
              <a:ext uri="{FF2B5EF4-FFF2-40B4-BE49-F238E27FC236}">
                <a16:creationId xmlns:a16="http://schemas.microsoft.com/office/drawing/2014/main" id="{4FE616CC-E55B-51EF-0255-4CE3973A5D3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1877" y="2318389"/>
            <a:ext cx="10515600" cy="3120140"/>
          </a:xfrm>
          <a:prstGeom prst="rect">
            <a:avLst/>
          </a:prstGeom>
        </p:spPr>
      </p:pic>
    </p:spTree>
    <p:extLst>
      <p:ext uri="{BB962C8B-B14F-4D97-AF65-F5344CB8AC3E}">
        <p14:creationId xmlns:p14="http://schemas.microsoft.com/office/powerpoint/2010/main" val="38452156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24AA5-348C-51B8-019B-6AB599C13DC3}"/>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A15A9B50-1798-A65C-1360-8150D36434AC}"/>
              </a:ext>
            </a:extLst>
          </p:cNvPr>
          <p:cNvSpPr>
            <a:spLocks noGrp="1"/>
          </p:cNvSpPr>
          <p:nvPr>
            <p:ph type="dt" sz="half" idx="10"/>
          </p:nvPr>
        </p:nvSpPr>
        <p:spPr/>
        <p:txBody>
          <a:bodyPr/>
          <a:lstStyle/>
          <a:p>
            <a:fld id="{CE936532-E911-4C81-A378-314F8B00963C}" type="datetime6">
              <a:rPr lang="en-US" smtClean="0"/>
              <a:t>February 26</a:t>
            </a:fld>
            <a:endParaRPr lang="de-DE" dirty="0"/>
          </a:p>
        </p:txBody>
      </p:sp>
      <p:sp>
        <p:nvSpPr>
          <p:cNvPr id="3" name="Fußzeilenplatzhalter 2">
            <a:extLst>
              <a:ext uri="{FF2B5EF4-FFF2-40B4-BE49-F238E27FC236}">
                <a16:creationId xmlns:a16="http://schemas.microsoft.com/office/drawing/2014/main" id="{EBE12D93-311F-9077-0C66-FA74EA2F8A48}"/>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A4DCF8CD-29F7-4EE9-B1A0-C0CA730C676E}"/>
              </a:ext>
            </a:extLst>
          </p:cNvPr>
          <p:cNvSpPr>
            <a:spLocks noGrp="1"/>
          </p:cNvSpPr>
          <p:nvPr>
            <p:ph type="sldNum" sz="quarter" idx="12"/>
          </p:nvPr>
        </p:nvSpPr>
        <p:spPr/>
        <p:txBody>
          <a:bodyPr/>
          <a:lstStyle/>
          <a:p>
            <a:fld id="{D3A9EDD9-2578-4372-8132-10947A418667}" type="slidenum">
              <a:rPr lang="de-DE" smtClean="0"/>
              <a:t>30</a:t>
            </a:fld>
            <a:endParaRPr lang="de-DE"/>
          </a:p>
        </p:txBody>
      </p:sp>
      <p:sp>
        <p:nvSpPr>
          <p:cNvPr id="11" name="Textplatzhalter 10">
            <a:extLst>
              <a:ext uri="{FF2B5EF4-FFF2-40B4-BE49-F238E27FC236}">
                <a16:creationId xmlns:a16="http://schemas.microsoft.com/office/drawing/2014/main" id="{455EC60B-8959-EF6D-BC8A-1E51ABABF5E6}"/>
              </a:ext>
            </a:extLst>
          </p:cNvPr>
          <p:cNvSpPr>
            <a:spLocks noGrp="1"/>
          </p:cNvSpPr>
          <p:nvPr>
            <p:ph type="body" idx="13"/>
          </p:nvPr>
        </p:nvSpPr>
        <p:spPr/>
        <p:txBody>
          <a:bodyPr/>
          <a:lstStyle/>
          <a:p>
            <a:r>
              <a:rPr lang="en-US" dirty="0"/>
              <a:t>N-Gram, GAN, and SDA - F1-Score</a:t>
            </a:r>
            <a:endParaRPr lang="de-DE" dirty="0"/>
          </a:p>
        </p:txBody>
      </p:sp>
      <p:sp>
        <p:nvSpPr>
          <p:cNvPr id="9" name="Titel 8">
            <a:extLst>
              <a:ext uri="{FF2B5EF4-FFF2-40B4-BE49-F238E27FC236}">
                <a16:creationId xmlns:a16="http://schemas.microsoft.com/office/drawing/2014/main" id="{9B2D6CE5-E9DB-853B-2A2F-B71AABF85F8E}"/>
              </a:ext>
            </a:extLst>
          </p:cNvPr>
          <p:cNvSpPr>
            <a:spLocks noGrp="1"/>
          </p:cNvSpPr>
          <p:nvPr>
            <p:ph type="title"/>
          </p:nvPr>
        </p:nvSpPr>
        <p:spPr/>
        <p:txBody>
          <a:bodyPr/>
          <a:lstStyle/>
          <a:p>
            <a:r>
              <a:rPr lang="de-DE" dirty="0"/>
              <a:t>Results</a:t>
            </a:r>
          </a:p>
        </p:txBody>
      </p:sp>
      <p:sp>
        <p:nvSpPr>
          <p:cNvPr id="12" name="Textplatzhalter 11">
            <a:extLst>
              <a:ext uri="{FF2B5EF4-FFF2-40B4-BE49-F238E27FC236}">
                <a16:creationId xmlns:a16="http://schemas.microsoft.com/office/drawing/2014/main" id="{84C2943B-D13F-0E32-0227-3FCC104C04EE}"/>
              </a:ext>
            </a:extLst>
          </p:cNvPr>
          <p:cNvSpPr>
            <a:spLocks noGrp="1"/>
          </p:cNvSpPr>
          <p:nvPr>
            <p:ph type="body" sz="quarter" idx="14"/>
          </p:nvPr>
        </p:nvSpPr>
        <p:spPr/>
        <p:txBody>
          <a:bodyPr/>
          <a:lstStyle/>
          <a:p>
            <a:endParaRPr lang="de-DE"/>
          </a:p>
        </p:txBody>
      </p:sp>
      <p:pic>
        <p:nvPicPr>
          <p:cNvPr id="5" name="Picture 4">
            <a:extLst>
              <a:ext uri="{FF2B5EF4-FFF2-40B4-BE49-F238E27FC236}">
                <a16:creationId xmlns:a16="http://schemas.microsoft.com/office/drawing/2014/main" id="{36405A23-237E-A573-A67E-F4BD123C239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5399" y="1973680"/>
            <a:ext cx="10540527" cy="3966789"/>
          </a:xfrm>
          <a:prstGeom prst="rect">
            <a:avLst/>
          </a:prstGeom>
        </p:spPr>
      </p:pic>
    </p:spTree>
    <p:extLst>
      <p:ext uri="{BB962C8B-B14F-4D97-AF65-F5344CB8AC3E}">
        <p14:creationId xmlns:p14="http://schemas.microsoft.com/office/powerpoint/2010/main" val="13345182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2183C-4723-9469-AB45-843F6BBA8E3B}"/>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1AC48149-9C13-836B-2CAE-313322EC5C95}"/>
              </a:ext>
            </a:extLst>
          </p:cNvPr>
          <p:cNvSpPr>
            <a:spLocks noGrp="1"/>
          </p:cNvSpPr>
          <p:nvPr>
            <p:ph type="dt" sz="half" idx="10"/>
          </p:nvPr>
        </p:nvSpPr>
        <p:spPr/>
        <p:txBody>
          <a:bodyPr/>
          <a:lstStyle/>
          <a:p>
            <a:fld id="{F9AF1E84-2DA5-45F8-B92F-5FD986545D94}" type="datetime6">
              <a:rPr lang="en-US" smtClean="0"/>
              <a:t>February 26</a:t>
            </a:fld>
            <a:endParaRPr lang="de-DE" dirty="0"/>
          </a:p>
        </p:txBody>
      </p:sp>
      <p:sp>
        <p:nvSpPr>
          <p:cNvPr id="3" name="Fußzeilenplatzhalter 2">
            <a:extLst>
              <a:ext uri="{FF2B5EF4-FFF2-40B4-BE49-F238E27FC236}">
                <a16:creationId xmlns:a16="http://schemas.microsoft.com/office/drawing/2014/main" id="{52C94500-AFB8-9470-FE68-9C5E1B3AE1C8}"/>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5ABB62CB-4436-9C6E-7229-93435918EDA9}"/>
              </a:ext>
            </a:extLst>
          </p:cNvPr>
          <p:cNvSpPr>
            <a:spLocks noGrp="1"/>
          </p:cNvSpPr>
          <p:nvPr>
            <p:ph type="sldNum" sz="quarter" idx="12"/>
          </p:nvPr>
        </p:nvSpPr>
        <p:spPr/>
        <p:txBody>
          <a:bodyPr/>
          <a:lstStyle/>
          <a:p>
            <a:fld id="{D3A9EDD9-2578-4372-8132-10947A418667}" type="slidenum">
              <a:rPr lang="de-DE" smtClean="0"/>
              <a:t>31</a:t>
            </a:fld>
            <a:endParaRPr lang="de-DE"/>
          </a:p>
        </p:txBody>
      </p:sp>
      <p:sp>
        <p:nvSpPr>
          <p:cNvPr id="11" name="Textplatzhalter 10">
            <a:extLst>
              <a:ext uri="{FF2B5EF4-FFF2-40B4-BE49-F238E27FC236}">
                <a16:creationId xmlns:a16="http://schemas.microsoft.com/office/drawing/2014/main" id="{F95BDD61-E340-0684-26F9-D7C72B72DDDC}"/>
              </a:ext>
            </a:extLst>
          </p:cNvPr>
          <p:cNvSpPr>
            <a:spLocks noGrp="1"/>
          </p:cNvSpPr>
          <p:nvPr>
            <p:ph type="body" idx="13"/>
          </p:nvPr>
        </p:nvSpPr>
        <p:spPr/>
        <p:txBody>
          <a:bodyPr/>
          <a:lstStyle/>
          <a:p>
            <a:r>
              <a:rPr lang="en-US" dirty="0"/>
              <a:t>CNN and </a:t>
            </a:r>
            <a:r>
              <a:rPr lang="en-US" dirty="0" err="1"/>
              <a:t>ResNet</a:t>
            </a:r>
            <a:r>
              <a:rPr lang="en-US" dirty="0"/>
              <a:t> – F1-Score</a:t>
            </a:r>
            <a:endParaRPr lang="de-DE" dirty="0"/>
          </a:p>
        </p:txBody>
      </p:sp>
      <p:sp>
        <p:nvSpPr>
          <p:cNvPr id="9" name="Titel 8">
            <a:extLst>
              <a:ext uri="{FF2B5EF4-FFF2-40B4-BE49-F238E27FC236}">
                <a16:creationId xmlns:a16="http://schemas.microsoft.com/office/drawing/2014/main" id="{726C6F13-3F32-6B8D-A7E6-4C45E8AF75FB}"/>
              </a:ext>
            </a:extLst>
          </p:cNvPr>
          <p:cNvSpPr>
            <a:spLocks noGrp="1"/>
          </p:cNvSpPr>
          <p:nvPr>
            <p:ph type="title"/>
          </p:nvPr>
        </p:nvSpPr>
        <p:spPr/>
        <p:txBody>
          <a:bodyPr/>
          <a:lstStyle/>
          <a:p>
            <a:r>
              <a:rPr lang="de-DE" dirty="0"/>
              <a:t>results</a:t>
            </a:r>
          </a:p>
        </p:txBody>
      </p:sp>
      <p:sp>
        <p:nvSpPr>
          <p:cNvPr id="12" name="Textplatzhalter 11">
            <a:extLst>
              <a:ext uri="{FF2B5EF4-FFF2-40B4-BE49-F238E27FC236}">
                <a16:creationId xmlns:a16="http://schemas.microsoft.com/office/drawing/2014/main" id="{73681D46-820D-7D76-B008-1FE8A91A374B}"/>
              </a:ext>
            </a:extLst>
          </p:cNvPr>
          <p:cNvSpPr>
            <a:spLocks noGrp="1"/>
          </p:cNvSpPr>
          <p:nvPr>
            <p:ph type="body" sz="quarter" idx="14"/>
          </p:nvPr>
        </p:nvSpPr>
        <p:spPr/>
        <p:txBody>
          <a:bodyPr/>
          <a:lstStyle/>
          <a:p>
            <a:endParaRPr lang="de-DE"/>
          </a:p>
        </p:txBody>
      </p:sp>
      <p:pic>
        <p:nvPicPr>
          <p:cNvPr id="10" name="Picture 9">
            <a:extLst>
              <a:ext uri="{FF2B5EF4-FFF2-40B4-BE49-F238E27FC236}">
                <a16:creationId xmlns:a16="http://schemas.microsoft.com/office/drawing/2014/main" id="{8ED23996-9921-545C-E612-E34AE23B09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554" y="2373250"/>
            <a:ext cx="11125968" cy="2557338"/>
          </a:xfrm>
          <a:prstGeom prst="rect">
            <a:avLst/>
          </a:prstGeom>
        </p:spPr>
      </p:pic>
    </p:spTree>
    <p:extLst>
      <p:ext uri="{BB962C8B-B14F-4D97-AF65-F5344CB8AC3E}">
        <p14:creationId xmlns:p14="http://schemas.microsoft.com/office/powerpoint/2010/main" val="32167356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164C0-3948-A4D5-CB42-F6118F2624F2}"/>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DE35C41B-4D19-6EE2-809D-9E33C5D14FF6}"/>
              </a:ext>
            </a:extLst>
          </p:cNvPr>
          <p:cNvSpPr>
            <a:spLocks noGrp="1"/>
          </p:cNvSpPr>
          <p:nvPr>
            <p:ph type="dt" sz="half" idx="10"/>
          </p:nvPr>
        </p:nvSpPr>
        <p:spPr/>
        <p:txBody>
          <a:bodyPr/>
          <a:lstStyle/>
          <a:p>
            <a:fld id="{8E8EE2C9-DBC1-4826-BFB1-EBB92160DF12}" type="datetime6">
              <a:rPr lang="en-US" smtClean="0"/>
              <a:t>February 26</a:t>
            </a:fld>
            <a:endParaRPr lang="de-DE" dirty="0"/>
          </a:p>
        </p:txBody>
      </p:sp>
      <p:sp>
        <p:nvSpPr>
          <p:cNvPr id="5" name="Textplatzhalter 4">
            <a:extLst>
              <a:ext uri="{FF2B5EF4-FFF2-40B4-BE49-F238E27FC236}">
                <a16:creationId xmlns:a16="http://schemas.microsoft.com/office/drawing/2014/main" id="{DF5D1166-2D0F-6BC8-F588-A608AD547634}"/>
              </a:ext>
            </a:extLst>
          </p:cNvPr>
          <p:cNvSpPr>
            <a:spLocks noGrp="1"/>
          </p:cNvSpPr>
          <p:nvPr>
            <p:ph type="body" sz="quarter" idx="12"/>
          </p:nvPr>
        </p:nvSpPr>
        <p:spPr/>
        <p:txBody>
          <a:bodyPr/>
          <a:lstStyle/>
          <a:p>
            <a:r>
              <a:rPr lang="de-DE" dirty="0"/>
              <a:t>Summary &amp; Conclusion</a:t>
            </a:r>
          </a:p>
        </p:txBody>
      </p:sp>
      <p:sp>
        <p:nvSpPr>
          <p:cNvPr id="4" name="Foliennummernplatzhalter 3">
            <a:extLst>
              <a:ext uri="{FF2B5EF4-FFF2-40B4-BE49-F238E27FC236}">
                <a16:creationId xmlns:a16="http://schemas.microsoft.com/office/drawing/2014/main" id="{6EF77E58-8AD5-11BD-E0D9-164DE4D60289}"/>
              </a:ext>
            </a:extLst>
          </p:cNvPr>
          <p:cNvSpPr>
            <a:spLocks noGrp="1"/>
          </p:cNvSpPr>
          <p:nvPr>
            <p:ph type="sldNum" sz="quarter" idx="4294967295"/>
          </p:nvPr>
        </p:nvSpPr>
        <p:spPr>
          <a:xfrm>
            <a:off x="11623675" y="6491288"/>
            <a:ext cx="568325" cy="180975"/>
          </a:xfrm>
          <a:prstGeom prst="rect">
            <a:avLst/>
          </a:prstGeom>
        </p:spPr>
        <p:txBody>
          <a:bodyPr/>
          <a:lstStyle/>
          <a:p>
            <a:fld id="{D3A9EDD9-2578-4372-8132-10947A418667}" type="slidenum">
              <a:rPr lang="de-DE" smtClean="0"/>
              <a:t>32</a:t>
            </a:fld>
            <a:endParaRPr lang="de-DE"/>
          </a:p>
        </p:txBody>
      </p:sp>
      <p:sp>
        <p:nvSpPr>
          <p:cNvPr id="7" name="Text Placeholder 6">
            <a:extLst>
              <a:ext uri="{FF2B5EF4-FFF2-40B4-BE49-F238E27FC236}">
                <a16:creationId xmlns:a16="http://schemas.microsoft.com/office/drawing/2014/main" id="{D6B377BC-E539-DEA1-22EF-6676B5DE325A}"/>
              </a:ext>
            </a:extLst>
          </p:cNvPr>
          <p:cNvSpPr>
            <a:spLocks noGrp="1"/>
          </p:cNvSpPr>
          <p:nvPr>
            <p:ph type="body" sz="quarter" idx="11"/>
          </p:nvPr>
        </p:nvSpPr>
        <p:spPr/>
        <p:txBody>
          <a:bodyPr/>
          <a:lstStyle/>
          <a:p>
            <a:endParaRPr lang="de-DE" dirty="0"/>
          </a:p>
        </p:txBody>
      </p:sp>
    </p:spTree>
    <p:extLst>
      <p:ext uri="{BB962C8B-B14F-4D97-AF65-F5344CB8AC3E}">
        <p14:creationId xmlns:p14="http://schemas.microsoft.com/office/powerpoint/2010/main" val="36692855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C87F0-586A-DBA2-3586-0BC5B383959D}"/>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2F537F16-92B0-A34C-6A18-EAC0737B2540}"/>
              </a:ext>
            </a:extLst>
          </p:cNvPr>
          <p:cNvSpPr>
            <a:spLocks noGrp="1"/>
          </p:cNvSpPr>
          <p:nvPr>
            <p:ph type="dt" sz="half" idx="10"/>
          </p:nvPr>
        </p:nvSpPr>
        <p:spPr/>
        <p:txBody>
          <a:bodyPr/>
          <a:lstStyle/>
          <a:p>
            <a:fld id="{385173E7-0C14-46DE-B619-1ACF8921CEF4}" type="datetime6">
              <a:rPr lang="en-US" smtClean="0"/>
              <a:t>February 26</a:t>
            </a:fld>
            <a:endParaRPr lang="de-DE" dirty="0"/>
          </a:p>
        </p:txBody>
      </p:sp>
      <p:sp>
        <p:nvSpPr>
          <p:cNvPr id="3" name="Fußzeilenplatzhalter 2">
            <a:extLst>
              <a:ext uri="{FF2B5EF4-FFF2-40B4-BE49-F238E27FC236}">
                <a16:creationId xmlns:a16="http://schemas.microsoft.com/office/drawing/2014/main" id="{C353F292-74FA-44CF-A513-3830EF1AB74A}"/>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98C0A5C4-C7C7-F5F9-E2C3-496ABA487621}"/>
              </a:ext>
            </a:extLst>
          </p:cNvPr>
          <p:cNvSpPr>
            <a:spLocks noGrp="1"/>
          </p:cNvSpPr>
          <p:nvPr>
            <p:ph type="sldNum" sz="quarter" idx="12"/>
          </p:nvPr>
        </p:nvSpPr>
        <p:spPr/>
        <p:txBody>
          <a:bodyPr/>
          <a:lstStyle/>
          <a:p>
            <a:fld id="{D3A9EDD9-2578-4372-8132-10947A418667}" type="slidenum">
              <a:rPr lang="de-DE" smtClean="0"/>
              <a:t>33</a:t>
            </a:fld>
            <a:endParaRPr lang="de-DE"/>
          </a:p>
        </p:txBody>
      </p:sp>
      <p:sp>
        <p:nvSpPr>
          <p:cNvPr id="9" name="Titel 8">
            <a:extLst>
              <a:ext uri="{FF2B5EF4-FFF2-40B4-BE49-F238E27FC236}">
                <a16:creationId xmlns:a16="http://schemas.microsoft.com/office/drawing/2014/main" id="{ECE68573-0162-45C3-C7AD-1BD5A4F87D96}"/>
              </a:ext>
            </a:extLst>
          </p:cNvPr>
          <p:cNvSpPr>
            <a:spLocks noGrp="1"/>
          </p:cNvSpPr>
          <p:nvPr>
            <p:ph type="title"/>
          </p:nvPr>
        </p:nvSpPr>
        <p:spPr/>
        <p:txBody>
          <a:bodyPr/>
          <a:lstStyle/>
          <a:p>
            <a:r>
              <a:rPr lang="de-DE" dirty="0"/>
              <a:t>Summary &amp; Conclusion</a:t>
            </a:r>
          </a:p>
        </p:txBody>
      </p:sp>
      <p:sp>
        <p:nvSpPr>
          <p:cNvPr id="11" name="TextBox 10">
            <a:extLst>
              <a:ext uri="{FF2B5EF4-FFF2-40B4-BE49-F238E27FC236}">
                <a16:creationId xmlns:a16="http://schemas.microsoft.com/office/drawing/2014/main" id="{C85F613F-AF88-0685-8D5B-6DBDA888D8E2}"/>
              </a:ext>
            </a:extLst>
          </p:cNvPr>
          <p:cNvSpPr txBox="1"/>
          <p:nvPr/>
        </p:nvSpPr>
        <p:spPr>
          <a:xfrm>
            <a:off x="575733" y="1997839"/>
            <a:ext cx="9293412" cy="3139321"/>
          </a:xfrm>
          <a:prstGeom prst="rect">
            <a:avLst/>
          </a:prstGeom>
          <a:noFill/>
        </p:spPr>
        <p:txBody>
          <a:bodyPr wrap="square" rtlCol="0">
            <a:spAutoFit/>
          </a:bodyPr>
          <a:lstStyle/>
          <a:p>
            <a:r>
              <a:rPr lang="de-DE" b="1" dirty="0"/>
              <a:t>Key Findings:</a:t>
            </a:r>
          </a:p>
          <a:p>
            <a:pPr marL="285750" indent="-285750">
              <a:buFont typeface="Arial" panose="020B0604020202020204" pitchFamily="34" charset="0"/>
              <a:buChar char="•"/>
            </a:pPr>
            <a:r>
              <a:rPr lang="de-DE" b="1" dirty="0"/>
              <a:t>Overall best performance: </a:t>
            </a:r>
            <a:r>
              <a:rPr lang="de-DE" dirty="0"/>
              <a:t>SDA, N-Gram, and CNN </a:t>
            </a:r>
          </a:p>
          <a:p>
            <a:pPr marL="285750" indent="-285750">
              <a:buFont typeface="Arial" panose="020B0604020202020204" pitchFamily="34" charset="0"/>
              <a:buChar char="•"/>
            </a:pPr>
            <a:r>
              <a:rPr lang="de-DE" b="1" dirty="0"/>
              <a:t>Overall worst performance: </a:t>
            </a:r>
            <a:r>
              <a:rPr lang="de-DE" dirty="0"/>
              <a:t>GAN and traditional ML classifiers</a:t>
            </a:r>
          </a:p>
          <a:p>
            <a:pPr marL="285750" indent="-285750">
              <a:buFont typeface="Arial" panose="020B0604020202020204" pitchFamily="34" charset="0"/>
              <a:buChar char="•"/>
            </a:pPr>
            <a:r>
              <a:rPr lang="de-DE" b="1" dirty="0"/>
              <a:t>Best data respresentation: </a:t>
            </a:r>
            <a:r>
              <a:rPr lang="de-DE" dirty="0"/>
              <a:t>Raw packet data</a:t>
            </a:r>
          </a:p>
          <a:p>
            <a:pPr marL="285750" indent="-285750">
              <a:buFont typeface="Arial" panose="020B0604020202020204" pitchFamily="34" charset="0"/>
              <a:buChar char="•"/>
            </a:pPr>
            <a:r>
              <a:rPr lang="de-DE" b="1" dirty="0"/>
              <a:t>Worst data representation: </a:t>
            </a:r>
            <a:r>
              <a:rPr lang="de-DE" dirty="0"/>
              <a:t>RE15 (smallest aggregation representation)</a:t>
            </a:r>
          </a:p>
          <a:p>
            <a:pPr marL="285750" indent="-285750">
              <a:buFont typeface="Arial" panose="020B0604020202020204" pitchFamily="34" charset="0"/>
              <a:buChar char="•"/>
            </a:pPr>
            <a:r>
              <a:rPr lang="de-DE" b="1" dirty="0"/>
              <a:t>Impact of reverse engineering (compared to raw): </a:t>
            </a:r>
          </a:p>
          <a:p>
            <a:pPr marL="742950" lvl="1" indent="-285750">
              <a:buFont typeface="Arial" panose="020B0604020202020204" pitchFamily="34" charset="0"/>
              <a:buChar char="•"/>
            </a:pPr>
            <a:r>
              <a:rPr lang="de-DE" dirty="0"/>
              <a:t>Comparable performance for CNN, autoencoder and ResNet </a:t>
            </a:r>
          </a:p>
          <a:p>
            <a:pPr marL="742950" lvl="1" indent="-285750">
              <a:buFont typeface="Arial" panose="020B0604020202020204" pitchFamily="34" charset="0"/>
              <a:buChar char="•"/>
            </a:pPr>
            <a:r>
              <a:rPr lang="de-DE" dirty="0"/>
              <a:t>Moderate performance loss for GAN and N-gram-based detection </a:t>
            </a:r>
          </a:p>
          <a:p>
            <a:pPr marL="742950" lvl="1" indent="-285750">
              <a:buFont typeface="Arial" panose="020B0604020202020204" pitchFamily="34" charset="0"/>
              <a:buChar char="•"/>
            </a:pPr>
            <a:r>
              <a:rPr lang="de-DE" dirty="0"/>
              <a:t>Severe performance loss for traditional ML methods (only approach relying on explicit feature extraction)</a:t>
            </a:r>
            <a:endParaRPr lang="de-DE" b="1" dirty="0"/>
          </a:p>
          <a:p>
            <a:pPr marL="285750" indent="-285750">
              <a:buFont typeface="Arial" panose="020B0604020202020204" pitchFamily="34" charset="0"/>
              <a:buChar char="•"/>
            </a:pPr>
            <a:r>
              <a:rPr lang="de-DE" b="1" dirty="0"/>
              <a:t>Evaluation scenario impact: </a:t>
            </a:r>
            <a:r>
              <a:rPr lang="de-DE" dirty="0"/>
              <a:t>Scenario 3 results in the lowest overall performance</a:t>
            </a:r>
          </a:p>
        </p:txBody>
      </p:sp>
    </p:spTree>
    <p:extLst>
      <p:ext uri="{BB962C8B-B14F-4D97-AF65-F5344CB8AC3E}">
        <p14:creationId xmlns:p14="http://schemas.microsoft.com/office/powerpoint/2010/main" val="39337065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D2FFE-A78B-BADF-FE6E-0B23316D4E72}"/>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27B727BF-379F-2565-5178-445DBEA97660}"/>
              </a:ext>
            </a:extLst>
          </p:cNvPr>
          <p:cNvSpPr>
            <a:spLocks noGrp="1"/>
          </p:cNvSpPr>
          <p:nvPr>
            <p:ph type="dt" sz="half" idx="10"/>
          </p:nvPr>
        </p:nvSpPr>
        <p:spPr/>
        <p:txBody>
          <a:bodyPr/>
          <a:lstStyle/>
          <a:p>
            <a:fld id="{B70DB8C1-9839-4F1D-8CA3-17FEE0124380}" type="datetime6">
              <a:rPr lang="en-US" smtClean="0"/>
              <a:t>February 26</a:t>
            </a:fld>
            <a:endParaRPr lang="de-DE" dirty="0"/>
          </a:p>
        </p:txBody>
      </p:sp>
      <p:sp>
        <p:nvSpPr>
          <p:cNvPr id="3" name="Fußzeilenplatzhalter 2">
            <a:extLst>
              <a:ext uri="{FF2B5EF4-FFF2-40B4-BE49-F238E27FC236}">
                <a16:creationId xmlns:a16="http://schemas.microsoft.com/office/drawing/2014/main" id="{FFB517C3-87CF-B43D-586B-932BB4123970}"/>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EF8E7F41-51B8-C3B1-D560-9329D2EB4C13}"/>
              </a:ext>
            </a:extLst>
          </p:cNvPr>
          <p:cNvSpPr>
            <a:spLocks noGrp="1"/>
          </p:cNvSpPr>
          <p:nvPr>
            <p:ph type="sldNum" sz="quarter" idx="12"/>
          </p:nvPr>
        </p:nvSpPr>
        <p:spPr/>
        <p:txBody>
          <a:bodyPr/>
          <a:lstStyle/>
          <a:p>
            <a:fld id="{D3A9EDD9-2578-4372-8132-10947A418667}" type="slidenum">
              <a:rPr lang="de-DE" smtClean="0"/>
              <a:t>34</a:t>
            </a:fld>
            <a:endParaRPr lang="de-DE"/>
          </a:p>
        </p:txBody>
      </p:sp>
      <p:sp>
        <p:nvSpPr>
          <p:cNvPr id="9" name="Titel 8">
            <a:extLst>
              <a:ext uri="{FF2B5EF4-FFF2-40B4-BE49-F238E27FC236}">
                <a16:creationId xmlns:a16="http://schemas.microsoft.com/office/drawing/2014/main" id="{E60BA8FD-EFC5-4BEC-1642-518B4672BF38}"/>
              </a:ext>
            </a:extLst>
          </p:cNvPr>
          <p:cNvSpPr>
            <a:spLocks noGrp="1"/>
          </p:cNvSpPr>
          <p:nvPr>
            <p:ph type="title"/>
          </p:nvPr>
        </p:nvSpPr>
        <p:spPr/>
        <p:txBody>
          <a:bodyPr/>
          <a:lstStyle/>
          <a:p>
            <a:r>
              <a:rPr lang="de-DE" dirty="0"/>
              <a:t>Summary &amp; Conclusion</a:t>
            </a:r>
          </a:p>
        </p:txBody>
      </p:sp>
      <p:sp>
        <p:nvSpPr>
          <p:cNvPr id="6" name="TextBox 5">
            <a:extLst>
              <a:ext uri="{FF2B5EF4-FFF2-40B4-BE49-F238E27FC236}">
                <a16:creationId xmlns:a16="http://schemas.microsoft.com/office/drawing/2014/main" id="{1D52327D-C82E-8C2E-2414-D9CD77E0C929}"/>
              </a:ext>
            </a:extLst>
          </p:cNvPr>
          <p:cNvSpPr txBox="1"/>
          <p:nvPr/>
        </p:nvSpPr>
        <p:spPr>
          <a:xfrm>
            <a:off x="1017992" y="2240223"/>
            <a:ext cx="8813302" cy="923330"/>
          </a:xfrm>
          <a:prstGeom prst="rect">
            <a:avLst/>
          </a:prstGeom>
          <a:noFill/>
          <a:ln>
            <a:solidFill>
              <a:schemeClr val="tx2"/>
            </a:solidFill>
          </a:ln>
        </p:spPr>
        <p:txBody>
          <a:bodyPr wrap="square">
            <a:spAutoFit/>
          </a:bodyPr>
          <a:lstStyle/>
          <a:p>
            <a:r>
              <a:rPr lang="en-US" b="1" dirty="0">
                <a:solidFill>
                  <a:schemeClr val="tx1">
                    <a:lumMod val="50000"/>
                  </a:schemeClr>
                </a:solidFill>
              </a:rPr>
              <a:t>Main Question:</a:t>
            </a:r>
          </a:p>
          <a:p>
            <a:r>
              <a:rPr lang="en-US" dirty="0">
                <a:solidFill>
                  <a:schemeClr val="tx1">
                    <a:lumMod val="50000"/>
                  </a:schemeClr>
                </a:solidFill>
              </a:rPr>
              <a:t>Can anomaly detection methods be designed to operate without relying on protocol knowledge and achieve good performance on reverse engineered traffic?</a:t>
            </a:r>
          </a:p>
        </p:txBody>
      </p:sp>
      <p:sp>
        <p:nvSpPr>
          <p:cNvPr id="10" name="TextBox 9">
            <a:extLst>
              <a:ext uri="{FF2B5EF4-FFF2-40B4-BE49-F238E27FC236}">
                <a16:creationId xmlns:a16="http://schemas.microsoft.com/office/drawing/2014/main" id="{7597C737-428D-71BF-0946-B8B8917A7AC8}"/>
              </a:ext>
            </a:extLst>
          </p:cNvPr>
          <p:cNvSpPr txBox="1"/>
          <p:nvPr/>
        </p:nvSpPr>
        <p:spPr>
          <a:xfrm>
            <a:off x="575733" y="3875759"/>
            <a:ext cx="10585326" cy="923330"/>
          </a:xfrm>
          <a:prstGeom prst="rect">
            <a:avLst/>
          </a:prstGeom>
          <a:noFill/>
        </p:spPr>
        <p:txBody>
          <a:bodyPr wrap="square">
            <a:spAutoFit/>
          </a:bodyPr>
          <a:lstStyle/>
          <a:p>
            <a:pPr marL="285750" indent="-285750">
              <a:buFont typeface="Arial" panose="020B0604020202020204" pitchFamily="34" charset="0"/>
              <a:buChar char="•"/>
            </a:pPr>
            <a:r>
              <a:rPr lang="en-US" dirty="0"/>
              <a:t>Anomaly detection without protocol knowledge is feasible using raw packets</a:t>
            </a:r>
          </a:p>
          <a:p>
            <a:pPr marL="285750" indent="-285750">
              <a:buFont typeface="Arial" panose="020B0604020202020204" pitchFamily="34" charset="0"/>
              <a:buChar char="•"/>
            </a:pPr>
            <a:r>
              <a:rPr lang="en-US" dirty="0"/>
              <a:t>Reverse engineering compresses packet data by extracting key features and concatenating packets</a:t>
            </a:r>
          </a:p>
          <a:p>
            <a:pPr marL="285750" indent="-285750">
              <a:buFont typeface="Arial" panose="020B0604020202020204" pitchFamily="34" charset="0"/>
              <a:buChar char="•"/>
            </a:pPr>
            <a:r>
              <a:rPr lang="en-US" dirty="0"/>
              <a:t>The resulting runtime gains during training come with method dependent performance trade-offs</a:t>
            </a:r>
          </a:p>
        </p:txBody>
      </p:sp>
    </p:spTree>
    <p:extLst>
      <p:ext uri="{BB962C8B-B14F-4D97-AF65-F5344CB8AC3E}">
        <p14:creationId xmlns:p14="http://schemas.microsoft.com/office/powerpoint/2010/main" val="5869161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331D7-DDA7-6708-F001-8AE2B9AB32E4}"/>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471B56AF-0869-D4BA-0DAC-D20A61D2915A}"/>
              </a:ext>
            </a:extLst>
          </p:cNvPr>
          <p:cNvSpPr>
            <a:spLocks noGrp="1"/>
          </p:cNvSpPr>
          <p:nvPr>
            <p:ph type="dt" sz="half" idx="10"/>
          </p:nvPr>
        </p:nvSpPr>
        <p:spPr/>
        <p:txBody>
          <a:bodyPr/>
          <a:lstStyle/>
          <a:p>
            <a:fld id="{875B2A25-C17B-4184-AC65-BEEE82BE7050}" type="datetime6">
              <a:rPr lang="en-US" smtClean="0"/>
              <a:t>February 26</a:t>
            </a:fld>
            <a:endParaRPr lang="de-DE" dirty="0"/>
          </a:p>
        </p:txBody>
      </p:sp>
      <p:sp>
        <p:nvSpPr>
          <p:cNvPr id="3" name="Fußzeilenplatzhalter 2">
            <a:extLst>
              <a:ext uri="{FF2B5EF4-FFF2-40B4-BE49-F238E27FC236}">
                <a16:creationId xmlns:a16="http://schemas.microsoft.com/office/drawing/2014/main" id="{F6A01656-A398-B522-5F36-2A009AF95565}"/>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9ABF5A20-93C9-7090-BAD5-F325689A5C8F}"/>
              </a:ext>
            </a:extLst>
          </p:cNvPr>
          <p:cNvSpPr>
            <a:spLocks noGrp="1"/>
          </p:cNvSpPr>
          <p:nvPr>
            <p:ph type="sldNum" sz="quarter" idx="12"/>
          </p:nvPr>
        </p:nvSpPr>
        <p:spPr/>
        <p:txBody>
          <a:bodyPr/>
          <a:lstStyle/>
          <a:p>
            <a:fld id="{D3A9EDD9-2578-4372-8132-10947A418667}" type="slidenum">
              <a:rPr lang="de-DE" smtClean="0"/>
              <a:t>35</a:t>
            </a:fld>
            <a:endParaRPr lang="de-DE"/>
          </a:p>
        </p:txBody>
      </p:sp>
      <p:sp>
        <p:nvSpPr>
          <p:cNvPr id="9" name="Titel 8">
            <a:extLst>
              <a:ext uri="{FF2B5EF4-FFF2-40B4-BE49-F238E27FC236}">
                <a16:creationId xmlns:a16="http://schemas.microsoft.com/office/drawing/2014/main" id="{E71C1D76-3425-EF63-04D5-D90788F84651}"/>
              </a:ext>
            </a:extLst>
          </p:cNvPr>
          <p:cNvSpPr>
            <a:spLocks noGrp="1"/>
          </p:cNvSpPr>
          <p:nvPr>
            <p:ph type="title"/>
          </p:nvPr>
        </p:nvSpPr>
        <p:spPr/>
        <p:txBody>
          <a:bodyPr/>
          <a:lstStyle/>
          <a:p>
            <a:r>
              <a:rPr lang="de-DE" dirty="0"/>
              <a:t>Summary &amp; Conclusion</a:t>
            </a:r>
          </a:p>
        </p:txBody>
      </p:sp>
      <p:sp>
        <p:nvSpPr>
          <p:cNvPr id="5" name="TextBox 4">
            <a:extLst>
              <a:ext uri="{FF2B5EF4-FFF2-40B4-BE49-F238E27FC236}">
                <a16:creationId xmlns:a16="http://schemas.microsoft.com/office/drawing/2014/main" id="{C4F5070C-9B72-47D5-C64C-179A5F16E18F}"/>
              </a:ext>
            </a:extLst>
          </p:cNvPr>
          <p:cNvSpPr txBox="1"/>
          <p:nvPr/>
        </p:nvSpPr>
        <p:spPr>
          <a:xfrm>
            <a:off x="575733" y="2565951"/>
            <a:ext cx="10237694" cy="1200329"/>
          </a:xfrm>
          <a:prstGeom prst="rect">
            <a:avLst/>
          </a:prstGeom>
          <a:noFill/>
        </p:spPr>
        <p:txBody>
          <a:bodyPr wrap="square" rtlCol="0">
            <a:spAutoFit/>
          </a:bodyPr>
          <a:lstStyle/>
          <a:p>
            <a:r>
              <a:rPr lang="de-DE" b="1" dirty="0"/>
              <a:t>Future Work:</a:t>
            </a:r>
          </a:p>
          <a:p>
            <a:pPr marL="285750" indent="-285750">
              <a:buFont typeface="Arial" panose="020B0604020202020204" pitchFamily="34" charset="0"/>
              <a:buChar char="•"/>
            </a:pPr>
            <a:r>
              <a:rPr lang="de-DE" dirty="0"/>
              <a:t>Analyse performance of reverse-engineered representation without concatination</a:t>
            </a:r>
          </a:p>
          <a:p>
            <a:pPr marL="285750" indent="-285750">
              <a:buFont typeface="Arial" panose="020B0604020202020204" pitchFamily="34" charset="0"/>
              <a:buChar char="•"/>
            </a:pPr>
            <a:r>
              <a:rPr lang="de-DE" dirty="0"/>
              <a:t>Evaluate alternative feature extraction methods for traditional ML</a:t>
            </a:r>
          </a:p>
          <a:p>
            <a:pPr marL="285750" indent="-285750">
              <a:buFont typeface="Arial" panose="020B0604020202020204" pitchFamily="34" charset="0"/>
              <a:buChar char="•"/>
            </a:pPr>
            <a:r>
              <a:rPr lang="de-DE" dirty="0"/>
              <a:t>Evaluate the approach on datasets from realistic testbeds with less repetitive attack patterns</a:t>
            </a:r>
          </a:p>
        </p:txBody>
      </p:sp>
    </p:spTree>
    <p:extLst>
      <p:ext uri="{BB962C8B-B14F-4D97-AF65-F5344CB8AC3E}">
        <p14:creationId xmlns:p14="http://schemas.microsoft.com/office/powerpoint/2010/main" val="14066946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A904B-A91C-A060-D2B4-B7C02E0A299D}"/>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490E4B01-F8AA-46EC-F1B0-B36CF237FDBE}"/>
              </a:ext>
            </a:extLst>
          </p:cNvPr>
          <p:cNvSpPr>
            <a:spLocks noGrp="1"/>
          </p:cNvSpPr>
          <p:nvPr>
            <p:ph type="dt" sz="half" idx="10"/>
          </p:nvPr>
        </p:nvSpPr>
        <p:spPr/>
        <p:txBody>
          <a:bodyPr/>
          <a:lstStyle/>
          <a:p>
            <a:fld id="{A6208958-E654-4355-B558-C4C10BB408AC}" type="datetime6">
              <a:rPr lang="en-US" smtClean="0"/>
              <a:t>February 26</a:t>
            </a:fld>
            <a:endParaRPr lang="de-DE" dirty="0"/>
          </a:p>
        </p:txBody>
      </p:sp>
      <p:sp>
        <p:nvSpPr>
          <p:cNvPr id="5" name="Textplatzhalter 4">
            <a:extLst>
              <a:ext uri="{FF2B5EF4-FFF2-40B4-BE49-F238E27FC236}">
                <a16:creationId xmlns:a16="http://schemas.microsoft.com/office/drawing/2014/main" id="{C76A55D8-5706-1D57-B129-A5E9126A22AC}"/>
              </a:ext>
            </a:extLst>
          </p:cNvPr>
          <p:cNvSpPr>
            <a:spLocks noGrp="1"/>
          </p:cNvSpPr>
          <p:nvPr>
            <p:ph type="body" sz="quarter" idx="12"/>
          </p:nvPr>
        </p:nvSpPr>
        <p:spPr/>
        <p:txBody>
          <a:bodyPr/>
          <a:lstStyle/>
          <a:p>
            <a:r>
              <a:rPr lang="de-DE" dirty="0"/>
              <a:t>Q&amp;A</a:t>
            </a:r>
          </a:p>
        </p:txBody>
      </p:sp>
      <p:sp>
        <p:nvSpPr>
          <p:cNvPr id="4" name="Foliennummernplatzhalter 3">
            <a:extLst>
              <a:ext uri="{FF2B5EF4-FFF2-40B4-BE49-F238E27FC236}">
                <a16:creationId xmlns:a16="http://schemas.microsoft.com/office/drawing/2014/main" id="{4234B704-7E7F-7D02-561F-360D72CD5C71}"/>
              </a:ext>
            </a:extLst>
          </p:cNvPr>
          <p:cNvSpPr>
            <a:spLocks noGrp="1"/>
          </p:cNvSpPr>
          <p:nvPr>
            <p:ph type="sldNum" sz="quarter" idx="4294967295"/>
          </p:nvPr>
        </p:nvSpPr>
        <p:spPr>
          <a:xfrm>
            <a:off x="11623675" y="6491288"/>
            <a:ext cx="568325" cy="180975"/>
          </a:xfrm>
          <a:prstGeom prst="rect">
            <a:avLst/>
          </a:prstGeom>
        </p:spPr>
        <p:txBody>
          <a:bodyPr/>
          <a:lstStyle/>
          <a:p>
            <a:fld id="{D3A9EDD9-2578-4372-8132-10947A418667}" type="slidenum">
              <a:rPr lang="de-DE" smtClean="0"/>
              <a:t>36</a:t>
            </a:fld>
            <a:endParaRPr lang="de-DE"/>
          </a:p>
        </p:txBody>
      </p:sp>
      <p:sp>
        <p:nvSpPr>
          <p:cNvPr id="7" name="Text Placeholder 6">
            <a:extLst>
              <a:ext uri="{FF2B5EF4-FFF2-40B4-BE49-F238E27FC236}">
                <a16:creationId xmlns:a16="http://schemas.microsoft.com/office/drawing/2014/main" id="{1A55F7D9-EFF6-8DF0-C965-4FC5444CF1AD}"/>
              </a:ext>
            </a:extLst>
          </p:cNvPr>
          <p:cNvSpPr>
            <a:spLocks noGrp="1"/>
          </p:cNvSpPr>
          <p:nvPr>
            <p:ph type="body" sz="quarter" idx="11"/>
          </p:nvPr>
        </p:nvSpPr>
        <p:spPr/>
        <p:txBody>
          <a:bodyPr/>
          <a:lstStyle/>
          <a:p>
            <a:endParaRPr lang="de-DE" dirty="0"/>
          </a:p>
        </p:txBody>
      </p:sp>
    </p:spTree>
    <p:extLst>
      <p:ext uri="{BB962C8B-B14F-4D97-AF65-F5344CB8AC3E}">
        <p14:creationId xmlns:p14="http://schemas.microsoft.com/office/powerpoint/2010/main" val="3759174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1A154-DBE3-8A41-909D-CC41B4219A74}"/>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FABD62C3-7319-0657-F37C-75E11BC56192}"/>
              </a:ext>
            </a:extLst>
          </p:cNvPr>
          <p:cNvSpPr>
            <a:spLocks noGrp="1"/>
          </p:cNvSpPr>
          <p:nvPr>
            <p:ph type="dt" sz="half" idx="10"/>
          </p:nvPr>
        </p:nvSpPr>
        <p:spPr/>
        <p:txBody>
          <a:bodyPr/>
          <a:lstStyle/>
          <a:p>
            <a:fld id="{A6208958-E654-4355-B558-C4C10BB408AC}" type="datetime6">
              <a:rPr lang="en-US" smtClean="0"/>
              <a:t>February 26</a:t>
            </a:fld>
            <a:endParaRPr lang="de-DE" dirty="0"/>
          </a:p>
        </p:txBody>
      </p:sp>
      <p:sp>
        <p:nvSpPr>
          <p:cNvPr id="5" name="Textplatzhalter 4">
            <a:extLst>
              <a:ext uri="{FF2B5EF4-FFF2-40B4-BE49-F238E27FC236}">
                <a16:creationId xmlns:a16="http://schemas.microsoft.com/office/drawing/2014/main" id="{DDCB0EFA-A334-FFE8-095F-D3766AE1BC1F}"/>
              </a:ext>
            </a:extLst>
          </p:cNvPr>
          <p:cNvSpPr>
            <a:spLocks noGrp="1"/>
          </p:cNvSpPr>
          <p:nvPr>
            <p:ph type="body" sz="quarter" idx="12"/>
          </p:nvPr>
        </p:nvSpPr>
        <p:spPr/>
        <p:txBody>
          <a:bodyPr/>
          <a:lstStyle/>
          <a:p>
            <a:r>
              <a:rPr lang="de-DE" dirty="0"/>
              <a:t>Thank you!</a:t>
            </a:r>
          </a:p>
        </p:txBody>
      </p:sp>
      <p:sp>
        <p:nvSpPr>
          <p:cNvPr id="4" name="Foliennummernplatzhalter 3">
            <a:extLst>
              <a:ext uri="{FF2B5EF4-FFF2-40B4-BE49-F238E27FC236}">
                <a16:creationId xmlns:a16="http://schemas.microsoft.com/office/drawing/2014/main" id="{6E0C93CC-9928-29D6-5545-EA8061309DF0}"/>
              </a:ext>
            </a:extLst>
          </p:cNvPr>
          <p:cNvSpPr>
            <a:spLocks noGrp="1"/>
          </p:cNvSpPr>
          <p:nvPr>
            <p:ph type="sldNum" sz="quarter" idx="4294967295"/>
          </p:nvPr>
        </p:nvSpPr>
        <p:spPr>
          <a:xfrm>
            <a:off x="11623675" y="6491288"/>
            <a:ext cx="568325" cy="180975"/>
          </a:xfrm>
          <a:prstGeom prst="rect">
            <a:avLst/>
          </a:prstGeom>
        </p:spPr>
        <p:txBody>
          <a:bodyPr/>
          <a:lstStyle/>
          <a:p>
            <a:fld id="{D3A9EDD9-2578-4372-8132-10947A418667}" type="slidenum">
              <a:rPr lang="de-DE" smtClean="0"/>
              <a:t>37</a:t>
            </a:fld>
            <a:endParaRPr lang="de-DE"/>
          </a:p>
        </p:txBody>
      </p:sp>
      <p:sp>
        <p:nvSpPr>
          <p:cNvPr id="7" name="Text Placeholder 6">
            <a:extLst>
              <a:ext uri="{FF2B5EF4-FFF2-40B4-BE49-F238E27FC236}">
                <a16:creationId xmlns:a16="http://schemas.microsoft.com/office/drawing/2014/main" id="{56B95601-A488-2629-D625-09F301EE19EA}"/>
              </a:ext>
            </a:extLst>
          </p:cNvPr>
          <p:cNvSpPr>
            <a:spLocks noGrp="1"/>
          </p:cNvSpPr>
          <p:nvPr>
            <p:ph type="body" sz="quarter" idx="11"/>
          </p:nvPr>
        </p:nvSpPr>
        <p:spPr/>
        <p:txBody>
          <a:bodyPr/>
          <a:lstStyle/>
          <a:p>
            <a:endParaRPr lang="de-DE" dirty="0"/>
          </a:p>
        </p:txBody>
      </p:sp>
    </p:spTree>
    <p:extLst>
      <p:ext uri="{BB962C8B-B14F-4D97-AF65-F5344CB8AC3E}">
        <p14:creationId xmlns:p14="http://schemas.microsoft.com/office/powerpoint/2010/main" val="19120603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5D1ACBC-25DC-DD09-224B-67659AEA2DF1}"/>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A54C0C8F-5B72-4846-0BAC-5585B8B31A8F}"/>
              </a:ext>
            </a:extLst>
          </p:cNvPr>
          <p:cNvSpPr>
            <a:spLocks noGrp="1"/>
          </p:cNvSpPr>
          <p:nvPr>
            <p:ph type="dt" sz="half" idx="10"/>
          </p:nvPr>
        </p:nvSpPr>
        <p:spPr/>
        <p:txBody>
          <a:bodyPr/>
          <a:lstStyle/>
          <a:p>
            <a:fld id="{F4859CD6-4835-4C5A-B560-DB308C6D3227}" type="datetime6">
              <a:rPr lang="en-US" smtClean="0"/>
              <a:t>February 26</a:t>
            </a:fld>
            <a:endParaRPr lang="de-DE" dirty="0"/>
          </a:p>
        </p:txBody>
      </p:sp>
      <p:sp>
        <p:nvSpPr>
          <p:cNvPr id="3" name="Fußzeilenplatzhalter 2">
            <a:extLst>
              <a:ext uri="{FF2B5EF4-FFF2-40B4-BE49-F238E27FC236}">
                <a16:creationId xmlns:a16="http://schemas.microsoft.com/office/drawing/2014/main" id="{6E483AC7-DAE2-F235-2650-B472E3056152}"/>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6708733F-AB06-42B8-9EF3-702A0DDACA9C}"/>
              </a:ext>
            </a:extLst>
          </p:cNvPr>
          <p:cNvSpPr>
            <a:spLocks noGrp="1"/>
          </p:cNvSpPr>
          <p:nvPr>
            <p:ph type="sldNum" sz="quarter" idx="12"/>
          </p:nvPr>
        </p:nvSpPr>
        <p:spPr/>
        <p:txBody>
          <a:bodyPr/>
          <a:lstStyle/>
          <a:p>
            <a:fld id="{D3A9EDD9-2578-4372-8132-10947A418667}" type="slidenum">
              <a:rPr lang="de-DE" smtClean="0"/>
              <a:t>38</a:t>
            </a:fld>
            <a:endParaRPr lang="de-DE"/>
          </a:p>
        </p:txBody>
      </p:sp>
      <p:sp>
        <p:nvSpPr>
          <p:cNvPr id="9" name="Titel 8">
            <a:extLst>
              <a:ext uri="{FF2B5EF4-FFF2-40B4-BE49-F238E27FC236}">
                <a16:creationId xmlns:a16="http://schemas.microsoft.com/office/drawing/2014/main" id="{1A384359-CBF5-03DB-4D58-3C8FCD236881}"/>
              </a:ext>
            </a:extLst>
          </p:cNvPr>
          <p:cNvSpPr>
            <a:spLocks noGrp="1"/>
          </p:cNvSpPr>
          <p:nvPr>
            <p:ph type="title"/>
          </p:nvPr>
        </p:nvSpPr>
        <p:spPr/>
        <p:txBody>
          <a:bodyPr/>
          <a:lstStyle/>
          <a:p>
            <a:r>
              <a:rPr lang="de-DE" dirty="0"/>
              <a:t>Datasets	</a:t>
            </a:r>
          </a:p>
        </p:txBody>
      </p:sp>
      <p:sp>
        <p:nvSpPr>
          <p:cNvPr id="12" name="Textplatzhalter 11">
            <a:extLst>
              <a:ext uri="{FF2B5EF4-FFF2-40B4-BE49-F238E27FC236}">
                <a16:creationId xmlns:a16="http://schemas.microsoft.com/office/drawing/2014/main" id="{46B42AE3-47E2-00DF-058A-2962A0970BCB}"/>
              </a:ext>
            </a:extLst>
          </p:cNvPr>
          <p:cNvSpPr>
            <a:spLocks noGrp="1"/>
          </p:cNvSpPr>
          <p:nvPr>
            <p:ph type="body" sz="quarter" idx="14"/>
          </p:nvPr>
        </p:nvSpPr>
        <p:spPr/>
        <p:txBody>
          <a:bodyPr/>
          <a:lstStyle/>
          <a:p>
            <a:r>
              <a:rPr lang="de-DE" dirty="0"/>
              <a:t>2017QUTS7Comm – Statistical Analysis</a:t>
            </a:r>
          </a:p>
        </p:txBody>
      </p:sp>
      <p:sp>
        <p:nvSpPr>
          <p:cNvPr id="5" name="TextBox 4">
            <a:extLst>
              <a:ext uri="{FF2B5EF4-FFF2-40B4-BE49-F238E27FC236}">
                <a16:creationId xmlns:a16="http://schemas.microsoft.com/office/drawing/2014/main" id="{11CB3F95-C1C3-84FD-A00D-F4D3F0E34621}"/>
              </a:ext>
            </a:extLst>
          </p:cNvPr>
          <p:cNvSpPr txBox="1"/>
          <p:nvPr/>
        </p:nvSpPr>
        <p:spPr>
          <a:xfrm>
            <a:off x="504955" y="1735246"/>
            <a:ext cx="10147513" cy="923330"/>
          </a:xfrm>
          <a:prstGeom prst="rect">
            <a:avLst/>
          </a:prstGeom>
          <a:noFill/>
        </p:spPr>
        <p:txBody>
          <a:bodyPr wrap="square" rtlCol="0">
            <a:spAutoFit/>
          </a:bodyPr>
          <a:lstStyle/>
          <a:p>
            <a:pPr marL="285750" indent="-285750">
              <a:buFont typeface="Arial" panose="020B0604020202020204" pitchFamily="34" charset="0"/>
              <a:buChar char="•"/>
            </a:pPr>
            <a:r>
              <a:rPr lang="de-DE" dirty="0"/>
              <a:t>Protocols Discovered: 99,8% of traffic is S7Comm </a:t>
            </a:r>
          </a:p>
          <a:p>
            <a:r>
              <a:rPr lang="de-DE" dirty="0"/>
              <a:t>       (other application-layer protocols: </a:t>
            </a:r>
            <a:r>
              <a:rPr lang="en-US" dirty="0"/>
              <a:t>DHCPv6, NBDS, NBNS, NTP, </a:t>
            </a:r>
            <a:r>
              <a:rPr lang="en-US" dirty="0" err="1"/>
              <a:t>llmnr</a:t>
            </a:r>
            <a:r>
              <a:rPr lang="en-US" dirty="0"/>
              <a:t>, </a:t>
            </a:r>
            <a:r>
              <a:rPr lang="en-US" dirty="0" err="1"/>
              <a:t>mDNS</a:t>
            </a:r>
            <a:r>
              <a:rPr lang="de-DE" dirty="0"/>
              <a:t>)</a:t>
            </a:r>
          </a:p>
          <a:p>
            <a:pPr marL="285750" indent="-285750">
              <a:buFont typeface="Arial" panose="020B0604020202020204" pitchFamily="34" charset="0"/>
              <a:buChar char="•"/>
            </a:pPr>
            <a:r>
              <a:rPr lang="de-DE" dirty="0"/>
              <a:t>Longest Packet in Dataset: 466 Bytes</a:t>
            </a:r>
          </a:p>
        </p:txBody>
      </p:sp>
      <p:graphicFrame>
        <p:nvGraphicFramePr>
          <p:cNvPr id="6" name="Table 5">
            <a:extLst>
              <a:ext uri="{FF2B5EF4-FFF2-40B4-BE49-F238E27FC236}">
                <a16:creationId xmlns:a16="http://schemas.microsoft.com/office/drawing/2014/main" id="{A6BB4DD6-D0B2-96C2-3247-D497CFB37790}"/>
              </a:ext>
            </a:extLst>
          </p:cNvPr>
          <p:cNvGraphicFramePr>
            <a:graphicFrameLocks noGrp="1"/>
          </p:cNvGraphicFramePr>
          <p:nvPr>
            <p:extLst>
              <p:ext uri="{D42A27DB-BD31-4B8C-83A1-F6EECF244321}">
                <p14:modId xmlns:p14="http://schemas.microsoft.com/office/powerpoint/2010/main" val="3048494357"/>
              </p:ext>
            </p:extLst>
          </p:nvPr>
        </p:nvGraphicFramePr>
        <p:xfrm>
          <a:off x="930404" y="4071064"/>
          <a:ext cx="4097340" cy="1340366"/>
        </p:xfrm>
        <a:graphic>
          <a:graphicData uri="http://schemas.openxmlformats.org/drawingml/2006/table">
            <a:tbl>
              <a:tblPr firstRow="1" bandRow="1">
                <a:tableStyleId>{5C22544A-7EE6-4342-B048-85BDC9FD1C3A}</a:tableStyleId>
              </a:tblPr>
              <a:tblGrid>
                <a:gridCol w="1024335">
                  <a:extLst>
                    <a:ext uri="{9D8B030D-6E8A-4147-A177-3AD203B41FA5}">
                      <a16:colId xmlns:a16="http://schemas.microsoft.com/office/drawing/2014/main" val="704681760"/>
                    </a:ext>
                  </a:extLst>
                </a:gridCol>
                <a:gridCol w="1024335">
                  <a:extLst>
                    <a:ext uri="{9D8B030D-6E8A-4147-A177-3AD203B41FA5}">
                      <a16:colId xmlns:a16="http://schemas.microsoft.com/office/drawing/2014/main" val="1763242450"/>
                    </a:ext>
                  </a:extLst>
                </a:gridCol>
                <a:gridCol w="1024335">
                  <a:extLst>
                    <a:ext uri="{9D8B030D-6E8A-4147-A177-3AD203B41FA5}">
                      <a16:colId xmlns:a16="http://schemas.microsoft.com/office/drawing/2014/main" val="382673960"/>
                    </a:ext>
                  </a:extLst>
                </a:gridCol>
                <a:gridCol w="1024335">
                  <a:extLst>
                    <a:ext uri="{9D8B030D-6E8A-4147-A177-3AD203B41FA5}">
                      <a16:colId xmlns:a16="http://schemas.microsoft.com/office/drawing/2014/main" val="2133277722"/>
                    </a:ext>
                  </a:extLst>
                </a:gridCol>
              </a:tblGrid>
              <a:tr h="350957">
                <a:tc>
                  <a:txBody>
                    <a:bodyPr/>
                    <a:lstStyle/>
                    <a:p>
                      <a:endParaRPr lang="de-DE" dirty="0"/>
                    </a:p>
                  </a:txBody>
                  <a:tcPr/>
                </a:tc>
                <a:tc>
                  <a:txBody>
                    <a:bodyPr/>
                    <a:lstStyle/>
                    <a:p>
                      <a:r>
                        <a:rPr lang="de-DE" dirty="0"/>
                        <a:t>Mean</a:t>
                      </a:r>
                    </a:p>
                  </a:txBody>
                  <a:tcPr/>
                </a:tc>
                <a:tc>
                  <a:txBody>
                    <a:bodyPr/>
                    <a:lstStyle/>
                    <a:p>
                      <a:r>
                        <a:rPr lang="de-DE" dirty="0"/>
                        <a:t>Std</a:t>
                      </a:r>
                    </a:p>
                  </a:txBody>
                  <a:tcPr/>
                </a:tc>
                <a:tc>
                  <a:txBody>
                    <a:bodyPr/>
                    <a:lstStyle/>
                    <a:p>
                      <a:r>
                        <a:rPr lang="de-DE" dirty="0"/>
                        <a:t>Median</a:t>
                      </a:r>
                    </a:p>
                  </a:txBody>
                  <a:tcPr/>
                </a:tc>
                <a:extLst>
                  <a:ext uri="{0D108BD9-81ED-4DB2-BD59-A6C34878D82A}">
                    <a16:rowId xmlns:a16="http://schemas.microsoft.com/office/drawing/2014/main" val="3661786898"/>
                  </a:ext>
                </a:extLst>
              </a:tr>
              <a:tr h="487303">
                <a:tc>
                  <a:txBody>
                    <a:bodyPr/>
                    <a:lstStyle/>
                    <a:p>
                      <a:r>
                        <a:rPr lang="de-DE" dirty="0"/>
                        <a:t>Normal</a:t>
                      </a:r>
                    </a:p>
                  </a:txBody>
                  <a:tcPr/>
                </a:tc>
                <a:tc>
                  <a:txBody>
                    <a:bodyPr/>
                    <a:lstStyle/>
                    <a:p>
                      <a:r>
                        <a:rPr lang="de-DE" dirty="0"/>
                        <a:t>139</a:t>
                      </a:r>
                    </a:p>
                  </a:txBody>
                  <a:tcPr/>
                </a:tc>
                <a:tc>
                  <a:txBody>
                    <a:bodyPr/>
                    <a:lstStyle/>
                    <a:p>
                      <a:r>
                        <a:rPr lang="de-DE" dirty="0"/>
                        <a:t>88</a:t>
                      </a:r>
                    </a:p>
                  </a:txBody>
                  <a:tcPr/>
                </a:tc>
                <a:tc>
                  <a:txBody>
                    <a:bodyPr/>
                    <a:lstStyle/>
                    <a:p>
                      <a:r>
                        <a:rPr lang="de-DE" dirty="0"/>
                        <a:t>85</a:t>
                      </a:r>
                    </a:p>
                  </a:txBody>
                  <a:tcPr/>
                </a:tc>
                <a:extLst>
                  <a:ext uri="{0D108BD9-81ED-4DB2-BD59-A6C34878D82A}">
                    <a16:rowId xmlns:a16="http://schemas.microsoft.com/office/drawing/2014/main" val="2507084210"/>
                  </a:ext>
                </a:extLst>
              </a:tr>
              <a:tr h="487303">
                <a:tc>
                  <a:txBody>
                    <a:bodyPr/>
                    <a:lstStyle/>
                    <a:p>
                      <a:r>
                        <a:rPr lang="de-DE" dirty="0"/>
                        <a:t>Attack</a:t>
                      </a:r>
                    </a:p>
                  </a:txBody>
                  <a:tcPr/>
                </a:tc>
                <a:tc>
                  <a:txBody>
                    <a:bodyPr/>
                    <a:lstStyle/>
                    <a:p>
                      <a:r>
                        <a:rPr lang="de-DE" dirty="0"/>
                        <a:t>92</a:t>
                      </a:r>
                    </a:p>
                  </a:txBody>
                  <a:tcPr/>
                </a:tc>
                <a:tc>
                  <a:txBody>
                    <a:bodyPr/>
                    <a:lstStyle/>
                    <a:p>
                      <a:r>
                        <a:rPr lang="de-DE" dirty="0"/>
                        <a:t>43</a:t>
                      </a:r>
                    </a:p>
                  </a:txBody>
                  <a:tcPr/>
                </a:tc>
                <a:tc>
                  <a:txBody>
                    <a:bodyPr/>
                    <a:lstStyle/>
                    <a:p>
                      <a:r>
                        <a:rPr lang="de-DE" dirty="0"/>
                        <a:t>83</a:t>
                      </a:r>
                    </a:p>
                  </a:txBody>
                  <a:tcPr/>
                </a:tc>
                <a:extLst>
                  <a:ext uri="{0D108BD9-81ED-4DB2-BD59-A6C34878D82A}">
                    <a16:rowId xmlns:a16="http://schemas.microsoft.com/office/drawing/2014/main" val="1926689087"/>
                  </a:ext>
                </a:extLst>
              </a:tr>
            </a:tbl>
          </a:graphicData>
        </a:graphic>
      </p:graphicFrame>
      <p:graphicFrame>
        <p:nvGraphicFramePr>
          <p:cNvPr id="7" name="Table 6">
            <a:extLst>
              <a:ext uri="{FF2B5EF4-FFF2-40B4-BE49-F238E27FC236}">
                <a16:creationId xmlns:a16="http://schemas.microsoft.com/office/drawing/2014/main" id="{65311DEB-52D2-4E2D-B7E3-0492B67D6E41}"/>
              </a:ext>
            </a:extLst>
          </p:cNvPr>
          <p:cNvGraphicFramePr>
            <a:graphicFrameLocks noGrp="1"/>
          </p:cNvGraphicFramePr>
          <p:nvPr>
            <p:extLst>
              <p:ext uri="{D42A27DB-BD31-4B8C-83A1-F6EECF244321}">
                <p14:modId xmlns:p14="http://schemas.microsoft.com/office/powerpoint/2010/main" val="943109471"/>
              </p:ext>
            </p:extLst>
          </p:nvPr>
        </p:nvGraphicFramePr>
        <p:xfrm>
          <a:off x="6207254" y="4080324"/>
          <a:ext cx="4677404" cy="1347658"/>
        </p:xfrm>
        <a:graphic>
          <a:graphicData uri="http://schemas.openxmlformats.org/drawingml/2006/table">
            <a:tbl>
              <a:tblPr firstRow="1" bandRow="1">
                <a:tableStyleId>{5C22544A-7EE6-4342-B048-85BDC9FD1C3A}</a:tableStyleId>
              </a:tblPr>
              <a:tblGrid>
                <a:gridCol w="1169351">
                  <a:extLst>
                    <a:ext uri="{9D8B030D-6E8A-4147-A177-3AD203B41FA5}">
                      <a16:colId xmlns:a16="http://schemas.microsoft.com/office/drawing/2014/main" val="704681760"/>
                    </a:ext>
                  </a:extLst>
                </a:gridCol>
                <a:gridCol w="1169351">
                  <a:extLst>
                    <a:ext uri="{9D8B030D-6E8A-4147-A177-3AD203B41FA5}">
                      <a16:colId xmlns:a16="http://schemas.microsoft.com/office/drawing/2014/main" val="1763242450"/>
                    </a:ext>
                  </a:extLst>
                </a:gridCol>
                <a:gridCol w="1169351">
                  <a:extLst>
                    <a:ext uri="{9D8B030D-6E8A-4147-A177-3AD203B41FA5}">
                      <a16:colId xmlns:a16="http://schemas.microsoft.com/office/drawing/2014/main" val="382673960"/>
                    </a:ext>
                  </a:extLst>
                </a:gridCol>
                <a:gridCol w="1169351">
                  <a:extLst>
                    <a:ext uri="{9D8B030D-6E8A-4147-A177-3AD203B41FA5}">
                      <a16:colId xmlns:a16="http://schemas.microsoft.com/office/drawing/2014/main" val="2133277722"/>
                    </a:ext>
                  </a:extLst>
                </a:gridCol>
              </a:tblGrid>
              <a:tr h="343665">
                <a:tc>
                  <a:txBody>
                    <a:bodyPr/>
                    <a:lstStyle/>
                    <a:p>
                      <a:endParaRPr lang="de-DE"/>
                    </a:p>
                  </a:txBody>
                  <a:tcPr/>
                </a:tc>
                <a:tc>
                  <a:txBody>
                    <a:bodyPr/>
                    <a:lstStyle/>
                    <a:p>
                      <a:r>
                        <a:rPr lang="de-DE" dirty="0"/>
                        <a:t>Mean</a:t>
                      </a:r>
                    </a:p>
                  </a:txBody>
                  <a:tcPr/>
                </a:tc>
                <a:tc>
                  <a:txBody>
                    <a:bodyPr/>
                    <a:lstStyle/>
                    <a:p>
                      <a:r>
                        <a:rPr lang="de-DE" dirty="0"/>
                        <a:t>Std</a:t>
                      </a:r>
                    </a:p>
                  </a:txBody>
                  <a:tcPr/>
                </a:tc>
                <a:tc>
                  <a:txBody>
                    <a:bodyPr/>
                    <a:lstStyle/>
                    <a:p>
                      <a:r>
                        <a:rPr lang="de-DE" dirty="0"/>
                        <a:t>Median</a:t>
                      </a:r>
                    </a:p>
                  </a:txBody>
                  <a:tcPr/>
                </a:tc>
                <a:extLst>
                  <a:ext uri="{0D108BD9-81ED-4DB2-BD59-A6C34878D82A}">
                    <a16:rowId xmlns:a16="http://schemas.microsoft.com/office/drawing/2014/main" val="3661786898"/>
                  </a:ext>
                </a:extLst>
              </a:tr>
              <a:tr h="490949">
                <a:tc>
                  <a:txBody>
                    <a:bodyPr/>
                    <a:lstStyle/>
                    <a:p>
                      <a:r>
                        <a:rPr lang="de-DE" dirty="0"/>
                        <a:t>Normal</a:t>
                      </a:r>
                    </a:p>
                  </a:txBody>
                  <a:tcPr/>
                </a:tc>
                <a:tc>
                  <a:txBody>
                    <a:bodyPr/>
                    <a:lstStyle/>
                    <a:p>
                      <a:r>
                        <a:rPr lang="de-DE" dirty="0"/>
                        <a:t>0,0762</a:t>
                      </a:r>
                    </a:p>
                  </a:txBody>
                  <a:tcPr/>
                </a:tc>
                <a:tc>
                  <a:txBody>
                    <a:bodyPr/>
                    <a:lstStyle/>
                    <a:p>
                      <a:r>
                        <a:rPr lang="de-DE" dirty="0"/>
                        <a:t>0,2472</a:t>
                      </a:r>
                    </a:p>
                  </a:txBody>
                  <a:tcPr/>
                </a:tc>
                <a:tc>
                  <a:txBody>
                    <a:bodyPr/>
                    <a:lstStyle/>
                    <a:p>
                      <a:r>
                        <a:rPr lang="de-DE" dirty="0"/>
                        <a:t>0,0005</a:t>
                      </a:r>
                    </a:p>
                  </a:txBody>
                  <a:tcPr/>
                </a:tc>
                <a:extLst>
                  <a:ext uri="{0D108BD9-81ED-4DB2-BD59-A6C34878D82A}">
                    <a16:rowId xmlns:a16="http://schemas.microsoft.com/office/drawing/2014/main" val="2507084210"/>
                  </a:ext>
                </a:extLst>
              </a:tr>
              <a:tr h="490949">
                <a:tc>
                  <a:txBody>
                    <a:bodyPr/>
                    <a:lstStyle/>
                    <a:p>
                      <a:r>
                        <a:rPr lang="de-DE" dirty="0"/>
                        <a:t>Attack</a:t>
                      </a:r>
                    </a:p>
                  </a:txBody>
                  <a:tcPr/>
                </a:tc>
                <a:tc>
                  <a:txBody>
                    <a:bodyPr/>
                    <a:lstStyle/>
                    <a:p>
                      <a:r>
                        <a:rPr lang="de-DE" dirty="0"/>
                        <a:t>0,0217</a:t>
                      </a:r>
                    </a:p>
                  </a:txBody>
                  <a:tcPr/>
                </a:tc>
                <a:tc>
                  <a:txBody>
                    <a:bodyPr/>
                    <a:lstStyle/>
                    <a:p>
                      <a:r>
                        <a:rPr lang="de-DE" dirty="0"/>
                        <a:t>4,8411</a:t>
                      </a:r>
                    </a:p>
                  </a:txBody>
                  <a:tcPr/>
                </a:tc>
                <a:tc>
                  <a:txBody>
                    <a:bodyPr/>
                    <a:lstStyle/>
                    <a:p>
                      <a:r>
                        <a:rPr lang="de-DE" dirty="0"/>
                        <a:t>0,0013</a:t>
                      </a:r>
                    </a:p>
                  </a:txBody>
                  <a:tcPr/>
                </a:tc>
                <a:extLst>
                  <a:ext uri="{0D108BD9-81ED-4DB2-BD59-A6C34878D82A}">
                    <a16:rowId xmlns:a16="http://schemas.microsoft.com/office/drawing/2014/main" val="1926689087"/>
                  </a:ext>
                </a:extLst>
              </a:tr>
            </a:tbl>
          </a:graphicData>
        </a:graphic>
      </p:graphicFrame>
      <p:sp>
        <p:nvSpPr>
          <p:cNvPr id="8" name="TextBox 7">
            <a:extLst>
              <a:ext uri="{FF2B5EF4-FFF2-40B4-BE49-F238E27FC236}">
                <a16:creationId xmlns:a16="http://schemas.microsoft.com/office/drawing/2014/main" id="{31DAB5EE-CBCF-85C5-DEE8-4D1E3F3F2C70}"/>
              </a:ext>
            </a:extLst>
          </p:cNvPr>
          <p:cNvSpPr txBox="1"/>
          <p:nvPr/>
        </p:nvSpPr>
        <p:spPr>
          <a:xfrm>
            <a:off x="6140830" y="3484082"/>
            <a:ext cx="6096000" cy="646331"/>
          </a:xfrm>
          <a:prstGeom prst="rect">
            <a:avLst/>
          </a:prstGeom>
          <a:noFill/>
        </p:spPr>
        <p:txBody>
          <a:bodyPr wrap="square">
            <a:spAutoFit/>
          </a:bodyPr>
          <a:lstStyle/>
          <a:p>
            <a:r>
              <a:rPr lang="de-DE" sz="1800" dirty="0">
                <a:latin typeface="Abadi" panose="020F0502020204030204" pitchFamily="34" charset="0"/>
              </a:rPr>
              <a:t>Inter Arrival Time (in one communication Session)</a:t>
            </a:r>
          </a:p>
          <a:p>
            <a:r>
              <a:rPr lang="de-DE" sz="1800" dirty="0">
                <a:latin typeface="Abadi" panose="020F0502020204030204" pitchFamily="34" charset="0"/>
              </a:rPr>
              <a:t>S7Comm:</a:t>
            </a:r>
          </a:p>
        </p:txBody>
      </p:sp>
      <p:sp>
        <p:nvSpPr>
          <p:cNvPr id="13" name="TextBox 12">
            <a:extLst>
              <a:ext uri="{FF2B5EF4-FFF2-40B4-BE49-F238E27FC236}">
                <a16:creationId xmlns:a16="http://schemas.microsoft.com/office/drawing/2014/main" id="{FF4923D8-22CC-D77C-2D7E-78D348E61CAA}"/>
              </a:ext>
            </a:extLst>
          </p:cNvPr>
          <p:cNvSpPr txBox="1"/>
          <p:nvPr/>
        </p:nvSpPr>
        <p:spPr>
          <a:xfrm>
            <a:off x="866904" y="3622582"/>
            <a:ext cx="2628901" cy="369332"/>
          </a:xfrm>
          <a:prstGeom prst="rect">
            <a:avLst/>
          </a:prstGeom>
          <a:noFill/>
        </p:spPr>
        <p:txBody>
          <a:bodyPr wrap="square">
            <a:spAutoFit/>
          </a:bodyPr>
          <a:lstStyle/>
          <a:p>
            <a:r>
              <a:rPr lang="de-DE" sz="1800" dirty="0">
                <a:latin typeface="Abadi" panose="020F0502020204030204" pitchFamily="34" charset="0"/>
              </a:rPr>
              <a:t>Frame Length S7Comm:</a:t>
            </a:r>
          </a:p>
        </p:txBody>
      </p:sp>
    </p:spTree>
    <p:extLst>
      <p:ext uri="{BB962C8B-B14F-4D97-AF65-F5344CB8AC3E}">
        <p14:creationId xmlns:p14="http://schemas.microsoft.com/office/powerpoint/2010/main" val="33463075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3B5485-80E2-A1A6-E3B9-87F96BD26061}"/>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5D648B22-F79F-CC1C-ABEE-FEB5CD89C31B}"/>
              </a:ext>
            </a:extLst>
          </p:cNvPr>
          <p:cNvSpPr>
            <a:spLocks noGrp="1"/>
          </p:cNvSpPr>
          <p:nvPr>
            <p:ph type="dt" sz="half" idx="10"/>
          </p:nvPr>
        </p:nvSpPr>
        <p:spPr/>
        <p:txBody>
          <a:bodyPr/>
          <a:lstStyle/>
          <a:p>
            <a:fld id="{41855EBA-669C-4B96-96DD-793A00CBAC90}" type="datetime6">
              <a:rPr lang="en-US" smtClean="0"/>
              <a:t>February 26</a:t>
            </a:fld>
            <a:endParaRPr lang="de-DE" dirty="0"/>
          </a:p>
        </p:txBody>
      </p:sp>
      <p:sp>
        <p:nvSpPr>
          <p:cNvPr id="3" name="Fußzeilenplatzhalter 2">
            <a:extLst>
              <a:ext uri="{FF2B5EF4-FFF2-40B4-BE49-F238E27FC236}">
                <a16:creationId xmlns:a16="http://schemas.microsoft.com/office/drawing/2014/main" id="{18034B22-71A2-0ADD-FBB7-025C66F51DE5}"/>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5F41BF01-FD4F-E065-4C73-CEDCD49350F1}"/>
              </a:ext>
            </a:extLst>
          </p:cNvPr>
          <p:cNvSpPr>
            <a:spLocks noGrp="1"/>
          </p:cNvSpPr>
          <p:nvPr>
            <p:ph type="sldNum" sz="quarter" idx="12"/>
          </p:nvPr>
        </p:nvSpPr>
        <p:spPr/>
        <p:txBody>
          <a:bodyPr/>
          <a:lstStyle/>
          <a:p>
            <a:fld id="{D3A9EDD9-2578-4372-8132-10947A418667}" type="slidenum">
              <a:rPr lang="de-DE" smtClean="0"/>
              <a:t>39</a:t>
            </a:fld>
            <a:endParaRPr lang="de-DE"/>
          </a:p>
        </p:txBody>
      </p:sp>
      <p:sp>
        <p:nvSpPr>
          <p:cNvPr id="9" name="Titel 8">
            <a:extLst>
              <a:ext uri="{FF2B5EF4-FFF2-40B4-BE49-F238E27FC236}">
                <a16:creationId xmlns:a16="http://schemas.microsoft.com/office/drawing/2014/main" id="{C8CFDA55-7292-4233-6A06-8AFDECC605AD}"/>
              </a:ext>
            </a:extLst>
          </p:cNvPr>
          <p:cNvSpPr>
            <a:spLocks noGrp="1"/>
          </p:cNvSpPr>
          <p:nvPr>
            <p:ph type="title"/>
          </p:nvPr>
        </p:nvSpPr>
        <p:spPr>
          <a:xfrm>
            <a:off x="575733" y="588491"/>
            <a:ext cx="7680853" cy="304699"/>
          </a:xfrm>
        </p:spPr>
        <p:txBody>
          <a:bodyPr/>
          <a:lstStyle/>
          <a:p>
            <a:r>
              <a:rPr lang="de-DE" dirty="0"/>
              <a:t>Stacked Denoising Autoencoder</a:t>
            </a:r>
          </a:p>
        </p:txBody>
      </p:sp>
      <p:sp>
        <p:nvSpPr>
          <p:cNvPr id="13" name="PlaceHolder 2">
            <a:extLst>
              <a:ext uri="{FF2B5EF4-FFF2-40B4-BE49-F238E27FC236}">
                <a16:creationId xmlns:a16="http://schemas.microsoft.com/office/drawing/2014/main" id="{9F4274BD-1DB3-3AE2-AA8B-0EF15B9B031D}"/>
              </a:ext>
            </a:extLst>
          </p:cNvPr>
          <p:cNvSpPr txBox="1">
            <a:spLocks/>
          </p:cNvSpPr>
          <p:nvPr/>
        </p:nvSpPr>
        <p:spPr>
          <a:xfrm>
            <a:off x="4847103" y="1350658"/>
            <a:ext cx="4086929" cy="4723397"/>
          </a:xfrm>
          <a:prstGeom prst="rect">
            <a:avLst/>
          </a:prstGeom>
          <a:noFill/>
          <a:ln w="0">
            <a:noFill/>
          </a:ln>
        </p:spPr>
        <p:txBody>
          <a:bodyPr vert="horz" wrap="none" lIns="91440" tIns="45720" rIns="91440" bIns="45720" rtlCol="0" anchor="t" anchorCtr="0">
            <a:normAutofit/>
          </a:bodyPr>
          <a:lstStyle>
            <a:lvl1pPr algn="l" defTabSz="914400" rtl="0" eaLnBrk="1" latinLnBrk="0" hangingPunct="1">
              <a:lnSpc>
                <a:spcPct val="90000"/>
              </a:lnSpc>
              <a:spcBef>
                <a:spcPct val="0"/>
              </a:spcBef>
              <a:buNone/>
              <a:defRPr sz="2200" b="1" i="0" kern="1200" cap="all" baseline="0">
                <a:solidFill>
                  <a:schemeClr val="bg2"/>
                </a:solidFill>
                <a:latin typeface="+mj-lt"/>
                <a:ea typeface="+mj-ea"/>
                <a:cs typeface="+mj-cs"/>
              </a:defRPr>
            </a:lvl1pPr>
          </a:lstStyle>
          <a:p>
            <a:pPr marL="228600" indent="-228600">
              <a:lnSpc>
                <a:spcPct val="110000"/>
              </a:lnSpc>
              <a:spcBef>
                <a:spcPts val="1001"/>
              </a:spcBef>
              <a:buClr>
                <a:srgbClr val="000000"/>
              </a:buClr>
              <a:buFont typeface="Arial"/>
              <a:buChar char="•"/>
            </a:pPr>
            <a:r>
              <a:rPr lang="en-US" sz="1800" b="0" dirty="0">
                <a:solidFill>
                  <a:schemeClr val="dk1"/>
                </a:solidFill>
                <a:latin typeface="Bierstadt"/>
              </a:rPr>
              <a:t>What is autoencoder?</a:t>
            </a:r>
          </a:p>
          <a:p>
            <a:pPr marL="685800" lvl="1" indent="-228600">
              <a:lnSpc>
                <a:spcPct val="110000"/>
              </a:lnSpc>
              <a:spcBef>
                <a:spcPts val="499"/>
              </a:spcBef>
              <a:buClr>
                <a:srgbClr val="000000"/>
              </a:buClr>
              <a:buFont typeface="Arial"/>
              <a:buChar char="•"/>
            </a:pPr>
            <a:r>
              <a:rPr lang="en-US" sz="1600" kern="0" dirty="0">
                <a:solidFill>
                  <a:schemeClr val="dk1"/>
                </a:solidFill>
                <a:latin typeface="Bierstadt"/>
              </a:rPr>
              <a:t>Neural network trained to reconstruct its input.</a:t>
            </a:r>
          </a:p>
          <a:p>
            <a:pPr marL="685800" lvl="1" indent="-228600">
              <a:lnSpc>
                <a:spcPct val="110000"/>
              </a:lnSpc>
              <a:spcBef>
                <a:spcPts val="499"/>
              </a:spcBef>
              <a:buClr>
                <a:srgbClr val="000000"/>
              </a:buClr>
              <a:buFont typeface="Arial"/>
              <a:buChar char="•"/>
            </a:pPr>
            <a:r>
              <a:rPr lang="en-US" sz="1600" kern="0" dirty="0">
                <a:solidFill>
                  <a:schemeClr val="dk1"/>
                </a:solidFill>
                <a:latin typeface="Bierstadt"/>
              </a:rPr>
              <a:t>Consist of: </a:t>
            </a:r>
          </a:p>
          <a:p>
            <a:pPr marL="1143000" lvl="2" indent="-228600">
              <a:lnSpc>
                <a:spcPct val="110000"/>
              </a:lnSpc>
              <a:spcBef>
                <a:spcPts val="499"/>
              </a:spcBef>
              <a:buClr>
                <a:srgbClr val="000000"/>
              </a:buClr>
              <a:buFont typeface="Arial"/>
              <a:buChar char="•"/>
            </a:pPr>
            <a:r>
              <a:rPr lang="en-US" sz="1400" b="1" i="1" kern="0" dirty="0">
                <a:solidFill>
                  <a:schemeClr val="dk1"/>
                </a:solidFill>
                <a:latin typeface="Bierstadt"/>
              </a:rPr>
              <a:t>Encoder</a:t>
            </a:r>
            <a:r>
              <a:rPr lang="en-US" sz="1400" kern="0" dirty="0">
                <a:solidFill>
                  <a:schemeClr val="dk1"/>
                </a:solidFill>
                <a:latin typeface="Bierstadt"/>
              </a:rPr>
              <a:t> compresses the input into latent features</a:t>
            </a:r>
          </a:p>
          <a:p>
            <a:pPr marL="1143000" lvl="2" indent="-228600">
              <a:lnSpc>
                <a:spcPct val="110000"/>
              </a:lnSpc>
              <a:spcBef>
                <a:spcPts val="499"/>
              </a:spcBef>
              <a:buClr>
                <a:srgbClr val="000000"/>
              </a:buClr>
              <a:buFont typeface="Arial"/>
              <a:buChar char="•"/>
            </a:pPr>
            <a:r>
              <a:rPr lang="en-US" sz="1400" b="1" i="1" kern="0" dirty="0">
                <a:solidFill>
                  <a:schemeClr val="dk1"/>
                </a:solidFill>
                <a:latin typeface="Bierstadt"/>
              </a:rPr>
              <a:t>Decoder </a:t>
            </a:r>
            <a:r>
              <a:rPr lang="en-US" sz="1400" kern="0" dirty="0">
                <a:solidFill>
                  <a:schemeClr val="dk1"/>
                </a:solidFill>
                <a:latin typeface="Bierstadt"/>
              </a:rPr>
              <a:t>reconstructs the original input from those features.</a:t>
            </a:r>
          </a:p>
          <a:p>
            <a:pPr marL="685800" lvl="1" indent="-228600">
              <a:lnSpc>
                <a:spcPct val="110000"/>
              </a:lnSpc>
              <a:spcBef>
                <a:spcPts val="499"/>
              </a:spcBef>
              <a:buClr>
                <a:srgbClr val="000000"/>
              </a:buClr>
              <a:buFont typeface="Arial"/>
              <a:buChar char="•"/>
            </a:pPr>
            <a:r>
              <a:rPr lang="en-US" sz="1600" kern="0" dirty="0">
                <a:solidFill>
                  <a:schemeClr val="dk1"/>
                </a:solidFill>
                <a:latin typeface="Bierstadt"/>
              </a:rPr>
              <a:t>Trained using reconstruction error</a:t>
            </a:r>
          </a:p>
          <a:p>
            <a:pPr marL="228600" indent="-228600">
              <a:lnSpc>
                <a:spcPct val="110000"/>
              </a:lnSpc>
              <a:spcBef>
                <a:spcPts val="1001"/>
              </a:spcBef>
              <a:buClr>
                <a:srgbClr val="000000"/>
              </a:buClr>
              <a:buFont typeface="Arial"/>
              <a:buChar char="•"/>
            </a:pPr>
            <a:r>
              <a:rPr lang="en-US" sz="1800" b="0" dirty="0">
                <a:solidFill>
                  <a:schemeClr val="dk1"/>
                </a:solidFill>
                <a:latin typeface="Bierstadt"/>
              </a:rPr>
              <a:t> What is Denoising Autoencoder?</a:t>
            </a:r>
          </a:p>
          <a:p>
            <a:pPr marL="685800" lvl="1" indent="-228600">
              <a:lnSpc>
                <a:spcPct val="110000"/>
              </a:lnSpc>
              <a:spcBef>
                <a:spcPts val="499"/>
              </a:spcBef>
              <a:buClr>
                <a:srgbClr val="000000"/>
              </a:buClr>
              <a:buFont typeface="Arial"/>
              <a:buChar char="•"/>
            </a:pPr>
            <a:r>
              <a:rPr lang="en-US" sz="1600" kern="0" dirty="0">
                <a:solidFill>
                  <a:schemeClr val="dk1"/>
                </a:solidFill>
                <a:latin typeface="Bierstadt"/>
              </a:rPr>
              <a:t>Input is intentionally corrupted with noise</a:t>
            </a:r>
          </a:p>
          <a:p>
            <a:pPr marL="685800" lvl="1" indent="-228600">
              <a:lnSpc>
                <a:spcPct val="110000"/>
              </a:lnSpc>
              <a:spcBef>
                <a:spcPts val="499"/>
              </a:spcBef>
              <a:buClr>
                <a:srgbClr val="000000"/>
              </a:buClr>
              <a:buFont typeface="Arial"/>
              <a:buChar char="•"/>
            </a:pPr>
            <a:r>
              <a:rPr lang="en-US" sz="1600" kern="0" dirty="0">
                <a:solidFill>
                  <a:schemeClr val="dk1"/>
                </a:solidFill>
                <a:latin typeface="Bierstadt"/>
              </a:rPr>
              <a:t>Model learns to reconstruct the clean original input</a:t>
            </a:r>
          </a:p>
          <a:p>
            <a:pPr marL="685800" lvl="1" indent="-228600">
              <a:lnSpc>
                <a:spcPct val="110000"/>
              </a:lnSpc>
              <a:spcBef>
                <a:spcPts val="499"/>
              </a:spcBef>
              <a:buClr>
                <a:srgbClr val="000000"/>
              </a:buClr>
              <a:buFont typeface="Arial"/>
              <a:buChar char="•"/>
            </a:pPr>
            <a:r>
              <a:rPr lang="en-US" sz="1600" kern="0" dirty="0">
                <a:solidFill>
                  <a:schemeClr val="dk1"/>
                </a:solidFill>
                <a:latin typeface="Bierstadt"/>
              </a:rPr>
              <a:t>Forces the network to learn robust and meaningful patters.</a:t>
            </a:r>
          </a:p>
          <a:p>
            <a:pPr marL="685800" lvl="1" indent="-228600">
              <a:lnSpc>
                <a:spcPct val="110000"/>
              </a:lnSpc>
              <a:spcBef>
                <a:spcPts val="1001"/>
              </a:spcBef>
              <a:buClr>
                <a:srgbClr val="000000"/>
              </a:buClr>
              <a:buFont typeface="Arial"/>
              <a:buChar char="•"/>
            </a:pPr>
            <a:r>
              <a:rPr lang="en-US" sz="1400" dirty="0">
                <a:solidFill>
                  <a:schemeClr val="dk1"/>
                </a:solidFill>
                <a:latin typeface="Bierstadt"/>
              </a:rPr>
              <a:t>Stacked means multiple denoising autoencoders stacked</a:t>
            </a:r>
          </a:p>
          <a:p>
            <a:pPr marL="685800" lvl="1" indent="-228600">
              <a:lnSpc>
                <a:spcPct val="110000"/>
              </a:lnSpc>
              <a:spcBef>
                <a:spcPts val="1001"/>
              </a:spcBef>
              <a:buClr>
                <a:srgbClr val="000000"/>
              </a:buClr>
              <a:buFont typeface="Arial"/>
              <a:buChar char="•"/>
            </a:pPr>
            <a:r>
              <a:rPr lang="en-US" sz="1400" dirty="0">
                <a:solidFill>
                  <a:schemeClr val="dk1"/>
                </a:solidFill>
                <a:latin typeface="Bierstadt"/>
              </a:rPr>
              <a:t> layer by layer to create deeper hierarchical feature representations</a:t>
            </a:r>
          </a:p>
        </p:txBody>
      </p:sp>
      <p:sp>
        <p:nvSpPr>
          <p:cNvPr id="14" name="PlaceHolder 3">
            <a:extLst>
              <a:ext uri="{FF2B5EF4-FFF2-40B4-BE49-F238E27FC236}">
                <a16:creationId xmlns:a16="http://schemas.microsoft.com/office/drawing/2014/main" id="{BDB24810-7A91-2C0A-40BC-8A0E2FBB4ACA}"/>
              </a:ext>
            </a:extLst>
          </p:cNvPr>
          <p:cNvSpPr txBox="1">
            <a:spLocks/>
          </p:cNvSpPr>
          <p:nvPr/>
        </p:nvSpPr>
        <p:spPr>
          <a:xfrm>
            <a:off x="11457360" y="6462906"/>
            <a:ext cx="474982" cy="320934"/>
          </a:xfrm>
          <a:prstGeom prst="rect">
            <a:avLst/>
          </a:prstGeom>
          <a:noFill/>
          <a:ln w="0">
            <a:noFill/>
          </a:ln>
        </p:spPr>
        <p:txBody>
          <a:bodyPr lIns="91440" tIns="45720" rIns="91440" bIns="45720" anchor="ctr">
            <a:normAutofit/>
          </a:bodyPr>
          <a:lstStyle>
            <a:defPPr>
              <a:defRPr lang="de-DE"/>
            </a:defPPr>
            <a:lvl1pPr marL="0" indent="0" algn="r" defTabSz="914400" rtl="0" eaLnBrk="1" latinLnBrk="0" hangingPunct="1">
              <a:lnSpc>
                <a:spcPct val="100000"/>
              </a:lnSpc>
              <a:spcAft>
                <a:spcPts val="601"/>
              </a:spcAft>
              <a:buNone/>
              <a:defRPr lang="en-US" sz="900" b="0" u="none" strike="noStrike" kern="1200">
                <a:solidFill>
                  <a:schemeClr val="dk1"/>
                </a:solidFill>
                <a:effectLst/>
                <a:uFillTx/>
                <a:latin typeface="Bierstad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E7C22C-7782-4E93-93ED-279378CFE55C}" type="slidenum">
              <a:rPr lang="de-DE" smtClean="0"/>
              <a:pPr/>
              <a:t>39</a:t>
            </a:fld>
            <a:endParaRPr lang="de-DE">
              <a:solidFill>
                <a:srgbClr val="000000"/>
              </a:solidFill>
              <a:latin typeface="Times New Roman"/>
            </a:endParaRPr>
          </a:p>
        </p:txBody>
      </p:sp>
      <p:sp>
        <p:nvSpPr>
          <p:cNvPr id="15" name="TextBox 6">
            <a:extLst>
              <a:ext uri="{FF2B5EF4-FFF2-40B4-BE49-F238E27FC236}">
                <a16:creationId xmlns:a16="http://schemas.microsoft.com/office/drawing/2014/main" id="{01B3ABFB-99D9-FC64-BA48-CFD870B788E1}"/>
              </a:ext>
            </a:extLst>
          </p:cNvPr>
          <p:cNvSpPr/>
          <p:nvPr/>
        </p:nvSpPr>
        <p:spPr>
          <a:xfrm>
            <a:off x="266482" y="5498893"/>
            <a:ext cx="8667550" cy="27554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914400">
              <a:lnSpc>
                <a:spcPct val="100000"/>
              </a:lnSpc>
              <a:spcAft>
                <a:spcPts val="601"/>
              </a:spcAft>
            </a:pPr>
            <a:r>
              <a:rPr lang="en-US" sz="1200" b="0" u="none" strike="noStrike" dirty="0">
                <a:solidFill>
                  <a:schemeClr val="dk1"/>
                </a:solidFill>
                <a:effectLst/>
                <a:uFillTx/>
                <a:latin typeface="Bierstadt"/>
              </a:rPr>
              <a:t>Image taken from https://www.jmlr.org/papers/volume11/vincent10a/vincent10a.pdf</a:t>
            </a:r>
            <a:endParaRPr lang="en-US" sz="1200" b="0" u="none" strike="noStrike" dirty="0">
              <a:solidFill>
                <a:srgbClr val="000000"/>
              </a:solidFill>
              <a:effectLst/>
              <a:uFillTx/>
              <a:latin typeface="Arial"/>
            </a:endParaRPr>
          </a:p>
        </p:txBody>
      </p:sp>
      <p:pic>
        <p:nvPicPr>
          <p:cNvPr id="16" name="Picture 15">
            <a:extLst>
              <a:ext uri="{FF2B5EF4-FFF2-40B4-BE49-F238E27FC236}">
                <a16:creationId xmlns:a16="http://schemas.microsoft.com/office/drawing/2014/main" id="{65DDB058-54ED-D08B-6E63-3B3ED15DF8FC}"/>
              </a:ext>
            </a:extLst>
          </p:cNvPr>
          <p:cNvPicPr/>
          <p:nvPr/>
        </p:nvPicPr>
        <p:blipFill>
          <a:blip r:embed="rId3"/>
          <a:stretch/>
        </p:blipFill>
        <p:spPr>
          <a:xfrm>
            <a:off x="186563" y="2154705"/>
            <a:ext cx="4318673" cy="2924837"/>
          </a:xfrm>
          <a:prstGeom prst="rect">
            <a:avLst/>
          </a:prstGeom>
          <a:noFill/>
          <a:ln w="0">
            <a:noFill/>
          </a:ln>
        </p:spPr>
      </p:pic>
    </p:spTree>
    <p:extLst>
      <p:ext uri="{BB962C8B-B14F-4D97-AF65-F5344CB8AC3E}">
        <p14:creationId xmlns:p14="http://schemas.microsoft.com/office/powerpoint/2010/main" val="20967730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38BBD7C-CFD3-D9E9-88D7-C5DA1E716FF1}"/>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95BF2578-D88A-1C03-EF11-210BCB669F60}"/>
              </a:ext>
            </a:extLst>
          </p:cNvPr>
          <p:cNvSpPr>
            <a:spLocks noGrp="1"/>
          </p:cNvSpPr>
          <p:nvPr>
            <p:ph type="dt" sz="half" idx="10"/>
          </p:nvPr>
        </p:nvSpPr>
        <p:spPr/>
        <p:txBody>
          <a:bodyPr/>
          <a:lstStyle/>
          <a:p>
            <a:fld id="{52655C42-B4BA-4699-8D60-CD4632ED9822}" type="datetime6">
              <a:rPr lang="en-US" smtClean="0"/>
              <a:t>February 26</a:t>
            </a:fld>
            <a:endParaRPr lang="de-DE" dirty="0"/>
          </a:p>
        </p:txBody>
      </p:sp>
      <p:sp>
        <p:nvSpPr>
          <p:cNvPr id="3" name="Fußzeilenplatzhalter 2">
            <a:extLst>
              <a:ext uri="{FF2B5EF4-FFF2-40B4-BE49-F238E27FC236}">
                <a16:creationId xmlns:a16="http://schemas.microsoft.com/office/drawing/2014/main" id="{A9431ECF-DEBF-F1B9-9F61-FE58BEE017A1}"/>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9F006980-E5D5-8BD0-1896-1DA71FE4153B}"/>
              </a:ext>
            </a:extLst>
          </p:cNvPr>
          <p:cNvSpPr>
            <a:spLocks noGrp="1"/>
          </p:cNvSpPr>
          <p:nvPr>
            <p:ph type="sldNum" sz="quarter" idx="12"/>
          </p:nvPr>
        </p:nvSpPr>
        <p:spPr/>
        <p:txBody>
          <a:bodyPr/>
          <a:lstStyle/>
          <a:p>
            <a:fld id="{D3A9EDD9-2578-4372-8132-10947A418667}" type="slidenum">
              <a:rPr lang="de-DE" smtClean="0"/>
              <a:t>40</a:t>
            </a:fld>
            <a:endParaRPr lang="de-DE"/>
          </a:p>
        </p:txBody>
      </p:sp>
      <p:sp>
        <p:nvSpPr>
          <p:cNvPr id="11" name="Textplatzhalter 10">
            <a:extLst>
              <a:ext uri="{FF2B5EF4-FFF2-40B4-BE49-F238E27FC236}">
                <a16:creationId xmlns:a16="http://schemas.microsoft.com/office/drawing/2014/main" id="{07EBAC23-49DA-D640-F54B-383E6D0E051D}"/>
              </a:ext>
            </a:extLst>
          </p:cNvPr>
          <p:cNvSpPr>
            <a:spLocks noGrp="1"/>
          </p:cNvSpPr>
          <p:nvPr>
            <p:ph type="body" idx="13"/>
          </p:nvPr>
        </p:nvSpPr>
        <p:spPr>
          <a:xfrm>
            <a:off x="575200" y="1204862"/>
            <a:ext cx="11040533" cy="612000"/>
          </a:xfrm>
        </p:spPr>
        <p:txBody>
          <a:bodyPr/>
          <a:lstStyle/>
          <a:p>
            <a:r>
              <a:rPr lang="de-DE" dirty="0"/>
              <a:t>Architecture</a:t>
            </a:r>
          </a:p>
        </p:txBody>
      </p:sp>
      <p:sp>
        <p:nvSpPr>
          <p:cNvPr id="9" name="Titel 8">
            <a:extLst>
              <a:ext uri="{FF2B5EF4-FFF2-40B4-BE49-F238E27FC236}">
                <a16:creationId xmlns:a16="http://schemas.microsoft.com/office/drawing/2014/main" id="{E4255385-A60D-82CF-4780-0FCB980E36E9}"/>
              </a:ext>
            </a:extLst>
          </p:cNvPr>
          <p:cNvSpPr>
            <a:spLocks noGrp="1"/>
          </p:cNvSpPr>
          <p:nvPr>
            <p:ph type="title"/>
          </p:nvPr>
        </p:nvSpPr>
        <p:spPr/>
        <p:txBody>
          <a:bodyPr/>
          <a:lstStyle/>
          <a:p>
            <a:r>
              <a:rPr lang="de-DE" dirty="0"/>
              <a:t>Detection Methods</a:t>
            </a:r>
          </a:p>
        </p:txBody>
      </p:sp>
      <p:sp>
        <p:nvSpPr>
          <p:cNvPr id="12" name="Textplatzhalter 11">
            <a:extLst>
              <a:ext uri="{FF2B5EF4-FFF2-40B4-BE49-F238E27FC236}">
                <a16:creationId xmlns:a16="http://schemas.microsoft.com/office/drawing/2014/main" id="{705BDEEE-FF35-7AE8-4CFB-9D8E36575D2C}"/>
              </a:ext>
            </a:extLst>
          </p:cNvPr>
          <p:cNvSpPr>
            <a:spLocks noGrp="1"/>
          </p:cNvSpPr>
          <p:nvPr>
            <p:ph type="body" sz="quarter" idx="14"/>
          </p:nvPr>
        </p:nvSpPr>
        <p:spPr/>
        <p:txBody>
          <a:bodyPr/>
          <a:lstStyle/>
          <a:p>
            <a:r>
              <a:rPr lang="de-DE" dirty="0"/>
              <a:t>CNN</a:t>
            </a:r>
          </a:p>
        </p:txBody>
      </p:sp>
      <p:sp>
        <p:nvSpPr>
          <p:cNvPr id="5" name="TextBox 4">
            <a:extLst>
              <a:ext uri="{FF2B5EF4-FFF2-40B4-BE49-F238E27FC236}">
                <a16:creationId xmlns:a16="http://schemas.microsoft.com/office/drawing/2014/main" id="{27228FBB-260E-3843-1866-61F5AD5C1056}"/>
              </a:ext>
            </a:extLst>
          </p:cNvPr>
          <p:cNvSpPr txBox="1"/>
          <p:nvPr/>
        </p:nvSpPr>
        <p:spPr>
          <a:xfrm>
            <a:off x="4730414" y="1316303"/>
            <a:ext cx="2179802" cy="307777"/>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de-DE" sz="1400" dirty="0"/>
              <a:t>ConvolutionalLayer</a:t>
            </a:r>
          </a:p>
        </p:txBody>
      </p:sp>
      <p:sp>
        <p:nvSpPr>
          <p:cNvPr id="6" name="TextBox 5">
            <a:extLst>
              <a:ext uri="{FF2B5EF4-FFF2-40B4-BE49-F238E27FC236}">
                <a16:creationId xmlns:a16="http://schemas.microsoft.com/office/drawing/2014/main" id="{5EE2BFF4-9C94-77C7-23F8-C288689A0064}"/>
              </a:ext>
            </a:extLst>
          </p:cNvPr>
          <p:cNvSpPr txBox="1"/>
          <p:nvPr/>
        </p:nvSpPr>
        <p:spPr>
          <a:xfrm>
            <a:off x="4730412" y="1758413"/>
            <a:ext cx="2179803" cy="307777"/>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de-DE" sz="1400" dirty="0"/>
              <a:t>BatchNormalization</a:t>
            </a:r>
          </a:p>
        </p:txBody>
      </p:sp>
      <p:sp>
        <p:nvSpPr>
          <p:cNvPr id="7" name="TextBox 6">
            <a:extLst>
              <a:ext uri="{FF2B5EF4-FFF2-40B4-BE49-F238E27FC236}">
                <a16:creationId xmlns:a16="http://schemas.microsoft.com/office/drawing/2014/main" id="{80E303AE-5890-7474-A6AE-3C940E4E3FBC}"/>
              </a:ext>
            </a:extLst>
          </p:cNvPr>
          <p:cNvSpPr txBox="1"/>
          <p:nvPr/>
        </p:nvSpPr>
        <p:spPr>
          <a:xfrm>
            <a:off x="4730410" y="3812256"/>
            <a:ext cx="2208380" cy="307777"/>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de-DE" sz="1400" dirty="0"/>
              <a:t>Activation Function</a:t>
            </a:r>
          </a:p>
        </p:txBody>
      </p:sp>
      <p:sp>
        <p:nvSpPr>
          <p:cNvPr id="8" name="TextBox 7">
            <a:extLst>
              <a:ext uri="{FF2B5EF4-FFF2-40B4-BE49-F238E27FC236}">
                <a16:creationId xmlns:a16="http://schemas.microsoft.com/office/drawing/2014/main" id="{88F17AB7-9847-1A6E-BE9A-237F80288325}"/>
              </a:ext>
            </a:extLst>
          </p:cNvPr>
          <p:cNvSpPr txBox="1"/>
          <p:nvPr/>
        </p:nvSpPr>
        <p:spPr>
          <a:xfrm>
            <a:off x="4730411" y="2584183"/>
            <a:ext cx="2179803" cy="307777"/>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de-DE" sz="1400" dirty="0"/>
              <a:t>DropoutLayer</a:t>
            </a:r>
          </a:p>
        </p:txBody>
      </p:sp>
      <p:sp>
        <p:nvSpPr>
          <p:cNvPr id="13" name="TextBox 12">
            <a:extLst>
              <a:ext uri="{FF2B5EF4-FFF2-40B4-BE49-F238E27FC236}">
                <a16:creationId xmlns:a16="http://schemas.microsoft.com/office/drawing/2014/main" id="{08F98430-04DE-E782-5628-1802E3B38725}"/>
              </a:ext>
            </a:extLst>
          </p:cNvPr>
          <p:cNvSpPr txBox="1"/>
          <p:nvPr/>
        </p:nvSpPr>
        <p:spPr>
          <a:xfrm>
            <a:off x="5056034" y="5192224"/>
            <a:ext cx="1528550" cy="369332"/>
          </a:xfrm>
          <a:prstGeom prst="rect">
            <a:avLst/>
          </a:prstGeom>
          <a:solidFill>
            <a:schemeClr val="accent5"/>
          </a:solidFill>
          <a:ln>
            <a:solidFill>
              <a:schemeClr val="tx1"/>
            </a:solidFill>
          </a:ln>
        </p:spPr>
        <p:txBody>
          <a:bodyPr wrap="square" rtlCol="0">
            <a:spAutoFit/>
          </a:bodyPr>
          <a:lstStyle/>
          <a:p>
            <a:r>
              <a:rPr lang="de-DE" dirty="0"/>
              <a:t>Dense Layer</a:t>
            </a:r>
          </a:p>
        </p:txBody>
      </p:sp>
      <p:sp>
        <p:nvSpPr>
          <p:cNvPr id="14" name="TextBox 13">
            <a:extLst>
              <a:ext uri="{FF2B5EF4-FFF2-40B4-BE49-F238E27FC236}">
                <a16:creationId xmlns:a16="http://schemas.microsoft.com/office/drawing/2014/main" id="{0696CC73-231C-FBC4-DCD8-09DF3083D429}"/>
              </a:ext>
            </a:extLst>
          </p:cNvPr>
          <p:cNvSpPr txBox="1"/>
          <p:nvPr/>
        </p:nvSpPr>
        <p:spPr>
          <a:xfrm>
            <a:off x="5056033" y="5712847"/>
            <a:ext cx="1528550" cy="369332"/>
          </a:xfrm>
          <a:prstGeom prst="rect">
            <a:avLst/>
          </a:prstGeom>
          <a:solidFill>
            <a:schemeClr val="accent5"/>
          </a:solidFill>
          <a:ln>
            <a:solidFill>
              <a:schemeClr val="tx1"/>
            </a:solidFill>
          </a:ln>
        </p:spPr>
        <p:txBody>
          <a:bodyPr wrap="square" rtlCol="0">
            <a:spAutoFit/>
          </a:bodyPr>
          <a:lstStyle/>
          <a:p>
            <a:r>
              <a:rPr lang="de-DE" dirty="0"/>
              <a:t>DenseLayer</a:t>
            </a:r>
          </a:p>
        </p:txBody>
      </p:sp>
      <p:sp>
        <p:nvSpPr>
          <p:cNvPr id="15" name="TextBox 14">
            <a:extLst>
              <a:ext uri="{FF2B5EF4-FFF2-40B4-BE49-F238E27FC236}">
                <a16:creationId xmlns:a16="http://schemas.microsoft.com/office/drawing/2014/main" id="{710E52D9-750C-85B4-1802-EE14024558A3}"/>
              </a:ext>
            </a:extLst>
          </p:cNvPr>
          <p:cNvSpPr txBox="1"/>
          <p:nvPr/>
        </p:nvSpPr>
        <p:spPr>
          <a:xfrm>
            <a:off x="4730410" y="2978625"/>
            <a:ext cx="2179803" cy="307777"/>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de-DE" sz="1400" dirty="0"/>
              <a:t>ConvolutionalLayer</a:t>
            </a:r>
          </a:p>
        </p:txBody>
      </p:sp>
      <p:sp>
        <p:nvSpPr>
          <p:cNvPr id="16" name="TextBox 15">
            <a:extLst>
              <a:ext uri="{FF2B5EF4-FFF2-40B4-BE49-F238E27FC236}">
                <a16:creationId xmlns:a16="http://schemas.microsoft.com/office/drawing/2014/main" id="{B1E58D71-3114-9D73-CFF9-3AC33E6C2776}"/>
              </a:ext>
            </a:extLst>
          </p:cNvPr>
          <p:cNvSpPr txBox="1"/>
          <p:nvPr/>
        </p:nvSpPr>
        <p:spPr>
          <a:xfrm>
            <a:off x="4730412" y="3373067"/>
            <a:ext cx="2179803" cy="307777"/>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de-DE" sz="1400" dirty="0"/>
              <a:t>BatchNormalization</a:t>
            </a:r>
          </a:p>
        </p:txBody>
      </p:sp>
      <p:sp>
        <p:nvSpPr>
          <p:cNvPr id="17" name="TextBox 16">
            <a:extLst>
              <a:ext uri="{FF2B5EF4-FFF2-40B4-BE49-F238E27FC236}">
                <a16:creationId xmlns:a16="http://schemas.microsoft.com/office/drawing/2014/main" id="{520E8BF6-0E77-FB6D-2A0C-33C42ED70C37}"/>
              </a:ext>
            </a:extLst>
          </p:cNvPr>
          <p:cNvSpPr txBox="1"/>
          <p:nvPr/>
        </p:nvSpPr>
        <p:spPr>
          <a:xfrm>
            <a:off x="4730412" y="2184128"/>
            <a:ext cx="2179803" cy="307777"/>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de-DE" sz="1400" dirty="0"/>
              <a:t>Activation Function</a:t>
            </a:r>
          </a:p>
        </p:txBody>
      </p:sp>
      <p:sp>
        <p:nvSpPr>
          <p:cNvPr id="18" name="TextBox 17">
            <a:extLst>
              <a:ext uri="{FF2B5EF4-FFF2-40B4-BE49-F238E27FC236}">
                <a16:creationId xmlns:a16="http://schemas.microsoft.com/office/drawing/2014/main" id="{CE834623-B4C1-C8D5-250F-A57563404A81}"/>
              </a:ext>
            </a:extLst>
          </p:cNvPr>
          <p:cNvSpPr txBox="1"/>
          <p:nvPr/>
        </p:nvSpPr>
        <p:spPr>
          <a:xfrm>
            <a:off x="4730409" y="4280026"/>
            <a:ext cx="2208381" cy="307777"/>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de-DE" sz="1400" dirty="0"/>
              <a:t>DropoutLayer</a:t>
            </a:r>
          </a:p>
        </p:txBody>
      </p:sp>
      <p:sp>
        <p:nvSpPr>
          <p:cNvPr id="19" name="TextBox 18">
            <a:extLst>
              <a:ext uri="{FF2B5EF4-FFF2-40B4-BE49-F238E27FC236}">
                <a16:creationId xmlns:a16="http://schemas.microsoft.com/office/drawing/2014/main" id="{D66C5E76-9131-380E-E3CC-3B3B4A4D6857}"/>
              </a:ext>
            </a:extLst>
          </p:cNvPr>
          <p:cNvSpPr txBox="1"/>
          <p:nvPr/>
        </p:nvSpPr>
        <p:spPr>
          <a:xfrm>
            <a:off x="5056034" y="4680081"/>
            <a:ext cx="1528550" cy="369332"/>
          </a:xfrm>
          <a:prstGeom prst="rect">
            <a:avLst/>
          </a:prstGeom>
          <a:solidFill>
            <a:schemeClr val="bg1">
              <a:alpha val="5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wrap="square" rtlCol="0">
            <a:spAutoFit/>
          </a:bodyPr>
          <a:lstStyle/>
          <a:p>
            <a:r>
              <a:rPr lang="de-DE" dirty="0">
                <a:solidFill>
                  <a:schemeClr val="tx1"/>
                </a:solidFill>
              </a:rPr>
              <a:t>PoolingLayer</a:t>
            </a:r>
          </a:p>
        </p:txBody>
      </p:sp>
      <p:cxnSp>
        <p:nvCxnSpPr>
          <p:cNvPr id="20" name="Straight Arrow Connector 19">
            <a:extLst>
              <a:ext uri="{FF2B5EF4-FFF2-40B4-BE49-F238E27FC236}">
                <a16:creationId xmlns:a16="http://schemas.microsoft.com/office/drawing/2014/main" id="{3A77D216-FF6C-0705-8ACD-7D15B5F57769}"/>
              </a:ext>
            </a:extLst>
          </p:cNvPr>
          <p:cNvCxnSpPr>
            <a:stCxn id="5" idx="2"/>
            <a:endCxn id="6" idx="0"/>
          </p:cNvCxnSpPr>
          <p:nvPr/>
        </p:nvCxnSpPr>
        <p:spPr>
          <a:xfrm flipH="1">
            <a:off x="5820314" y="1624080"/>
            <a:ext cx="1" cy="13433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DA497EB4-63C4-5A2A-72FF-33971E5448FB}"/>
              </a:ext>
            </a:extLst>
          </p:cNvPr>
          <p:cNvCxnSpPr/>
          <p:nvPr/>
        </p:nvCxnSpPr>
        <p:spPr>
          <a:xfrm flipH="1">
            <a:off x="5820313" y="2074906"/>
            <a:ext cx="1" cy="13433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E00A4620-06C5-1F4F-EA79-EF5B5E6B0C18}"/>
              </a:ext>
            </a:extLst>
          </p:cNvPr>
          <p:cNvCxnSpPr/>
          <p:nvPr/>
        </p:nvCxnSpPr>
        <p:spPr>
          <a:xfrm flipH="1">
            <a:off x="5820312" y="2472675"/>
            <a:ext cx="1" cy="13433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4137B805-5F25-C18E-34AB-FDC953124D02}"/>
              </a:ext>
            </a:extLst>
          </p:cNvPr>
          <p:cNvCxnSpPr/>
          <p:nvPr/>
        </p:nvCxnSpPr>
        <p:spPr>
          <a:xfrm flipH="1">
            <a:off x="5820311" y="2885076"/>
            <a:ext cx="1" cy="13433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3CAB9851-E2F2-EC3F-9858-EFF767BED31A}"/>
              </a:ext>
            </a:extLst>
          </p:cNvPr>
          <p:cNvCxnSpPr/>
          <p:nvPr/>
        </p:nvCxnSpPr>
        <p:spPr>
          <a:xfrm flipH="1">
            <a:off x="5820311" y="3270007"/>
            <a:ext cx="1" cy="13433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7424EC6F-A492-0B9B-06AA-A9E6F5159843}"/>
              </a:ext>
            </a:extLst>
          </p:cNvPr>
          <p:cNvCxnSpPr/>
          <p:nvPr/>
        </p:nvCxnSpPr>
        <p:spPr>
          <a:xfrm flipH="1">
            <a:off x="5820311" y="3700342"/>
            <a:ext cx="1" cy="13433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55E8651A-1BB1-E568-135A-C63B194BDB70}"/>
              </a:ext>
            </a:extLst>
          </p:cNvPr>
          <p:cNvCxnSpPr/>
          <p:nvPr/>
        </p:nvCxnSpPr>
        <p:spPr>
          <a:xfrm flipH="1">
            <a:off x="5820310" y="4141231"/>
            <a:ext cx="1" cy="13433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E4710D60-3718-407B-2F19-6D8A32BB1435}"/>
              </a:ext>
            </a:extLst>
          </p:cNvPr>
          <p:cNvCxnSpPr/>
          <p:nvPr/>
        </p:nvCxnSpPr>
        <p:spPr>
          <a:xfrm flipH="1">
            <a:off x="5820309" y="4555273"/>
            <a:ext cx="1" cy="13433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35841CB7-B69E-A96F-655C-1C04C8D39065}"/>
              </a:ext>
            </a:extLst>
          </p:cNvPr>
          <p:cNvCxnSpPr/>
          <p:nvPr/>
        </p:nvCxnSpPr>
        <p:spPr>
          <a:xfrm flipH="1">
            <a:off x="5820308" y="5049412"/>
            <a:ext cx="1" cy="13433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9512C4F7-9B08-DB61-EFC3-06B1A3AD0AD5}"/>
              </a:ext>
            </a:extLst>
          </p:cNvPr>
          <p:cNvCxnSpPr/>
          <p:nvPr/>
        </p:nvCxnSpPr>
        <p:spPr>
          <a:xfrm flipH="1">
            <a:off x="5820308" y="5570035"/>
            <a:ext cx="1" cy="13433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0" name="TextBox 29">
            <a:extLst>
              <a:ext uri="{FF2B5EF4-FFF2-40B4-BE49-F238E27FC236}">
                <a16:creationId xmlns:a16="http://schemas.microsoft.com/office/drawing/2014/main" id="{C6E4F330-FCDC-E041-9CBD-B4D77B1694D1}"/>
              </a:ext>
            </a:extLst>
          </p:cNvPr>
          <p:cNvSpPr txBox="1"/>
          <p:nvPr/>
        </p:nvSpPr>
        <p:spPr>
          <a:xfrm>
            <a:off x="5410200" y="6123543"/>
            <a:ext cx="1797050" cy="369332"/>
          </a:xfrm>
          <a:prstGeom prst="rect">
            <a:avLst/>
          </a:prstGeom>
          <a:noFill/>
        </p:spPr>
        <p:txBody>
          <a:bodyPr wrap="square" rtlCol="0">
            <a:spAutoFit/>
          </a:bodyPr>
          <a:lstStyle/>
          <a:p>
            <a:r>
              <a:rPr lang="de-DE" dirty="0"/>
              <a:t>Output</a:t>
            </a:r>
          </a:p>
        </p:txBody>
      </p:sp>
      <p:cxnSp>
        <p:nvCxnSpPr>
          <p:cNvPr id="31" name="Straight Arrow Connector 30">
            <a:extLst>
              <a:ext uri="{FF2B5EF4-FFF2-40B4-BE49-F238E27FC236}">
                <a16:creationId xmlns:a16="http://schemas.microsoft.com/office/drawing/2014/main" id="{79558172-5A89-227C-C15A-CE094C9A6C1B}"/>
              </a:ext>
            </a:extLst>
          </p:cNvPr>
          <p:cNvCxnSpPr/>
          <p:nvPr/>
        </p:nvCxnSpPr>
        <p:spPr>
          <a:xfrm flipH="1">
            <a:off x="5788558" y="6090658"/>
            <a:ext cx="1" cy="13433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2" name="TextBox 31">
            <a:extLst>
              <a:ext uri="{FF2B5EF4-FFF2-40B4-BE49-F238E27FC236}">
                <a16:creationId xmlns:a16="http://schemas.microsoft.com/office/drawing/2014/main" id="{9E3BDC66-969C-2429-5FE5-0C07B84A07BE}"/>
              </a:ext>
            </a:extLst>
          </p:cNvPr>
          <p:cNvSpPr txBox="1"/>
          <p:nvPr/>
        </p:nvSpPr>
        <p:spPr>
          <a:xfrm>
            <a:off x="5410200" y="877343"/>
            <a:ext cx="1651000" cy="369332"/>
          </a:xfrm>
          <a:prstGeom prst="rect">
            <a:avLst/>
          </a:prstGeom>
          <a:noFill/>
        </p:spPr>
        <p:txBody>
          <a:bodyPr wrap="square" rtlCol="0">
            <a:spAutoFit/>
          </a:bodyPr>
          <a:lstStyle/>
          <a:p>
            <a:r>
              <a:rPr lang="de-DE" dirty="0"/>
              <a:t>Input</a:t>
            </a:r>
          </a:p>
        </p:txBody>
      </p:sp>
      <p:cxnSp>
        <p:nvCxnSpPr>
          <p:cNvPr id="33" name="Straight Arrow Connector 32">
            <a:extLst>
              <a:ext uri="{FF2B5EF4-FFF2-40B4-BE49-F238E27FC236}">
                <a16:creationId xmlns:a16="http://schemas.microsoft.com/office/drawing/2014/main" id="{ACE69D27-720B-A9C5-FBE7-1369168E2894}"/>
              </a:ext>
            </a:extLst>
          </p:cNvPr>
          <p:cNvCxnSpPr/>
          <p:nvPr/>
        </p:nvCxnSpPr>
        <p:spPr>
          <a:xfrm flipH="1">
            <a:off x="5788557" y="1189425"/>
            <a:ext cx="1" cy="13433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 name="Straight Connector 33">
            <a:extLst>
              <a:ext uri="{FF2B5EF4-FFF2-40B4-BE49-F238E27FC236}">
                <a16:creationId xmlns:a16="http://schemas.microsoft.com/office/drawing/2014/main" id="{B0DC23D3-F0C3-C3EF-7ACE-44BFC419A483}"/>
              </a:ext>
            </a:extLst>
          </p:cNvPr>
          <p:cNvCxnSpPr>
            <a:cxnSpLocks/>
            <a:stCxn id="18" idx="3"/>
          </p:cNvCxnSpPr>
          <p:nvPr/>
        </p:nvCxnSpPr>
        <p:spPr>
          <a:xfrm>
            <a:off x="6938790" y="4433915"/>
            <a:ext cx="522460" cy="0"/>
          </a:xfrm>
          <a:prstGeom prst="line">
            <a:avLst/>
          </a:prstGeom>
        </p:spPr>
        <p:style>
          <a:lnRef idx="2">
            <a:schemeClr val="dk1"/>
          </a:lnRef>
          <a:fillRef idx="0">
            <a:schemeClr val="dk1"/>
          </a:fillRef>
          <a:effectRef idx="1">
            <a:schemeClr val="dk1"/>
          </a:effectRef>
          <a:fontRef idx="minor">
            <a:schemeClr val="tx1"/>
          </a:fontRef>
        </p:style>
      </p:cxnSp>
      <p:cxnSp>
        <p:nvCxnSpPr>
          <p:cNvPr id="35" name="Straight Connector 34">
            <a:extLst>
              <a:ext uri="{FF2B5EF4-FFF2-40B4-BE49-F238E27FC236}">
                <a16:creationId xmlns:a16="http://schemas.microsoft.com/office/drawing/2014/main" id="{05264112-7BB7-0679-BEB0-88AA96EE00BC}"/>
              </a:ext>
            </a:extLst>
          </p:cNvPr>
          <p:cNvCxnSpPr>
            <a:cxnSpLocks/>
          </p:cNvCxnSpPr>
          <p:nvPr/>
        </p:nvCxnSpPr>
        <p:spPr>
          <a:xfrm flipV="1">
            <a:off x="7461250" y="1459139"/>
            <a:ext cx="28574" cy="2981483"/>
          </a:xfrm>
          <a:prstGeom prst="line">
            <a:avLst/>
          </a:prstGeom>
        </p:spPr>
        <p:style>
          <a:lnRef idx="2">
            <a:schemeClr val="dk1"/>
          </a:lnRef>
          <a:fillRef idx="0">
            <a:schemeClr val="dk1"/>
          </a:fillRef>
          <a:effectRef idx="1">
            <a:schemeClr val="dk1"/>
          </a:effectRef>
          <a:fontRef idx="minor">
            <a:schemeClr val="tx1"/>
          </a:fontRef>
        </p:style>
      </p:cxnSp>
      <p:cxnSp>
        <p:nvCxnSpPr>
          <p:cNvPr id="36" name="Straight Arrow Connector 35">
            <a:extLst>
              <a:ext uri="{FF2B5EF4-FFF2-40B4-BE49-F238E27FC236}">
                <a16:creationId xmlns:a16="http://schemas.microsoft.com/office/drawing/2014/main" id="{77E4091A-4E85-E3AA-5443-FF49AE738F48}"/>
              </a:ext>
            </a:extLst>
          </p:cNvPr>
          <p:cNvCxnSpPr>
            <a:cxnSpLocks/>
            <a:endCxn id="5" idx="3"/>
          </p:cNvCxnSpPr>
          <p:nvPr/>
        </p:nvCxnSpPr>
        <p:spPr>
          <a:xfrm flipH="1">
            <a:off x="6910216" y="1470192"/>
            <a:ext cx="579608"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360184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DD826E1-5B7C-4008-5DC4-3BCAC4157029}"/>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60A92B57-74E4-0B1C-940C-9212F152F922}"/>
              </a:ext>
            </a:extLst>
          </p:cNvPr>
          <p:cNvSpPr>
            <a:spLocks noGrp="1"/>
          </p:cNvSpPr>
          <p:nvPr>
            <p:ph type="dt" sz="half" idx="10"/>
          </p:nvPr>
        </p:nvSpPr>
        <p:spPr/>
        <p:txBody>
          <a:bodyPr/>
          <a:lstStyle/>
          <a:p>
            <a:fld id="{D2F9CD7B-AA4A-48E6-97D8-FE93EB14D18B}" type="datetime6">
              <a:rPr lang="en-US" smtClean="0"/>
              <a:t>February 26</a:t>
            </a:fld>
            <a:endParaRPr lang="de-DE" dirty="0"/>
          </a:p>
        </p:txBody>
      </p:sp>
      <p:sp>
        <p:nvSpPr>
          <p:cNvPr id="3" name="Fußzeilenplatzhalter 2">
            <a:extLst>
              <a:ext uri="{FF2B5EF4-FFF2-40B4-BE49-F238E27FC236}">
                <a16:creationId xmlns:a16="http://schemas.microsoft.com/office/drawing/2014/main" id="{04CB8FFC-D142-8523-5929-107DD92F8DB6}"/>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9796C825-8450-64DA-535F-2F9481581C11}"/>
              </a:ext>
            </a:extLst>
          </p:cNvPr>
          <p:cNvSpPr>
            <a:spLocks noGrp="1"/>
          </p:cNvSpPr>
          <p:nvPr>
            <p:ph type="sldNum" sz="quarter" idx="12"/>
          </p:nvPr>
        </p:nvSpPr>
        <p:spPr/>
        <p:txBody>
          <a:bodyPr/>
          <a:lstStyle/>
          <a:p>
            <a:fld id="{D3A9EDD9-2578-4372-8132-10947A418667}" type="slidenum">
              <a:rPr lang="de-DE" smtClean="0"/>
              <a:t>41</a:t>
            </a:fld>
            <a:endParaRPr lang="de-DE"/>
          </a:p>
        </p:txBody>
      </p:sp>
      <p:sp>
        <p:nvSpPr>
          <p:cNvPr id="11" name="Textplatzhalter 10">
            <a:extLst>
              <a:ext uri="{FF2B5EF4-FFF2-40B4-BE49-F238E27FC236}">
                <a16:creationId xmlns:a16="http://schemas.microsoft.com/office/drawing/2014/main" id="{072C4711-3553-D8ED-2FE0-F0953435F072}"/>
              </a:ext>
            </a:extLst>
          </p:cNvPr>
          <p:cNvSpPr>
            <a:spLocks noGrp="1"/>
          </p:cNvSpPr>
          <p:nvPr>
            <p:ph type="body" idx="13"/>
          </p:nvPr>
        </p:nvSpPr>
        <p:spPr/>
        <p:txBody>
          <a:bodyPr/>
          <a:lstStyle/>
          <a:p>
            <a:r>
              <a:rPr lang="de-DE" dirty="0"/>
              <a:t>Statistical Features Added to ResNet</a:t>
            </a:r>
          </a:p>
        </p:txBody>
      </p:sp>
      <p:sp>
        <p:nvSpPr>
          <p:cNvPr id="9" name="Titel 8">
            <a:extLst>
              <a:ext uri="{FF2B5EF4-FFF2-40B4-BE49-F238E27FC236}">
                <a16:creationId xmlns:a16="http://schemas.microsoft.com/office/drawing/2014/main" id="{BAD81FFF-FBBA-33FD-FF4F-F5C1CEDC3E87}"/>
              </a:ext>
            </a:extLst>
          </p:cNvPr>
          <p:cNvSpPr>
            <a:spLocks noGrp="1"/>
          </p:cNvSpPr>
          <p:nvPr>
            <p:ph type="title"/>
          </p:nvPr>
        </p:nvSpPr>
        <p:spPr/>
        <p:txBody>
          <a:bodyPr/>
          <a:lstStyle/>
          <a:p>
            <a:r>
              <a:rPr lang="de-DE" dirty="0"/>
              <a:t>Detection Methods	</a:t>
            </a:r>
          </a:p>
        </p:txBody>
      </p:sp>
      <p:sp>
        <p:nvSpPr>
          <p:cNvPr id="12" name="Textplatzhalter 11">
            <a:extLst>
              <a:ext uri="{FF2B5EF4-FFF2-40B4-BE49-F238E27FC236}">
                <a16:creationId xmlns:a16="http://schemas.microsoft.com/office/drawing/2014/main" id="{5FB46203-4C04-CF6C-D3E9-C93B6C540744}"/>
              </a:ext>
            </a:extLst>
          </p:cNvPr>
          <p:cNvSpPr>
            <a:spLocks noGrp="1"/>
          </p:cNvSpPr>
          <p:nvPr>
            <p:ph type="body" sz="quarter" idx="14"/>
          </p:nvPr>
        </p:nvSpPr>
        <p:spPr/>
        <p:txBody>
          <a:bodyPr/>
          <a:lstStyle/>
          <a:p>
            <a:r>
              <a:rPr lang="de-DE" dirty="0"/>
              <a:t>ResNet</a:t>
            </a:r>
          </a:p>
        </p:txBody>
      </p:sp>
      <p:sp>
        <p:nvSpPr>
          <p:cNvPr id="5" name="PlaceHolder 2">
            <a:extLst>
              <a:ext uri="{FF2B5EF4-FFF2-40B4-BE49-F238E27FC236}">
                <a16:creationId xmlns:a16="http://schemas.microsoft.com/office/drawing/2014/main" id="{09EB549E-A987-3CD9-B74A-FBA6B4D3351D}"/>
              </a:ext>
            </a:extLst>
          </p:cNvPr>
          <p:cNvSpPr txBox="1">
            <a:spLocks/>
          </p:cNvSpPr>
          <p:nvPr/>
        </p:nvSpPr>
        <p:spPr>
          <a:xfrm>
            <a:off x="300493" y="2167266"/>
            <a:ext cx="11155320" cy="3767040"/>
          </a:xfrm>
          <a:prstGeom prst="rect">
            <a:avLst/>
          </a:prstGeom>
          <a:noFill/>
          <a:ln w="0">
            <a:noFill/>
          </a:ln>
        </p:spPr>
        <p:txBody>
          <a:bodyPr vert="horz" wrap="none" lIns="91440" tIns="45720" rIns="91440" bIns="45720" numCol="2" spcCol="0" rtlCol="0" anchor="t" anchorCtr="0">
            <a:normAutofit/>
          </a:bodyPr>
          <a:lstStyle>
            <a:lvl1pPr algn="l" defTabSz="914400" rtl="0" eaLnBrk="1" latinLnBrk="0" hangingPunct="1">
              <a:lnSpc>
                <a:spcPct val="90000"/>
              </a:lnSpc>
              <a:spcBef>
                <a:spcPct val="0"/>
              </a:spcBef>
              <a:buNone/>
              <a:defRPr sz="2200" b="1" i="0" kern="1200" cap="all" baseline="0">
                <a:solidFill>
                  <a:schemeClr val="bg2"/>
                </a:solidFill>
                <a:latin typeface="+mj-lt"/>
                <a:ea typeface="+mj-ea"/>
                <a:cs typeface="+mj-cs"/>
              </a:defRPr>
            </a:lvl1pPr>
          </a:lstStyle>
          <a:p>
            <a:pPr marL="228600" indent="-228600">
              <a:lnSpc>
                <a:spcPct val="110000"/>
              </a:lnSpc>
              <a:spcBef>
                <a:spcPts val="1001"/>
              </a:spcBef>
              <a:buClr>
                <a:srgbClr val="000000"/>
              </a:buClr>
              <a:buFont typeface="Arial"/>
              <a:buChar char="•"/>
            </a:pPr>
            <a:r>
              <a:rPr lang="en-US" sz="1800" b="0">
                <a:solidFill>
                  <a:schemeClr val="dk1"/>
                </a:solidFill>
                <a:latin typeface="Bierstadt"/>
              </a:rPr>
              <a:t>Why add statistical features?</a:t>
            </a:r>
          </a:p>
          <a:p>
            <a:pPr marL="685800" lvl="1" indent="-228600">
              <a:lnSpc>
                <a:spcPct val="110000"/>
              </a:lnSpc>
              <a:spcBef>
                <a:spcPts val="499"/>
              </a:spcBef>
              <a:buClr>
                <a:srgbClr val="000000"/>
              </a:buClr>
              <a:buFont typeface="Arial"/>
              <a:buChar char="•"/>
            </a:pPr>
            <a:r>
              <a:rPr lang="en-US" sz="1600" kern="0">
                <a:solidFill>
                  <a:schemeClr val="dk1"/>
                </a:solidFill>
                <a:latin typeface="Bierstadt"/>
              </a:rPr>
              <a:t>Raw bytes capture local structure</a:t>
            </a:r>
          </a:p>
          <a:p>
            <a:pPr marL="685800" lvl="1" indent="-228600">
              <a:lnSpc>
                <a:spcPct val="110000"/>
              </a:lnSpc>
              <a:spcBef>
                <a:spcPts val="499"/>
              </a:spcBef>
              <a:buClr>
                <a:srgbClr val="000000"/>
              </a:buClr>
              <a:buFont typeface="Arial"/>
              <a:buChar char="•"/>
            </a:pPr>
            <a:r>
              <a:rPr lang="en-US" sz="1600" kern="0">
                <a:solidFill>
                  <a:schemeClr val="dk1"/>
                </a:solidFill>
                <a:latin typeface="Bierstadt"/>
              </a:rPr>
              <a:t>Statistical features capture global packet characteristics</a:t>
            </a:r>
          </a:p>
          <a:p>
            <a:pPr marL="685800" lvl="1" indent="-228600">
              <a:lnSpc>
                <a:spcPct val="110000"/>
              </a:lnSpc>
              <a:spcBef>
                <a:spcPts val="499"/>
              </a:spcBef>
              <a:buClr>
                <a:srgbClr val="000000"/>
              </a:buClr>
              <a:buFont typeface="Arial"/>
              <a:buChar char="•"/>
            </a:pPr>
            <a:r>
              <a:rPr lang="en-US" sz="1600" kern="0">
                <a:solidFill>
                  <a:schemeClr val="dk1"/>
                </a:solidFill>
                <a:latin typeface="Bierstadt"/>
              </a:rPr>
              <a:t>Complement deep CNN features</a:t>
            </a:r>
          </a:p>
          <a:p>
            <a:pPr marL="228600" indent="-228600">
              <a:lnSpc>
                <a:spcPct val="110000"/>
              </a:lnSpc>
              <a:spcBef>
                <a:spcPts val="1001"/>
              </a:spcBef>
              <a:buClr>
                <a:srgbClr val="000000"/>
              </a:buClr>
              <a:buFont typeface="Arial"/>
              <a:buChar char="•"/>
            </a:pPr>
            <a:r>
              <a:rPr lang="en-US" sz="1800" b="0">
                <a:solidFill>
                  <a:schemeClr val="dk1"/>
                </a:solidFill>
                <a:latin typeface="Bierstadt"/>
              </a:rPr>
              <a:t>Features:</a:t>
            </a:r>
          </a:p>
          <a:p>
            <a:pPr marL="800280" lvl="1" indent="-343080">
              <a:lnSpc>
                <a:spcPct val="110000"/>
              </a:lnSpc>
              <a:spcBef>
                <a:spcPts val="499"/>
              </a:spcBef>
              <a:buClr>
                <a:srgbClr val="000000"/>
              </a:buClr>
              <a:buFont typeface="Bierstadt"/>
              <a:buAutoNum type="arabicPeriod"/>
            </a:pPr>
            <a:r>
              <a:rPr lang="en-US" sz="1600" kern="0">
                <a:solidFill>
                  <a:schemeClr val="dk1"/>
                </a:solidFill>
                <a:latin typeface="Bierstadt"/>
              </a:rPr>
              <a:t>Total number of bytes:</a:t>
            </a:r>
          </a:p>
          <a:p>
            <a:pPr marL="1143000" lvl="2" indent="-228600">
              <a:lnSpc>
                <a:spcPct val="110000"/>
              </a:lnSpc>
              <a:spcBef>
                <a:spcPts val="499"/>
              </a:spcBef>
              <a:buClr>
                <a:srgbClr val="000000"/>
              </a:buClr>
              <a:buFont typeface="Arial"/>
              <a:buChar char="•"/>
            </a:pPr>
            <a:r>
              <a:rPr lang="en-US" sz="1400" kern="0">
                <a:solidFill>
                  <a:schemeClr val="dk1"/>
                </a:solidFill>
                <a:latin typeface="Bierstadt"/>
              </a:rPr>
              <a:t>Packet length before padding or trimming</a:t>
            </a:r>
          </a:p>
          <a:p>
            <a:pPr marL="1143000" lvl="2" indent="-228600">
              <a:lnSpc>
                <a:spcPct val="110000"/>
              </a:lnSpc>
              <a:spcBef>
                <a:spcPts val="499"/>
              </a:spcBef>
              <a:buClr>
                <a:srgbClr val="000000"/>
              </a:buClr>
              <a:buFont typeface="Arial"/>
              <a:buChar char="•"/>
            </a:pPr>
            <a:r>
              <a:rPr lang="en-US" sz="1400" kern="0">
                <a:solidFill>
                  <a:schemeClr val="dk1"/>
                </a:solidFill>
                <a:latin typeface="Bierstadt"/>
              </a:rPr>
              <a:t>Helps detect:</a:t>
            </a:r>
          </a:p>
          <a:p>
            <a:pPr marL="1600200" lvl="3" indent="-228600">
              <a:lnSpc>
                <a:spcPct val="110000"/>
              </a:lnSpc>
              <a:spcBef>
                <a:spcPts val="499"/>
              </a:spcBef>
              <a:buClr>
                <a:srgbClr val="000000"/>
              </a:buClr>
              <a:buFont typeface="Arial"/>
              <a:buChar char="•"/>
            </a:pPr>
            <a:r>
              <a:rPr lang="en-US" sz="1200" kern="0">
                <a:solidFill>
                  <a:schemeClr val="dk1"/>
                </a:solidFill>
                <a:latin typeface="Bierstadt"/>
              </a:rPr>
              <a:t>Abnormal packet sizes</a:t>
            </a:r>
          </a:p>
          <a:p>
            <a:pPr marL="1600200" lvl="3" indent="-228600">
              <a:lnSpc>
                <a:spcPct val="110000"/>
              </a:lnSpc>
              <a:spcBef>
                <a:spcPts val="499"/>
              </a:spcBef>
              <a:buClr>
                <a:srgbClr val="000000"/>
              </a:buClr>
              <a:buFont typeface="Arial"/>
              <a:buChar char="•"/>
            </a:pPr>
            <a:r>
              <a:rPr lang="en-US" sz="1200" kern="0">
                <a:solidFill>
                  <a:schemeClr val="dk1"/>
                </a:solidFill>
                <a:latin typeface="Bierstadt"/>
              </a:rPr>
              <a:t>Flooding or malformed packets</a:t>
            </a:r>
          </a:p>
          <a:p>
            <a:pPr marL="800280" lvl="1" indent="-343080">
              <a:lnSpc>
                <a:spcPct val="110000"/>
              </a:lnSpc>
              <a:spcBef>
                <a:spcPts val="499"/>
              </a:spcBef>
              <a:buClr>
                <a:srgbClr val="000000"/>
              </a:buClr>
              <a:buFont typeface="Bierstadt"/>
              <a:buAutoNum type="arabicPeriod"/>
            </a:pPr>
            <a:r>
              <a:rPr lang="en-US" sz="1600" kern="0">
                <a:solidFill>
                  <a:schemeClr val="dk1"/>
                </a:solidFill>
                <a:latin typeface="Bierstadt"/>
              </a:rPr>
              <a:t>Occurrences of the most and second most frequent bytes</a:t>
            </a:r>
          </a:p>
          <a:p>
            <a:pPr marL="1257480" lvl="2" indent="-343080">
              <a:lnSpc>
                <a:spcPct val="110000"/>
              </a:lnSpc>
              <a:spcBef>
                <a:spcPts val="499"/>
              </a:spcBef>
              <a:buClr>
                <a:srgbClr val="000000"/>
              </a:buClr>
              <a:buFont typeface="Bierstadt"/>
              <a:buAutoNum type="arabicPeriod"/>
            </a:pPr>
            <a:r>
              <a:rPr lang="en-US" sz="1400" kern="0">
                <a:solidFill>
                  <a:schemeClr val="dk1"/>
                </a:solidFill>
                <a:latin typeface="Bierstadt"/>
              </a:rPr>
              <a:t>Useful for detecting repetitive payloads and protocol misuse and adds robustness beyond single dominant value. </a:t>
            </a:r>
          </a:p>
          <a:p>
            <a:pPr marL="800280" lvl="1" indent="-343080">
              <a:lnSpc>
                <a:spcPct val="110000"/>
              </a:lnSpc>
              <a:spcBef>
                <a:spcPts val="499"/>
              </a:spcBef>
              <a:buClr>
                <a:srgbClr val="000000"/>
              </a:buClr>
              <a:buFont typeface="Bierstadt"/>
              <a:buAutoNum type="arabicPeriod"/>
            </a:pPr>
            <a:r>
              <a:rPr lang="en-US" sz="1600" kern="0">
                <a:solidFill>
                  <a:schemeClr val="dk1"/>
                </a:solidFill>
                <a:latin typeface="Bierstadt"/>
              </a:rPr>
              <a:t>Byte entropy</a:t>
            </a:r>
          </a:p>
          <a:p>
            <a:pPr marL="1257480" lvl="2" indent="-343080">
              <a:lnSpc>
                <a:spcPct val="110000"/>
              </a:lnSpc>
              <a:spcBef>
                <a:spcPts val="499"/>
              </a:spcBef>
              <a:buClr>
                <a:srgbClr val="000000"/>
              </a:buClr>
              <a:buFont typeface="Bierstadt"/>
              <a:buAutoNum type="arabicPeriod"/>
            </a:pPr>
            <a:r>
              <a:rPr lang="en-US" sz="1400" kern="0">
                <a:solidFill>
                  <a:schemeClr val="dk1"/>
                </a:solidFill>
                <a:latin typeface="Bierstadt"/>
              </a:rPr>
              <a:t>Measures randomness of packet bytes</a:t>
            </a:r>
          </a:p>
          <a:p>
            <a:pPr marL="1257480" lvl="2" indent="-343080">
              <a:lnSpc>
                <a:spcPct val="110000"/>
              </a:lnSpc>
              <a:spcBef>
                <a:spcPts val="499"/>
              </a:spcBef>
              <a:buClr>
                <a:srgbClr val="000000"/>
              </a:buClr>
              <a:buFont typeface="Bierstadt"/>
              <a:buAutoNum type="arabicPeriod"/>
            </a:pPr>
            <a:r>
              <a:rPr lang="en-US" sz="1400" kern="0">
                <a:solidFill>
                  <a:schemeClr val="dk1"/>
                </a:solidFill>
                <a:latin typeface="Bierstadt"/>
              </a:rPr>
              <a:t>Attacks often show:</a:t>
            </a:r>
          </a:p>
          <a:p>
            <a:pPr marL="1714680" lvl="3" indent="-343080">
              <a:lnSpc>
                <a:spcPct val="110000"/>
              </a:lnSpc>
              <a:spcBef>
                <a:spcPts val="499"/>
              </a:spcBef>
              <a:buClr>
                <a:srgbClr val="000000"/>
              </a:buClr>
              <a:buFont typeface="Bierstadt"/>
              <a:buAutoNum type="arabicPeriod"/>
            </a:pPr>
            <a:r>
              <a:rPr lang="en-US" sz="1200" kern="0">
                <a:solidFill>
                  <a:schemeClr val="dk1"/>
                </a:solidFill>
                <a:latin typeface="Bierstadt"/>
              </a:rPr>
              <a:t>Unusually high or low entropy</a:t>
            </a:r>
          </a:p>
          <a:p>
            <a:pPr marL="800280" lvl="1" indent="-343080">
              <a:lnSpc>
                <a:spcPct val="110000"/>
              </a:lnSpc>
              <a:spcBef>
                <a:spcPts val="499"/>
              </a:spcBef>
              <a:buClr>
                <a:srgbClr val="000000"/>
              </a:buClr>
              <a:buFont typeface="Bierstadt"/>
              <a:buAutoNum type="arabicPeriod"/>
            </a:pPr>
            <a:r>
              <a:rPr lang="en-US" sz="1600" kern="0">
                <a:solidFill>
                  <a:schemeClr val="dk1"/>
                </a:solidFill>
                <a:latin typeface="Bierstadt"/>
              </a:rPr>
              <a:t>Ratio of padded bytes</a:t>
            </a:r>
          </a:p>
          <a:p>
            <a:pPr marL="1257480" lvl="2" indent="-343080">
              <a:lnSpc>
                <a:spcPct val="110000"/>
              </a:lnSpc>
              <a:spcBef>
                <a:spcPts val="499"/>
              </a:spcBef>
              <a:buClr>
                <a:srgbClr val="000000"/>
              </a:buClr>
              <a:buFont typeface="Bierstadt"/>
              <a:buAutoNum type="arabicPeriod"/>
            </a:pPr>
            <a:r>
              <a:rPr lang="en-US" sz="1400" kern="0">
                <a:solidFill>
                  <a:schemeClr val="dk1"/>
                </a:solidFill>
                <a:latin typeface="Bierstadt"/>
              </a:rPr>
              <a:t>Tells the model how much of the input is artificial. </a:t>
            </a:r>
          </a:p>
          <a:p>
            <a:pPr>
              <a:lnSpc>
                <a:spcPct val="110000"/>
              </a:lnSpc>
              <a:spcBef>
                <a:spcPts val="499"/>
              </a:spcBef>
            </a:pPr>
            <a:endParaRPr lang="en-US" sz="1200" b="0">
              <a:solidFill>
                <a:schemeClr val="dk1"/>
              </a:solidFill>
              <a:latin typeface="Bierstadt"/>
            </a:endParaRPr>
          </a:p>
          <a:p>
            <a:pPr>
              <a:lnSpc>
                <a:spcPct val="110000"/>
              </a:lnSpc>
              <a:spcBef>
                <a:spcPts val="499"/>
              </a:spcBef>
            </a:pPr>
            <a:endParaRPr lang="en-US" sz="1600" b="0">
              <a:solidFill>
                <a:schemeClr val="dk1"/>
              </a:solidFill>
              <a:latin typeface="Bierstadt"/>
            </a:endParaRPr>
          </a:p>
        </p:txBody>
      </p:sp>
    </p:spTree>
    <p:extLst>
      <p:ext uri="{BB962C8B-B14F-4D97-AF65-F5344CB8AC3E}">
        <p14:creationId xmlns:p14="http://schemas.microsoft.com/office/powerpoint/2010/main" val="40299737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8D41A89-2ACB-F15F-BF8F-74212CBA1A1B}"/>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B1BD0793-E072-8357-524B-34F7E38AA159}"/>
              </a:ext>
            </a:extLst>
          </p:cNvPr>
          <p:cNvSpPr>
            <a:spLocks noGrp="1"/>
          </p:cNvSpPr>
          <p:nvPr>
            <p:ph type="dt" sz="half" idx="10"/>
          </p:nvPr>
        </p:nvSpPr>
        <p:spPr/>
        <p:txBody>
          <a:bodyPr/>
          <a:lstStyle/>
          <a:p>
            <a:fld id="{9B1F8EF6-E26B-4E1C-950C-480DC8BE1F53}" type="datetime6">
              <a:rPr lang="en-US" smtClean="0"/>
              <a:t>February 26</a:t>
            </a:fld>
            <a:endParaRPr lang="de-DE" dirty="0"/>
          </a:p>
        </p:txBody>
      </p:sp>
      <p:sp>
        <p:nvSpPr>
          <p:cNvPr id="3" name="Fußzeilenplatzhalter 2">
            <a:extLst>
              <a:ext uri="{FF2B5EF4-FFF2-40B4-BE49-F238E27FC236}">
                <a16:creationId xmlns:a16="http://schemas.microsoft.com/office/drawing/2014/main" id="{C5DB6602-2C13-0E72-FA2F-057D1ABC7D35}"/>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8E8DA3F4-7471-E48E-46CD-B6C8EB3168F4}"/>
              </a:ext>
            </a:extLst>
          </p:cNvPr>
          <p:cNvSpPr>
            <a:spLocks noGrp="1"/>
          </p:cNvSpPr>
          <p:nvPr>
            <p:ph type="sldNum" sz="quarter" idx="12"/>
          </p:nvPr>
        </p:nvSpPr>
        <p:spPr/>
        <p:txBody>
          <a:bodyPr/>
          <a:lstStyle/>
          <a:p>
            <a:fld id="{D3A9EDD9-2578-4372-8132-10947A418667}" type="slidenum">
              <a:rPr lang="de-DE" smtClean="0"/>
              <a:t>42</a:t>
            </a:fld>
            <a:endParaRPr lang="de-DE"/>
          </a:p>
        </p:txBody>
      </p:sp>
      <p:sp>
        <p:nvSpPr>
          <p:cNvPr id="9" name="Titel 8">
            <a:extLst>
              <a:ext uri="{FF2B5EF4-FFF2-40B4-BE49-F238E27FC236}">
                <a16:creationId xmlns:a16="http://schemas.microsoft.com/office/drawing/2014/main" id="{BAFFDBBF-D8BB-BF5F-B681-58AEC3462AF7}"/>
              </a:ext>
            </a:extLst>
          </p:cNvPr>
          <p:cNvSpPr>
            <a:spLocks noGrp="1"/>
          </p:cNvSpPr>
          <p:nvPr>
            <p:ph type="title"/>
          </p:nvPr>
        </p:nvSpPr>
        <p:spPr/>
        <p:txBody>
          <a:bodyPr/>
          <a:lstStyle/>
          <a:p>
            <a:r>
              <a:rPr lang="de-DE" dirty="0"/>
              <a:t>Results</a:t>
            </a:r>
          </a:p>
        </p:txBody>
      </p:sp>
      <p:sp>
        <p:nvSpPr>
          <p:cNvPr id="12" name="Textplatzhalter 11">
            <a:extLst>
              <a:ext uri="{FF2B5EF4-FFF2-40B4-BE49-F238E27FC236}">
                <a16:creationId xmlns:a16="http://schemas.microsoft.com/office/drawing/2014/main" id="{7C35F499-EEBB-2A26-F20B-CDB441FC4B86}"/>
              </a:ext>
            </a:extLst>
          </p:cNvPr>
          <p:cNvSpPr>
            <a:spLocks noGrp="1"/>
          </p:cNvSpPr>
          <p:nvPr>
            <p:ph type="body" sz="quarter" idx="14"/>
          </p:nvPr>
        </p:nvSpPr>
        <p:spPr/>
        <p:txBody>
          <a:bodyPr/>
          <a:lstStyle/>
          <a:p>
            <a:r>
              <a:rPr lang="de-DE" dirty="0"/>
              <a:t>Traditional ML Models </a:t>
            </a:r>
          </a:p>
        </p:txBody>
      </p:sp>
      <p:pic>
        <p:nvPicPr>
          <p:cNvPr id="5" name="Content Placeholder 4">
            <a:extLst>
              <a:ext uri="{FF2B5EF4-FFF2-40B4-BE49-F238E27FC236}">
                <a16:creationId xmlns:a16="http://schemas.microsoft.com/office/drawing/2014/main" id="{499CFD2A-8B45-45BE-7ECC-584C93B74586}"/>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596981" y="1551373"/>
            <a:ext cx="8741527" cy="4351338"/>
          </a:xfrm>
          <a:prstGeom prst="rect">
            <a:avLst/>
          </a:prstGeom>
        </p:spPr>
      </p:pic>
      <p:sp>
        <p:nvSpPr>
          <p:cNvPr id="6" name="Textplatzhalter 10">
            <a:extLst>
              <a:ext uri="{FF2B5EF4-FFF2-40B4-BE49-F238E27FC236}">
                <a16:creationId xmlns:a16="http://schemas.microsoft.com/office/drawing/2014/main" id="{546D5666-549F-1B6D-0013-F9FFB83DDEB1}"/>
              </a:ext>
            </a:extLst>
          </p:cNvPr>
          <p:cNvSpPr>
            <a:spLocks noGrp="1"/>
          </p:cNvSpPr>
          <p:nvPr>
            <p:ph type="body" idx="13"/>
          </p:nvPr>
        </p:nvSpPr>
        <p:spPr>
          <a:xfrm>
            <a:off x="575733" y="1024114"/>
            <a:ext cx="11040533" cy="612000"/>
          </a:xfrm>
        </p:spPr>
        <p:txBody>
          <a:bodyPr/>
          <a:lstStyle/>
          <a:p>
            <a:r>
              <a:rPr lang="de-DE" dirty="0"/>
              <a:t>Feature Importance Scenario 1</a:t>
            </a:r>
          </a:p>
        </p:txBody>
      </p:sp>
    </p:spTree>
    <p:extLst>
      <p:ext uri="{BB962C8B-B14F-4D97-AF65-F5344CB8AC3E}">
        <p14:creationId xmlns:p14="http://schemas.microsoft.com/office/powerpoint/2010/main" val="7015443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3F11845-C8B4-9D69-7EBD-956F7B463AAB}"/>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50152BE6-8BD3-0A00-0302-979CD07D98ED}"/>
              </a:ext>
            </a:extLst>
          </p:cNvPr>
          <p:cNvSpPr>
            <a:spLocks noGrp="1"/>
          </p:cNvSpPr>
          <p:nvPr>
            <p:ph type="dt" sz="half" idx="10"/>
          </p:nvPr>
        </p:nvSpPr>
        <p:spPr/>
        <p:txBody>
          <a:bodyPr/>
          <a:lstStyle/>
          <a:p>
            <a:fld id="{67AC7A94-F5EF-4265-A7D7-1F75FA18AFD9}" type="datetime6">
              <a:rPr lang="en-US" smtClean="0"/>
              <a:t>February 26</a:t>
            </a:fld>
            <a:endParaRPr lang="de-DE" dirty="0"/>
          </a:p>
        </p:txBody>
      </p:sp>
      <p:sp>
        <p:nvSpPr>
          <p:cNvPr id="3" name="Fußzeilenplatzhalter 2">
            <a:extLst>
              <a:ext uri="{FF2B5EF4-FFF2-40B4-BE49-F238E27FC236}">
                <a16:creationId xmlns:a16="http://schemas.microsoft.com/office/drawing/2014/main" id="{1DE496AC-C46D-BF3B-B59D-53133F0CA34F}"/>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5039BCC8-D16A-4E62-A9B0-42C1554346DC}"/>
              </a:ext>
            </a:extLst>
          </p:cNvPr>
          <p:cNvSpPr>
            <a:spLocks noGrp="1"/>
          </p:cNvSpPr>
          <p:nvPr>
            <p:ph type="sldNum" sz="quarter" idx="12"/>
          </p:nvPr>
        </p:nvSpPr>
        <p:spPr/>
        <p:txBody>
          <a:bodyPr/>
          <a:lstStyle/>
          <a:p>
            <a:fld id="{D3A9EDD9-2578-4372-8132-10947A418667}" type="slidenum">
              <a:rPr lang="de-DE" smtClean="0"/>
              <a:t>43</a:t>
            </a:fld>
            <a:endParaRPr lang="de-DE"/>
          </a:p>
        </p:txBody>
      </p:sp>
      <p:sp>
        <p:nvSpPr>
          <p:cNvPr id="9" name="Titel 8">
            <a:extLst>
              <a:ext uri="{FF2B5EF4-FFF2-40B4-BE49-F238E27FC236}">
                <a16:creationId xmlns:a16="http://schemas.microsoft.com/office/drawing/2014/main" id="{473EC84C-7C2B-D7DB-58B1-CC8D2B6C5A73}"/>
              </a:ext>
            </a:extLst>
          </p:cNvPr>
          <p:cNvSpPr>
            <a:spLocks noGrp="1"/>
          </p:cNvSpPr>
          <p:nvPr>
            <p:ph type="title"/>
          </p:nvPr>
        </p:nvSpPr>
        <p:spPr/>
        <p:txBody>
          <a:bodyPr/>
          <a:lstStyle/>
          <a:p>
            <a:r>
              <a:rPr lang="de-DE" dirty="0"/>
              <a:t>Results</a:t>
            </a:r>
          </a:p>
        </p:txBody>
      </p:sp>
      <p:sp>
        <p:nvSpPr>
          <p:cNvPr id="12" name="Textplatzhalter 11">
            <a:extLst>
              <a:ext uri="{FF2B5EF4-FFF2-40B4-BE49-F238E27FC236}">
                <a16:creationId xmlns:a16="http://schemas.microsoft.com/office/drawing/2014/main" id="{4604DD97-529A-BF4B-5782-6E3367822CB2}"/>
              </a:ext>
            </a:extLst>
          </p:cNvPr>
          <p:cNvSpPr>
            <a:spLocks noGrp="1"/>
          </p:cNvSpPr>
          <p:nvPr>
            <p:ph type="body" sz="quarter" idx="14"/>
          </p:nvPr>
        </p:nvSpPr>
        <p:spPr/>
        <p:txBody>
          <a:bodyPr/>
          <a:lstStyle/>
          <a:p>
            <a:r>
              <a:rPr lang="de-DE" dirty="0"/>
              <a:t>Traditional ML Models </a:t>
            </a:r>
          </a:p>
        </p:txBody>
      </p:sp>
      <p:pic>
        <p:nvPicPr>
          <p:cNvPr id="8" name="Content Placeholder 6">
            <a:extLst>
              <a:ext uri="{FF2B5EF4-FFF2-40B4-BE49-F238E27FC236}">
                <a16:creationId xmlns:a16="http://schemas.microsoft.com/office/drawing/2014/main" id="{1FFBF43E-8AC2-0AA5-E6EF-DC03E240796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25236" y="1825625"/>
            <a:ext cx="8741527" cy="4351338"/>
          </a:xfrm>
          <a:prstGeom prst="rect">
            <a:avLst/>
          </a:prstGeom>
        </p:spPr>
      </p:pic>
      <p:sp>
        <p:nvSpPr>
          <p:cNvPr id="10" name="Textplatzhalter 10">
            <a:extLst>
              <a:ext uri="{FF2B5EF4-FFF2-40B4-BE49-F238E27FC236}">
                <a16:creationId xmlns:a16="http://schemas.microsoft.com/office/drawing/2014/main" id="{EA3974B7-BAA7-94F7-6F5B-512408516941}"/>
              </a:ext>
            </a:extLst>
          </p:cNvPr>
          <p:cNvSpPr>
            <a:spLocks noGrp="1"/>
          </p:cNvSpPr>
          <p:nvPr>
            <p:ph type="body" idx="13"/>
          </p:nvPr>
        </p:nvSpPr>
        <p:spPr>
          <a:xfrm>
            <a:off x="575733" y="1024114"/>
            <a:ext cx="11040533" cy="612000"/>
          </a:xfrm>
        </p:spPr>
        <p:txBody>
          <a:bodyPr/>
          <a:lstStyle/>
          <a:p>
            <a:r>
              <a:rPr lang="de-DE" dirty="0"/>
              <a:t>Feature Importance Scenario 2</a:t>
            </a:r>
          </a:p>
        </p:txBody>
      </p:sp>
    </p:spTree>
    <p:extLst>
      <p:ext uri="{BB962C8B-B14F-4D97-AF65-F5344CB8AC3E}">
        <p14:creationId xmlns:p14="http://schemas.microsoft.com/office/powerpoint/2010/main" val="12430317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E093C10-6689-73B9-54CE-EFC22EEB9A55}"/>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59EE6BD7-2B1B-FFA9-FB7C-4D5BF4C1BB7F}"/>
              </a:ext>
            </a:extLst>
          </p:cNvPr>
          <p:cNvSpPr>
            <a:spLocks noGrp="1"/>
          </p:cNvSpPr>
          <p:nvPr>
            <p:ph type="dt" sz="half" idx="10"/>
          </p:nvPr>
        </p:nvSpPr>
        <p:spPr/>
        <p:txBody>
          <a:bodyPr/>
          <a:lstStyle/>
          <a:p>
            <a:fld id="{D61DDBD2-D782-4DCD-9D00-8795A089EC2A}" type="datetime6">
              <a:rPr lang="en-US" smtClean="0"/>
              <a:t>February 26</a:t>
            </a:fld>
            <a:endParaRPr lang="de-DE" dirty="0"/>
          </a:p>
        </p:txBody>
      </p:sp>
      <p:sp>
        <p:nvSpPr>
          <p:cNvPr id="3" name="Fußzeilenplatzhalter 2">
            <a:extLst>
              <a:ext uri="{FF2B5EF4-FFF2-40B4-BE49-F238E27FC236}">
                <a16:creationId xmlns:a16="http://schemas.microsoft.com/office/drawing/2014/main" id="{62404E34-393A-2300-8469-FD8C7063BA5F}"/>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27000AD4-A8C6-2317-D5B6-FDA43430A7C0}"/>
              </a:ext>
            </a:extLst>
          </p:cNvPr>
          <p:cNvSpPr>
            <a:spLocks noGrp="1"/>
          </p:cNvSpPr>
          <p:nvPr>
            <p:ph type="sldNum" sz="quarter" idx="12"/>
          </p:nvPr>
        </p:nvSpPr>
        <p:spPr/>
        <p:txBody>
          <a:bodyPr/>
          <a:lstStyle/>
          <a:p>
            <a:fld id="{D3A9EDD9-2578-4372-8132-10947A418667}" type="slidenum">
              <a:rPr lang="de-DE" smtClean="0"/>
              <a:t>44</a:t>
            </a:fld>
            <a:endParaRPr lang="de-DE"/>
          </a:p>
        </p:txBody>
      </p:sp>
      <p:sp>
        <p:nvSpPr>
          <p:cNvPr id="9" name="Titel 8">
            <a:extLst>
              <a:ext uri="{FF2B5EF4-FFF2-40B4-BE49-F238E27FC236}">
                <a16:creationId xmlns:a16="http://schemas.microsoft.com/office/drawing/2014/main" id="{25E1D7ED-AC22-F8A0-7078-B1ADA6311C22}"/>
              </a:ext>
            </a:extLst>
          </p:cNvPr>
          <p:cNvSpPr>
            <a:spLocks noGrp="1"/>
          </p:cNvSpPr>
          <p:nvPr>
            <p:ph type="title"/>
          </p:nvPr>
        </p:nvSpPr>
        <p:spPr/>
        <p:txBody>
          <a:bodyPr/>
          <a:lstStyle/>
          <a:p>
            <a:r>
              <a:rPr lang="de-DE" dirty="0"/>
              <a:t>Results</a:t>
            </a:r>
          </a:p>
        </p:txBody>
      </p:sp>
      <p:sp>
        <p:nvSpPr>
          <p:cNvPr id="12" name="Textplatzhalter 11">
            <a:extLst>
              <a:ext uri="{FF2B5EF4-FFF2-40B4-BE49-F238E27FC236}">
                <a16:creationId xmlns:a16="http://schemas.microsoft.com/office/drawing/2014/main" id="{AE6D57B0-1F1E-DD72-DF21-26E7DAF49781}"/>
              </a:ext>
            </a:extLst>
          </p:cNvPr>
          <p:cNvSpPr>
            <a:spLocks noGrp="1"/>
          </p:cNvSpPr>
          <p:nvPr>
            <p:ph type="body" sz="quarter" idx="14"/>
          </p:nvPr>
        </p:nvSpPr>
        <p:spPr/>
        <p:txBody>
          <a:bodyPr/>
          <a:lstStyle/>
          <a:p>
            <a:r>
              <a:rPr lang="de-DE" dirty="0"/>
              <a:t>Traditional ML Models </a:t>
            </a:r>
          </a:p>
        </p:txBody>
      </p:sp>
      <p:sp>
        <p:nvSpPr>
          <p:cNvPr id="10" name="Textplatzhalter 10">
            <a:extLst>
              <a:ext uri="{FF2B5EF4-FFF2-40B4-BE49-F238E27FC236}">
                <a16:creationId xmlns:a16="http://schemas.microsoft.com/office/drawing/2014/main" id="{F3398240-8A35-0D60-5AB8-36F76B52BEF4}"/>
              </a:ext>
            </a:extLst>
          </p:cNvPr>
          <p:cNvSpPr>
            <a:spLocks noGrp="1"/>
          </p:cNvSpPr>
          <p:nvPr>
            <p:ph type="body" idx="13"/>
          </p:nvPr>
        </p:nvSpPr>
        <p:spPr>
          <a:xfrm>
            <a:off x="575733" y="1024114"/>
            <a:ext cx="11040533" cy="612000"/>
          </a:xfrm>
        </p:spPr>
        <p:txBody>
          <a:bodyPr/>
          <a:lstStyle/>
          <a:p>
            <a:r>
              <a:rPr lang="de-DE" dirty="0"/>
              <a:t>Error Overlaps (Raw)</a:t>
            </a:r>
          </a:p>
        </p:txBody>
      </p:sp>
      <p:pic>
        <p:nvPicPr>
          <p:cNvPr id="5" name="Content Placeholder 4">
            <a:extLst>
              <a:ext uri="{FF2B5EF4-FFF2-40B4-BE49-F238E27FC236}">
                <a16:creationId xmlns:a16="http://schemas.microsoft.com/office/drawing/2014/main" id="{1804E04E-89C5-9FFF-1074-4839271D1B09}"/>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18925" y="2130425"/>
            <a:ext cx="3639951" cy="3085292"/>
          </a:xfrm>
          <a:prstGeom prst="rect">
            <a:avLst/>
          </a:prstGeom>
          <a:ln>
            <a:solidFill>
              <a:schemeClr val="accent1"/>
            </a:solidFill>
          </a:ln>
        </p:spPr>
      </p:pic>
      <p:pic>
        <p:nvPicPr>
          <p:cNvPr id="6" name="Picture 5">
            <a:extLst>
              <a:ext uri="{FF2B5EF4-FFF2-40B4-BE49-F238E27FC236}">
                <a16:creationId xmlns:a16="http://schemas.microsoft.com/office/drawing/2014/main" id="{C9E4D230-D342-6813-59D5-C16C50A023F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93474" y="2130425"/>
            <a:ext cx="3545274" cy="3061367"/>
          </a:xfrm>
          <a:prstGeom prst="rect">
            <a:avLst/>
          </a:prstGeom>
          <a:ln>
            <a:solidFill>
              <a:schemeClr val="accent1"/>
            </a:solidFill>
          </a:ln>
        </p:spPr>
      </p:pic>
      <p:pic>
        <p:nvPicPr>
          <p:cNvPr id="7" name="Picture 6">
            <a:extLst>
              <a:ext uri="{FF2B5EF4-FFF2-40B4-BE49-F238E27FC236}">
                <a16:creationId xmlns:a16="http://schemas.microsoft.com/office/drawing/2014/main" id="{7ED1A919-B2D4-4341-86D3-DAECE82A35C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73345" y="2130425"/>
            <a:ext cx="3499729" cy="3085367"/>
          </a:xfrm>
          <a:prstGeom prst="rect">
            <a:avLst/>
          </a:prstGeom>
          <a:ln>
            <a:solidFill>
              <a:schemeClr val="accent1"/>
            </a:solidFill>
          </a:ln>
        </p:spPr>
      </p:pic>
    </p:spTree>
    <p:extLst>
      <p:ext uri="{BB962C8B-B14F-4D97-AF65-F5344CB8AC3E}">
        <p14:creationId xmlns:p14="http://schemas.microsoft.com/office/powerpoint/2010/main" val="17370751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3B7C646-0ABB-8F17-ED43-1EAEC4EF958D}"/>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7AA27890-5E59-30F1-DEED-175B14CCF7AC}"/>
              </a:ext>
            </a:extLst>
          </p:cNvPr>
          <p:cNvSpPr>
            <a:spLocks noGrp="1"/>
          </p:cNvSpPr>
          <p:nvPr>
            <p:ph type="dt" sz="half" idx="10"/>
          </p:nvPr>
        </p:nvSpPr>
        <p:spPr/>
        <p:txBody>
          <a:bodyPr/>
          <a:lstStyle/>
          <a:p>
            <a:fld id="{C15081CF-3407-422D-93B9-A0314EA0FE87}" type="datetime6">
              <a:rPr lang="en-US" smtClean="0"/>
              <a:t>February 26</a:t>
            </a:fld>
            <a:endParaRPr lang="de-DE" dirty="0"/>
          </a:p>
        </p:txBody>
      </p:sp>
      <p:sp>
        <p:nvSpPr>
          <p:cNvPr id="3" name="Fußzeilenplatzhalter 2">
            <a:extLst>
              <a:ext uri="{FF2B5EF4-FFF2-40B4-BE49-F238E27FC236}">
                <a16:creationId xmlns:a16="http://schemas.microsoft.com/office/drawing/2014/main" id="{D1CCB157-A37F-874C-C579-36F2550F6AF2}"/>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C975F751-416C-48A0-7E7F-29EA2D865347}"/>
              </a:ext>
            </a:extLst>
          </p:cNvPr>
          <p:cNvSpPr>
            <a:spLocks noGrp="1"/>
          </p:cNvSpPr>
          <p:nvPr>
            <p:ph type="sldNum" sz="quarter" idx="12"/>
          </p:nvPr>
        </p:nvSpPr>
        <p:spPr/>
        <p:txBody>
          <a:bodyPr/>
          <a:lstStyle/>
          <a:p>
            <a:fld id="{D3A9EDD9-2578-4372-8132-10947A418667}" type="slidenum">
              <a:rPr lang="de-DE" smtClean="0"/>
              <a:t>45</a:t>
            </a:fld>
            <a:endParaRPr lang="de-DE"/>
          </a:p>
        </p:txBody>
      </p:sp>
      <p:sp>
        <p:nvSpPr>
          <p:cNvPr id="9" name="Titel 8">
            <a:extLst>
              <a:ext uri="{FF2B5EF4-FFF2-40B4-BE49-F238E27FC236}">
                <a16:creationId xmlns:a16="http://schemas.microsoft.com/office/drawing/2014/main" id="{996F7F72-4EF4-B286-3305-A1AF04B594B1}"/>
              </a:ext>
            </a:extLst>
          </p:cNvPr>
          <p:cNvSpPr>
            <a:spLocks noGrp="1"/>
          </p:cNvSpPr>
          <p:nvPr>
            <p:ph type="title"/>
          </p:nvPr>
        </p:nvSpPr>
        <p:spPr/>
        <p:txBody>
          <a:bodyPr/>
          <a:lstStyle/>
          <a:p>
            <a:r>
              <a:rPr lang="de-DE" dirty="0"/>
              <a:t>Results</a:t>
            </a:r>
          </a:p>
        </p:txBody>
      </p:sp>
      <p:sp>
        <p:nvSpPr>
          <p:cNvPr id="12" name="Textplatzhalter 11">
            <a:extLst>
              <a:ext uri="{FF2B5EF4-FFF2-40B4-BE49-F238E27FC236}">
                <a16:creationId xmlns:a16="http://schemas.microsoft.com/office/drawing/2014/main" id="{00C7EF73-65E4-7B16-CBC2-C6267E4C76A1}"/>
              </a:ext>
            </a:extLst>
          </p:cNvPr>
          <p:cNvSpPr>
            <a:spLocks noGrp="1"/>
          </p:cNvSpPr>
          <p:nvPr>
            <p:ph type="body" sz="quarter" idx="14"/>
          </p:nvPr>
        </p:nvSpPr>
        <p:spPr/>
        <p:txBody>
          <a:bodyPr/>
          <a:lstStyle/>
          <a:p>
            <a:r>
              <a:rPr lang="de-DE" dirty="0"/>
              <a:t>Traditional ML Models</a:t>
            </a:r>
          </a:p>
        </p:txBody>
      </p:sp>
      <p:pic>
        <p:nvPicPr>
          <p:cNvPr id="5" name="Content Placeholder 4">
            <a:extLst>
              <a:ext uri="{FF2B5EF4-FFF2-40B4-BE49-F238E27FC236}">
                <a16:creationId xmlns:a16="http://schemas.microsoft.com/office/drawing/2014/main" id="{D138402F-32B5-887B-2DC3-C5ACA61A7F87}"/>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38200" y="1375515"/>
            <a:ext cx="6559550" cy="2490797"/>
          </a:xfrm>
          <a:prstGeom prst="rect">
            <a:avLst/>
          </a:prstGeom>
        </p:spPr>
      </p:pic>
      <p:pic>
        <p:nvPicPr>
          <p:cNvPr id="6" name="Picture 5">
            <a:extLst>
              <a:ext uri="{FF2B5EF4-FFF2-40B4-BE49-F238E27FC236}">
                <a16:creationId xmlns:a16="http://schemas.microsoft.com/office/drawing/2014/main" id="{F5F444F1-DC7E-0310-0AC1-C5B042D6636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8438" y="3866312"/>
            <a:ext cx="6685546" cy="2538640"/>
          </a:xfrm>
          <a:prstGeom prst="rect">
            <a:avLst/>
          </a:prstGeom>
        </p:spPr>
      </p:pic>
      <p:sp>
        <p:nvSpPr>
          <p:cNvPr id="7" name="Textplatzhalter 10">
            <a:extLst>
              <a:ext uri="{FF2B5EF4-FFF2-40B4-BE49-F238E27FC236}">
                <a16:creationId xmlns:a16="http://schemas.microsoft.com/office/drawing/2014/main" id="{EF8E55CD-2D67-50A9-C10A-538EB16D43B5}"/>
              </a:ext>
            </a:extLst>
          </p:cNvPr>
          <p:cNvSpPr>
            <a:spLocks noGrp="1"/>
          </p:cNvSpPr>
          <p:nvPr>
            <p:ph type="body" idx="13"/>
          </p:nvPr>
        </p:nvSpPr>
        <p:spPr>
          <a:xfrm>
            <a:off x="575733" y="1024114"/>
            <a:ext cx="11040533" cy="612000"/>
          </a:xfrm>
        </p:spPr>
        <p:txBody>
          <a:bodyPr/>
          <a:lstStyle/>
          <a:p>
            <a:r>
              <a:rPr lang="de-DE" dirty="0"/>
              <a:t>Memory Usage </a:t>
            </a:r>
          </a:p>
        </p:txBody>
      </p:sp>
    </p:spTree>
    <p:extLst>
      <p:ext uri="{BB962C8B-B14F-4D97-AF65-F5344CB8AC3E}">
        <p14:creationId xmlns:p14="http://schemas.microsoft.com/office/powerpoint/2010/main" val="25145642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0933A03-8282-F38A-C059-10A2B7A012C3}"/>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F303EEE3-D6B1-22B7-D0BB-C379C6B2081A}"/>
              </a:ext>
            </a:extLst>
          </p:cNvPr>
          <p:cNvSpPr>
            <a:spLocks noGrp="1"/>
          </p:cNvSpPr>
          <p:nvPr>
            <p:ph type="dt" sz="half" idx="10"/>
          </p:nvPr>
        </p:nvSpPr>
        <p:spPr/>
        <p:txBody>
          <a:bodyPr/>
          <a:lstStyle/>
          <a:p>
            <a:fld id="{298650D0-9811-498D-9210-3199EB2A07FA}" type="datetime6">
              <a:rPr lang="en-US" smtClean="0"/>
              <a:t>February 26</a:t>
            </a:fld>
            <a:endParaRPr lang="de-DE" dirty="0"/>
          </a:p>
        </p:txBody>
      </p:sp>
      <p:sp>
        <p:nvSpPr>
          <p:cNvPr id="3" name="Fußzeilenplatzhalter 2">
            <a:extLst>
              <a:ext uri="{FF2B5EF4-FFF2-40B4-BE49-F238E27FC236}">
                <a16:creationId xmlns:a16="http://schemas.microsoft.com/office/drawing/2014/main" id="{7DA4420F-8B16-8BC4-28A5-13FECA32905D}"/>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59B31C63-7D6C-E831-2934-60F7B8058462}"/>
              </a:ext>
            </a:extLst>
          </p:cNvPr>
          <p:cNvSpPr>
            <a:spLocks noGrp="1"/>
          </p:cNvSpPr>
          <p:nvPr>
            <p:ph type="sldNum" sz="quarter" idx="12"/>
          </p:nvPr>
        </p:nvSpPr>
        <p:spPr/>
        <p:txBody>
          <a:bodyPr/>
          <a:lstStyle/>
          <a:p>
            <a:fld id="{D3A9EDD9-2578-4372-8132-10947A418667}" type="slidenum">
              <a:rPr lang="de-DE" smtClean="0"/>
              <a:t>46</a:t>
            </a:fld>
            <a:endParaRPr lang="de-DE"/>
          </a:p>
        </p:txBody>
      </p:sp>
      <p:sp>
        <p:nvSpPr>
          <p:cNvPr id="9" name="Titel 8">
            <a:extLst>
              <a:ext uri="{FF2B5EF4-FFF2-40B4-BE49-F238E27FC236}">
                <a16:creationId xmlns:a16="http://schemas.microsoft.com/office/drawing/2014/main" id="{85FF26F3-62F7-EB95-F1A4-DDC1C401264A}"/>
              </a:ext>
            </a:extLst>
          </p:cNvPr>
          <p:cNvSpPr>
            <a:spLocks noGrp="1"/>
          </p:cNvSpPr>
          <p:nvPr>
            <p:ph type="title"/>
          </p:nvPr>
        </p:nvSpPr>
        <p:spPr/>
        <p:txBody>
          <a:bodyPr/>
          <a:lstStyle/>
          <a:p>
            <a:r>
              <a:rPr lang="de-DE" dirty="0"/>
              <a:t>Results</a:t>
            </a:r>
          </a:p>
        </p:txBody>
      </p:sp>
      <p:sp>
        <p:nvSpPr>
          <p:cNvPr id="12" name="Textplatzhalter 11">
            <a:extLst>
              <a:ext uri="{FF2B5EF4-FFF2-40B4-BE49-F238E27FC236}">
                <a16:creationId xmlns:a16="http://schemas.microsoft.com/office/drawing/2014/main" id="{C8B414D9-0203-3997-2BCE-8CCFCBBA2D96}"/>
              </a:ext>
            </a:extLst>
          </p:cNvPr>
          <p:cNvSpPr>
            <a:spLocks noGrp="1"/>
          </p:cNvSpPr>
          <p:nvPr>
            <p:ph type="body" sz="quarter" idx="14"/>
          </p:nvPr>
        </p:nvSpPr>
        <p:spPr/>
        <p:txBody>
          <a:bodyPr/>
          <a:lstStyle/>
          <a:p>
            <a:r>
              <a:rPr lang="de-DE" dirty="0"/>
              <a:t>Traditional ML Models</a:t>
            </a:r>
          </a:p>
        </p:txBody>
      </p:sp>
      <p:sp>
        <p:nvSpPr>
          <p:cNvPr id="7" name="Textplatzhalter 10">
            <a:extLst>
              <a:ext uri="{FF2B5EF4-FFF2-40B4-BE49-F238E27FC236}">
                <a16:creationId xmlns:a16="http://schemas.microsoft.com/office/drawing/2014/main" id="{9558CF59-73DB-4E0B-ACE6-819AFF32A605}"/>
              </a:ext>
            </a:extLst>
          </p:cNvPr>
          <p:cNvSpPr>
            <a:spLocks noGrp="1"/>
          </p:cNvSpPr>
          <p:nvPr>
            <p:ph type="body" idx="13"/>
          </p:nvPr>
        </p:nvSpPr>
        <p:spPr>
          <a:xfrm>
            <a:off x="575733" y="1024114"/>
            <a:ext cx="11040533" cy="612000"/>
          </a:xfrm>
        </p:spPr>
        <p:txBody>
          <a:bodyPr/>
          <a:lstStyle/>
          <a:p>
            <a:r>
              <a:rPr lang="de-DE" dirty="0"/>
              <a:t>Runtime </a:t>
            </a:r>
          </a:p>
        </p:txBody>
      </p:sp>
      <p:pic>
        <p:nvPicPr>
          <p:cNvPr id="11" name="Content Placeholder 7">
            <a:extLst>
              <a:ext uri="{FF2B5EF4-FFF2-40B4-BE49-F238E27FC236}">
                <a16:creationId xmlns:a16="http://schemas.microsoft.com/office/drawing/2014/main" id="{ACB177AB-E51E-C2B9-5193-5871BE51851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6900" y="1420083"/>
            <a:ext cx="6489700" cy="2464911"/>
          </a:xfrm>
          <a:prstGeom prst="rect">
            <a:avLst/>
          </a:prstGeom>
        </p:spPr>
      </p:pic>
      <p:pic>
        <p:nvPicPr>
          <p:cNvPr id="13" name="Picture 12">
            <a:extLst>
              <a:ext uri="{FF2B5EF4-FFF2-40B4-BE49-F238E27FC236}">
                <a16:creationId xmlns:a16="http://schemas.microsoft.com/office/drawing/2014/main" id="{FEB71198-A080-DCC7-4156-7B66E6D26C9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6900" y="3884994"/>
            <a:ext cx="6489700" cy="2464911"/>
          </a:xfrm>
          <a:prstGeom prst="rect">
            <a:avLst/>
          </a:prstGeom>
        </p:spPr>
      </p:pic>
    </p:spTree>
    <p:extLst>
      <p:ext uri="{BB962C8B-B14F-4D97-AF65-F5344CB8AC3E}">
        <p14:creationId xmlns:p14="http://schemas.microsoft.com/office/powerpoint/2010/main" val="36261817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03A6CA-136C-E56F-4134-132C13D2F224}"/>
              </a:ext>
            </a:extLst>
          </p:cNvPr>
          <p:cNvSpPr>
            <a:spLocks noGrp="1"/>
          </p:cNvSpPr>
          <p:nvPr>
            <p:ph type="dt" sz="half" idx="10"/>
          </p:nvPr>
        </p:nvSpPr>
        <p:spPr/>
        <p:txBody>
          <a:bodyPr/>
          <a:lstStyle/>
          <a:p>
            <a:fld id="{84419E95-5532-4BC2-925F-717586BFEF87}" type="datetime6">
              <a:rPr lang="en-US" smtClean="0"/>
              <a:t>February 26</a:t>
            </a:fld>
            <a:endParaRPr lang="de-DE" dirty="0"/>
          </a:p>
        </p:txBody>
      </p:sp>
      <p:sp>
        <p:nvSpPr>
          <p:cNvPr id="3" name="Footer Placeholder 2">
            <a:extLst>
              <a:ext uri="{FF2B5EF4-FFF2-40B4-BE49-F238E27FC236}">
                <a16:creationId xmlns:a16="http://schemas.microsoft.com/office/drawing/2014/main" id="{80506DE5-C641-7B91-2F37-04B9401A9B23}"/>
              </a:ext>
            </a:extLst>
          </p:cNvPr>
          <p:cNvSpPr>
            <a:spLocks noGrp="1"/>
          </p:cNvSpPr>
          <p:nvPr>
            <p:ph type="ftr" sz="quarter" idx="11"/>
          </p:nvPr>
        </p:nvSpPr>
        <p:spPr/>
        <p:txBody>
          <a:bodyPr/>
          <a:lstStyle/>
          <a:p>
            <a:endParaRPr lang="de-DE"/>
          </a:p>
        </p:txBody>
      </p:sp>
      <p:sp>
        <p:nvSpPr>
          <p:cNvPr id="4" name="Slide Number Placeholder 3">
            <a:extLst>
              <a:ext uri="{FF2B5EF4-FFF2-40B4-BE49-F238E27FC236}">
                <a16:creationId xmlns:a16="http://schemas.microsoft.com/office/drawing/2014/main" id="{C6DB77FC-C02C-FAAF-56A7-37B9861F2D9C}"/>
              </a:ext>
            </a:extLst>
          </p:cNvPr>
          <p:cNvSpPr>
            <a:spLocks noGrp="1"/>
          </p:cNvSpPr>
          <p:nvPr>
            <p:ph type="sldNum" sz="quarter" idx="12"/>
          </p:nvPr>
        </p:nvSpPr>
        <p:spPr/>
        <p:txBody>
          <a:bodyPr/>
          <a:lstStyle/>
          <a:p>
            <a:fld id="{D3A9EDD9-2578-4372-8132-10947A418667}" type="slidenum">
              <a:rPr lang="de-DE" smtClean="0"/>
              <a:t>47</a:t>
            </a:fld>
            <a:endParaRPr lang="de-DE"/>
          </a:p>
        </p:txBody>
      </p:sp>
      <p:sp>
        <p:nvSpPr>
          <p:cNvPr id="5" name="Text Placeholder 4">
            <a:extLst>
              <a:ext uri="{FF2B5EF4-FFF2-40B4-BE49-F238E27FC236}">
                <a16:creationId xmlns:a16="http://schemas.microsoft.com/office/drawing/2014/main" id="{66A8B5D9-733A-39D1-6141-32DF343CE5C5}"/>
              </a:ext>
            </a:extLst>
          </p:cNvPr>
          <p:cNvSpPr>
            <a:spLocks noGrp="1"/>
          </p:cNvSpPr>
          <p:nvPr>
            <p:ph type="body" idx="14"/>
          </p:nvPr>
        </p:nvSpPr>
        <p:spPr/>
        <p:txBody>
          <a:bodyPr/>
          <a:lstStyle/>
          <a:p>
            <a:r>
              <a:rPr lang="en-US" dirty="0"/>
              <a:t>Message Similarity</a:t>
            </a:r>
          </a:p>
        </p:txBody>
      </p:sp>
      <p:sp>
        <p:nvSpPr>
          <p:cNvPr id="7" name="Content Placeholder 6">
            <a:extLst>
              <a:ext uri="{FF2B5EF4-FFF2-40B4-BE49-F238E27FC236}">
                <a16:creationId xmlns:a16="http://schemas.microsoft.com/office/drawing/2014/main" id="{CC7347E2-B9F5-98F1-2B50-1C84CCC0E6A8}"/>
              </a:ext>
            </a:extLst>
          </p:cNvPr>
          <p:cNvSpPr>
            <a:spLocks noGrp="1"/>
          </p:cNvSpPr>
          <p:nvPr>
            <p:ph idx="1"/>
          </p:nvPr>
        </p:nvSpPr>
        <p:spPr/>
        <p:txBody>
          <a:bodyPr/>
          <a:lstStyle/>
          <a:p>
            <a:endParaRPr lang="en-US" sz="1600" dirty="0"/>
          </a:p>
          <a:p>
            <a:r>
              <a:rPr lang="en-US" sz="1600" dirty="0"/>
              <a:t>Message similarity: Between every message pair, we should compute # identical bytes divided by total number of bytes</a:t>
            </a:r>
          </a:p>
          <a:p>
            <a:r>
              <a:rPr lang="en-US" sz="1600" dirty="0"/>
              <a:t>This gives a matrix of similarity.</a:t>
            </a:r>
          </a:p>
          <a:p>
            <a:r>
              <a:rPr lang="en-US" sz="1600" dirty="0"/>
              <a:t>This similarity should be divided into: </a:t>
            </a:r>
          </a:p>
          <a:p>
            <a:r>
              <a:rPr lang="en-US" sz="1600" dirty="0"/>
              <a:t>   - </a:t>
            </a:r>
            <a:r>
              <a:rPr lang="en-US" sz="1600" dirty="0" err="1"/>
              <a:t>intrascore</a:t>
            </a:r>
            <a:r>
              <a:rPr lang="en-US" sz="1600" dirty="0"/>
              <a:t>: within the same cluster how much of them are similar to each other. </a:t>
            </a:r>
          </a:p>
          <a:p>
            <a:r>
              <a:rPr lang="en-US" sz="1600" dirty="0"/>
              <a:t>   - </a:t>
            </a:r>
            <a:r>
              <a:rPr lang="en-US" sz="1600" dirty="0" err="1"/>
              <a:t>interscore</a:t>
            </a:r>
            <a:r>
              <a:rPr lang="en-US" sz="1600" dirty="0"/>
              <a:t>: between different cluster how much of them are similar to each other.</a:t>
            </a:r>
          </a:p>
          <a:p>
            <a:r>
              <a:rPr lang="en-US" sz="1600" dirty="0"/>
              <a:t>We should define certain threshold t and compute the accuracy as Pm = 1 – (FMR + FNMR) / 2</a:t>
            </a:r>
          </a:p>
          <a:p>
            <a:r>
              <a:rPr lang="en-US" sz="1600" dirty="0"/>
              <a:t>FMR is False matching rate = (# </a:t>
            </a:r>
            <a:r>
              <a:rPr lang="en-US" sz="1600" dirty="0" err="1"/>
              <a:t>interscores</a:t>
            </a:r>
            <a:r>
              <a:rPr lang="en-US" sz="1600" dirty="0"/>
              <a:t> &gt; threshold) / total inter score</a:t>
            </a:r>
          </a:p>
        </p:txBody>
      </p:sp>
      <p:sp>
        <p:nvSpPr>
          <p:cNvPr id="8" name="Content Placeholder 7">
            <a:extLst>
              <a:ext uri="{FF2B5EF4-FFF2-40B4-BE49-F238E27FC236}">
                <a16:creationId xmlns:a16="http://schemas.microsoft.com/office/drawing/2014/main" id="{F52FE8E6-B506-9E47-9603-3C2658925C17}"/>
              </a:ext>
            </a:extLst>
          </p:cNvPr>
          <p:cNvSpPr>
            <a:spLocks noGrp="1"/>
          </p:cNvSpPr>
          <p:nvPr>
            <p:ph idx="16"/>
          </p:nvPr>
        </p:nvSpPr>
        <p:spPr/>
        <p:txBody>
          <a:bodyPr/>
          <a:lstStyle/>
          <a:p>
            <a:endParaRPr lang="en-US" sz="1600" dirty="0"/>
          </a:p>
          <a:p>
            <a:r>
              <a:rPr lang="en-US" sz="1600" dirty="0"/>
              <a:t>In other words, it defines how many of the packets within different cluster are similar to each other.</a:t>
            </a:r>
          </a:p>
          <a:p>
            <a:r>
              <a:rPr lang="en-US" sz="1600" dirty="0"/>
              <a:t>(e.g. they are in the same cluster, but they are not similar to each other)</a:t>
            </a:r>
          </a:p>
          <a:p>
            <a:r>
              <a:rPr lang="en-US" sz="1600" dirty="0"/>
              <a:t>FNMR is False non matching rate = ( # </a:t>
            </a:r>
            <a:r>
              <a:rPr lang="en-US" sz="1600" dirty="0" err="1"/>
              <a:t>intrascore</a:t>
            </a:r>
            <a:r>
              <a:rPr lang="en-US" sz="1600" dirty="0"/>
              <a:t> &lt; threshold ) / total intra score</a:t>
            </a:r>
          </a:p>
          <a:p>
            <a:r>
              <a:rPr lang="en-US" sz="1600" dirty="0"/>
              <a:t>In other words it defines how many of packets within different clusters are similar to each other. </a:t>
            </a:r>
          </a:p>
          <a:p>
            <a:r>
              <a:rPr lang="en-US" sz="1600" dirty="0"/>
              <a:t>(e.g. they are in different clusters, but they are similar to each other). </a:t>
            </a:r>
          </a:p>
          <a:p>
            <a:r>
              <a:rPr lang="en-US" sz="1600" dirty="0"/>
              <a:t>High pm -&gt; good keyword, Low pm -&gt; bad keyword. </a:t>
            </a:r>
          </a:p>
          <a:p>
            <a:endParaRPr lang="en-US" sz="1600" dirty="0"/>
          </a:p>
        </p:txBody>
      </p:sp>
      <p:sp>
        <p:nvSpPr>
          <p:cNvPr id="9" name="Title 8">
            <a:extLst>
              <a:ext uri="{FF2B5EF4-FFF2-40B4-BE49-F238E27FC236}">
                <a16:creationId xmlns:a16="http://schemas.microsoft.com/office/drawing/2014/main" id="{8D7DEAFB-E98B-1F58-84A9-742FE6F887DE}"/>
              </a:ext>
            </a:extLst>
          </p:cNvPr>
          <p:cNvSpPr>
            <a:spLocks noGrp="1"/>
          </p:cNvSpPr>
          <p:nvPr>
            <p:ph type="title"/>
          </p:nvPr>
        </p:nvSpPr>
        <p:spPr/>
        <p:txBody>
          <a:bodyPr/>
          <a:lstStyle/>
          <a:p>
            <a:r>
              <a:rPr lang="en-US" dirty="0"/>
              <a:t>Probabilities computation</a:t>
            </a:r>
          </a:p>
        </p:txBody>
      </p:sp>
      <p:sp>
        <p:nvSpPr>
          <p:cNvPr id="10" name="Text Placeholder 9">
            <a:extLst>
              <a:ext uri="{FF2B5EF4-FFF2-40B4-BE49-F238E27FC236}">
                <a16:creationId xmlns:a16="http://schemas.microsoft.com/office/drawing/2014/main" id="{A034AE1B-70A8-17DD-BDFC-63A28B6B308C}"/>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12560256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12CB3D7-F8B3-567B-487E-D16001C177FC}"/>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BA9E11EA-2636-C45E-CE9A-8DD01C3E5D99}"/>
              </a:ext>
            </a:extLst>
          </p:cNvPr>
          <p:cNvSpPr>
            <a:spLocks noGrp="1"/>
          </p:cNvSpPr>
          <p:nvPr>
            <p:ph type="dt" sz="half" idx="10"/>
          </p:nvPr>
        </p:nvSpPr>
        <p:spPr/>
        <p:txBody>
          <a:bodyPr/>
          <a:lstStyle/>
          <a:p>
            <a:fld id="{84419E95-5532-4BC2-925F-717586BFEF87}" type="datetime6">
              <a:rPr lang="en-US" smtClean="0"/>
              <a:t>February 26</a:t>
            </a:fld>
            <a:endParaRPr lang="de-DE" dirty="0"/>
          </a:p>
        </p:txBody>
      </p:sp>
      <p:sp>
        <p:nvSpPr>
          <p:cNvPr id="3" name="Footer Placeholder 2">
            <a:extLst>
              <a:ext uri="{FF2B5EF4-FFF2-40B4-BE49-F238E27FC236}">
                <a16:creationId xmlns:a16="http://schemas.microsoft.com/office/drawing/2014/main" id="{9DF898AF-E47E-A10F-C5F4-6BC98ECF5751}"/>
              </a:ext>
            </a:extLst>
          </p:cNvPr>
          <p:cNvSpPr>
            <a:spLocks noGrp="1"/>
          </p:cNvSpPr>
          <p:nvPr>
            <p:ph type="ftr" sz="quarter" idx="11"/>
          </p:nvPr>
        </p:nvSpPr>
        <p:spPr/>
        <p:txBody>
          <a:bodyPr/>
          <a:lstStyle/>
          <a:p>
            <a:endParaRPr lang="de-DE"/>
          </a:p>
        </p:txBody>
      </p:sp>
      <p:sp>
        <p:nvSpPr>
          <p:cNvPr id="4" name="Slide Number Placeholder 3">
            <a:extLst>
              <a:ext uri="{FF2B5EF4-FFF2-40B4-BE49-F238E27FC236}">
                <a16:creationId xmlns:a16="http://schemas.microsoft.com/office/drawing/2014/main" id="{160EDE85-DAC4-6B52-6250-EDF3316894B4}"/>
              </a:ext>
            </a:extLst>
          </p:cNvPr>
          <p:cNvSpPr>
            <a:spLocks noGrp="1"/>
          </p:cNvSpPr>
          <p:nvPr>
            <p:ph type="sldNum" sz="quarter" idx="12"/>
          </p:nvPr>
        </p:nvSpPr>
        <p:spPr/>
        <p:txBody>
          <a:bodyPr/>
          <a:lstStyle/>
          <a:p>
            <a:fld id="{D3A9EDD9-2578-4372-8132-10947A418667}" type="slidenum">
              <a:rPr lang="de-DE" smtClean="0"/>
              <a:t>48</a:t>
            </a:fld>
            <a:endParaRPr lang="de-DE"/>
          </a:p>
        </p:txBody>
      </p:sp>
      <p:sp>
        <p:nvSpPr>
          <p:cNvPr id="5" name="Text Placeholder 4">
            <a:extLst>
              <a:ext uri="{FF2B5EF4-FFF2-40B4-BE49-F238E27FC236}">
                <a16:creationId xmlns:a16="http://schemas.microsoft.com/office/drawing/2014/main" id="{CA511D1E-5058-BD6D-43F9-E8F1536E3094}"/>
              </a:ext>
            </a:extLst>
          </p:cNvPr>
          <p:cNvSpPr>
            <a:spLocks noGrp="1"/>
          </p:cNvSpPr>
          <p:nvPr>
            <p:ph type="body" idx="14"/>
          </p:nvPr>
        </p:nvSpPr>
        <p:spPr/>
        <p:txBody>
          <a:bodyPr/>
          <a:lstStyle/>
          <a:p>
            <a:r>
              <a:rPr lang="en-US" dirty="0"/>
              <a:t>Remote coupling</a:t>
            </a:r>
          </a:p>
        </p:txBody>
      </p:sp>
      <p:sp>
        <p:nvSpPr>
          <p:cNvPr id="7" name="Content Placeholder 6">
            <a:extLst>
              <a:ext uri="{FF2B5EF4-FFF2-40B4-BE49-F238E27FC236}">
                <a16:creationId xmlns:a16="http://schemas.microsoft.com/office/drawing/2014/main" id="{A3BD1845-FBE1-95C7-E8C8-B2423C2E52EA}"/>
              </a:ext>
            </a:extLst>
          </p:cNvPr>
          <p:cNvSpPr>
            <a:spLocks noGrp="1"/>
          </p:cNvSpPr>
          <p:nvPr>
            <p:ph idx="1"/>
          </p:nvPr>
        </p:nvSpPr>
        <p:spPr/>
        <p:txBody>
          <a:bodyPr/>
          <a:lstStyle/>
          <a:p>
            <a:endParaRPr lang="en-US" sz="1600" dirty="0"/>
          </a:p>
          <a:p>
            <a:r>
              <a:rPr lang="en-US" sz="1600" dirty="0"/>
              <a:t>Remote coupling: This evaluate how well client clusters corresponds to server clusters</a:t>
            </a:r>
          </a:p>
          <a:p>
            <a:r>
              <a:rPr lang="en-US" sz="1600" dirty="0"/>
              <a:t>The process goes as follow: </a:t>
            </a:r>
          </a:p>
          <a:p>
            <a:r>
              <a:rPr lang="en-US" sz="1600" dirty="0"/>
              <a:t>   1. We cluster client-to-server messages.</a:t>
            </a:r>
          </a:p>
          <a:p>
            <a:r>
              <a:rPr lang="en-US" sz="1600" dirty="0"/>
              <a:t>   2. We cluster server-to-client messages.</a:t>
            </a:r>
          </a:p>
          <a:p>
            <a:r>
              <a:rPr lang="en-US" sz="1600" dirty="0"/>
              <a:t>   3. then we pair messages by TCP session order. </a:t>
            </a:r>
          </a:p>
          <a:p>
            <a:r>
              <a:rPr lang="en-US" sz="1600" dirty="0"/>
              <a:t>Then for each client cluster: </a:t>
            </a:r>
          </a:p>
          <a:p>
            <a:r>
              <a:rPr lang="en-US" sz="1600" dirty="0"/>
              <a:t>   N: number of client messages in this cluster</a:t>
            </a:r>
          </a:p>
          <a:p>
            <a:r>
              <a:rPr lang="en-US" sz="1600" dirty="0"/>
              <a:t>   M: largest # of corresponding server messages that fall into same server cluster</a:t>
            </a:r>
          </a:p>
        </p:txBody>
      </p:sp>
      <p:sp>
        <p:nvSpPr>
          <p:cNvPr id="8" name="Content Placeholder 7">
            <a:extLst>
              <a:ext uri="{FF2B5EF4-FFF2-40B4-BE49-F238E27FC236}">
                <a16:creationId xmlns:a16="http://schemas.microsoft.com/office/drawing/2014/main" id="{50D1E109-12C6-3A56-84FA-E811F002A5F1}"/>
              </a:ext>
            </a:extLst>
          </p:cNvPr>
          <p:cNvSpPr>
            <a:spLocks noGrp="1"/>
          </p:cNvSpPr>
          <p:nvPr>
            <p:ph idx="16"/>
          </p:nvPr>
        </p:nvSpPr>
        <p:spPr/>
        <p:txBody>
          <a:bodyPr/>
          <a:lstStyle/>
          <a:p>
            <a:endParaRPr lang="en-US" sz="1600" dirty="0"/>
          </a:p>
          <a:p>
            <a:r>
              <a:rPr lang="en-US" sz="1600" dirty="0"/>
              <a:t>Then we compute remote coupling: </a:t>
            </a:r>
          </a:p>
          <a:p>
            <a:r>
              <a:rPr lang="en-US" sz="1600" dirty="0"/>
              <a:t>   </a:t>
            </a:r>
            <a:r>
              <a:rPr lang="en-US" sz="1600" dirty="0" err="1"/>
              <a:t>Pr</a:t>
            </a:r>
            <a:r>
              <a:rPr lang="en-US" sz="1600" dirty="0"/>
              <a:t> = M / N</a:t>
            </a:r>
          </a:p>
          <a:p>
            <a:r>
              <a:rPr lang="en-US" sz="1600" dirty="0"/>
              <a:t>So </a:t>
            </a:r>
            <a:r>
              <a:rPr lang="en-US" sz="1600" dirty="0" err="1"/>
              <a:t>Pr</a:t>
            </a:r>
            <a:r>
              <a:rPr lang="en-US" sz="1600" dirty="0"/>
              <a:t> evaluate what Is the probability that this cluster shows good cluster, because all client messages should have the same server response. </a:t>
            </a:r>
          </a:p>
          <a:p>
            <a:endParaRPr lang="en-US" sz="1600" dirty="0"/>
          </a:p>
          <a:p>
            <a:r>
              <a:rPr lang="en-US" sz="1600" dirty="0"/>
              <a:t>Then high </a:t>
            </a:r>
            <a:r>
              <a:rPr lang="en-US" sz="1600" dirty="0" err="1"/>
              <a:t>Pr</a:t>
            </a:r>
            <a:r>
              <a:rPr lang="en-US" sz="1600" dirty="0"/>
              <a:t> means good keyword candidate, because </a:t>
            </a:r>
            <a:r>
              <a:rPr lang="en-US" sz="1600" dirty="0" err="1"/>
              <a:t>cliend</a:t>
            </a:r>
            <a:r>
              <a:rPr lang="en-US" sz="1600" dirty="0"/>
              <a:t> request should determine server response. </a:t>
            </a:r>
          </a:p>
        </p:txBody>
      </p:sp>
      <p:sp>
        <p:nvSpPr>
          <p:cNvPr id="9" name="Title 8">
            <a:extLst>
              <a:ext uri="{FF2B5EF4-FFF2-40B4-BE49-F238E27FC236}">
                <a16:creationId xmlns:a16="http://schemas.microsoft.com/office/drawing/2014/main" id="{C99E9C38-6A50-5C10-A2A1-25EA507C20B7}"/>
              </a:ext>
            </a:extLst>
          </p:cNvPr>
          <p:cNvSpPr>
            <a:spLocks noGrp="1"/>
          </p:cNvSpPr>
          <p:nvPr>
            <p:ph type="title"/>
          </p:nvPr>
        </p:nvSpPr>
        <p:spPr/>
        <p:txBody>
          <a:bodyPr/>
          <a:lstStyle/>
          <a:p>
            <a:r>
              <a:rPr lang="en-US" dirty="0"/>
              <a:t>Probabilities computation</a:t>
            </a:r>
          </a:p>
        </p:txBody>
      </p:sp>
      <p:sp>
        <p:nvSpPr>
          <p:cNvPr id="10" name="Text Placeholder 9">
            <a:extLst>
              <a:ext uri="{FF2B5EF4-FFF2-40B4-BE49-F238E27FC236}">
                <a16:creationId xmlns:a16="http://schemas.microsoft.com/office/drawing/2014/main" id="{B0789FBA-7B87-0A2F-F626-E13B266862D2}"/>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40725333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57B3130-0028-26FD-41AF-0F3D892BF6FF}"/>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F4B39F71-94F5-83E5-8CC8-20E4CA0526B8}"/>
              </a:ext>
            </a:extLst>
          </p:cNvPr>
          <p:cNvSpPr>
            <a:spLocks noGrp="1"/>
          </p:cNvSpPr>
          <p:nvPr>
            <p:ph type="dt" sz="half" idx="10"/>
          </p:nvPr>
        </p:nvSpPr>
        <p:spPr/>
        <p:txBody>
          <a:bodyPr/>
          <a:lstStyle/>
          <a:p>
            <a:fld id="{84419E95-5532-4BC2-925F-717586BFEF87}" type="datetime6">
              <a:rPr lang="en-US" smtClean="0"/>
              <a:t>February 26</a:t>
            </a:fld>
            <a:endParaRPr lang="de-DE" dirty="0"/>
          </a:p>
        </p:txBody>
      </p:sp>
      <p:sp>
        <p:nvSpPr>
          <p:cNvPr id="3" name="Footer Placeholder 2">
            <a:extLst>
              <a:ext uri="{FF2B5EF4-FFF2-40B4-BE49-F238E27FC236}">
                <a16:creationId xmlns:a16="http://schemas.microsoft.com/office/drawing/2014/main" id="{9675D289-56CD-E354-E402-5761C4C2A55F}"/>
              </a:ext>
            </a:extLst>
          </p:cNvPr>
          <p:cNvSpPr>
            <a:spLocks noGrp="1"/>
          </p:cNvSpPr>
          <p:nvPr>
            <p:ph type="ftr" sz="quarter" idx="11"/>
          </p:nvPr>
        </p:nvSpPr>
        <p:spPr/>
        <p:txBody>
          <a:bodyPr/>
          <a:lstStyle/>
          <a:p>
            <a:endParaRPr lang="de-DE"/>
          </a:p>
        </p:txBody>
      </p:sp>
      <p:sp>
        <p:nvSpPr>
          <p:cNvPr id="4" name="Slide Number Placeholder 3">
            <a:extLst>
              <a:ext uri="{FF2B5EF4-FFF2-40B4-BE49-F238E27FC236}">
                <a16:creationId xmlns:a16="http://schemas.microsoft.com/office/drawing/2014/main" id="{B83748FF-B6AE-FECE-90BD-DAD589025F30}"/>
              </a:ext>
            </a:extLst>
          </p:cNvPr>
          <p:cNvSpPr>
            <a:spLocks noGrp="1"/>
          </p:cNvSpPr>
          <p:nvPr>
            <p:ph type="sldNum" sz="quarter" idx="12"/>
          </p:nvPr>
        </p:nvSpPr>
        <p:spPr/>
        <p:txBody>
          <a:bodyPr/>
          <a:lstStyle/>
          <a:p>
            <a:fld id="{D3A9EDD9-2578-4372-8132-10947A418667}" type="slidenum">
              <a:rPr lang="de-DE" smtClean="0"/>
              <a:t>49</a:t>
            </a:fld>
            <a:endParaRPr lang="de-DE"/>
          </a:p>
        </p:txBody>
      </p:sp>
      <p:sp>
        <p:nvSpPr>
          <p:cNvPr id="5" name="Text Placeholder 4">
            <a:extLst>
              <a:ext uri="{FF2B5EF4-FFF2-40B4-BE49-F238E27FC236}">
                <a16:creationId xmlns:a16="http://schemas.microsoft.com/office/drawing/2014/main" id="{3AC24467-E159-1773-4ABC-0CF74AE0A64A}"/>
              </a:ext>
            </a:extLst>
          </p:cNvPr>
          <p:cNvSpPr>
            <a:spLocks noGrp="1"/>
          </p:cNvSpPr>
          <p:nvPr>
            <p:ph type="body" idx="14"/>
          </p:nvPr>
        </p:nvSpPr>
        <p:spPr/>
        <p:txBody>
          <a:bodyPr/>
          <a:lstStyle/>
          <a:p>
            <a:r>
              <a:rPr lang="en-US" dirty="0"/>
              <a:t>Structure Coherence</a:t>
            </a:r>
          </a:p>
        </p:txBody>
      </p:sp>
      <p:sp>
        <p:nvSpPr>
          <p:cNvPr id="7" name="Content Placeholder 6">
            <a:extLst>
              <a:ext uri="{FF2B5EF4-FFF2-40B4-BE49-F238E27FC236}">
                <a16:creationId xmlns:a16="http://schemas.microsoft.com/office/drawing/2014/main" id="{B0DCDC84-2694-76D8-2072-69503BC00C5C}"/>
              </a:ext>
            </a:extLst>
          </p:cNvPr>
          <p:cNvSpPr>
            <a:spLocks noGrp="1"/>
          </p:cNvSpPr>
          <p:nvPr>
            <p:ph idx="1"/>
          </p:nvPr>
        </p:nvSpPr>
        <p:spPr>
          <a:xfrm>
            <a:off x="575733" y="2348725"/>
            <a:ext cx="9209712" cy="3960000"/>
          </a:xfrm>
        </p:spPr>
        <p:txBody>
          <a:bodyPr/>
          <a:lstStyle/>
          <a:p>
            <a:endParaRPr lang="en-US" sz="1600" dirty="0"/>
          </a:p>
          <a:p>
            <a:r>
              <a:rPr lang="en-US" sz="1600" dirty="0"/>
              <a:t>3. Structure coherence: </a:t>
            </a:r>
          </a:p>
          <a:p>
            <a:r>
              <a:rPr lang="en-US" sz="1600" dirty="0"/>
              <a:t>   - The main idea is that messages of the same type should have similar aligned structure. </a:t>
            </a:r>
          </a:p>
          <a:p>
            <a:r>
              <a:rPr lang="en-US" sz="1600" dirty="0"/>
              <a:t>The process is as follow: </a:t>
            </a:r>
          </a:p>
          <a:p>
            <a:r>
              <a:rPr lang="en-US" sz="1600" dirty="0"/>
              <a:t>   - For each cluster</a:t>
            </a:r>
          </a:p>
          <a:p>
            <a:r>
              <a:rPr lang="en-US" sz="1600" dirty="0"/>
              <a:t>       - re-align messages inside the cluster</a:t>
            </a:r>
          </a:p>
          <a:p>
            <a:r>
              <a:rPr lang="en-US" sz="1600" dirty="0"/>
              <a:t>       - count the number of gaps per message</a:t>
            </a:r>
          </a:p>
          <a:p>
            <a:r>
              <a:rPr lang="en-US" sz="1600" dirty="0"/>
              <a:t>   - compute Ps = 1 – (average gaps / aligned length)</a:t>
            </a:r>
          </a:p>
          <a:p>
            <a:endParaRPr lang="en-US" sz="1600" dirty="0"/>
          </a:p>
          <a:p>
            <a:r>
              <a:rPr lang="en-US" sz="1600" dirty="0"/>
              <a:t>High Ps means good keyword candidate. </a:t>
            </a:r>
          </a:p>
        </p:txBody>
      </p:sp>
      <p:sp>
        <p:nvSpPr>
          <p:cNvPr id="9" name="Title 8">
            <a:extLst>
              <a:ext uri="{FF2B5EF4-FFF2-40B4-BE49-F238E27FC236}">
                <a16:creationId xmlns:a16="http://schemas.microsoft.com/office/drawing/2014/main" id="{F9D510B1-2DA1-521B-4CC7-658A7AAEDB97}"/>
              </a:ext>
            </a:extLst>
          </p:cNvPr>
          <p:cNvSpPr>
            <a:spLocks noGrp="1"/>
          </p:cNvSpPr>
          <p:nvPr>
            <p:ph type="title"/>
          </p:nvPr>
        </p:nvSpPr>
        <p:spPr/>
        <p:txBody>
          <a:bodyPr/>
          <a:lstStyle/>
          <a:p>
            <a:r>
              <a:rPr lang="en-US" dirty="0"/>
              <a:t>Probabilities computation</a:t>
            </a:r>
          </a:p>
        </p:txBody>
      </p:sp>
      <p:sp>
        <p:nvSpPr>
          <p:cNvPr id="10" name="Text Placeholder 9">
            <a:extLst>
              <a:ext uri="{FF2B5EF4-FFF2-40B4-BE49-F238E27FC236}">
                <a16:creationId xmlns:a16="http://schemas.microsoft.com/office/drawing/2014/main" id="{747243A8-3EF5-415C-C6AA-FAA81F3EED85}"/>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42609894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7D358B-751E-8AAD-4A79-1AA5D6F72094}"/>
              </a:ext>
            </a:extLst>
          </p:cNvPr>
          <p:cNvSpPr>
            <a:spLocks noGrp="1"/>
          </p:cNvSpPr>
          <p:nvPr>
            <p:ph type="dt" sz="half" idx="10"/>
          </p:nvPr>
        </p:nvSpPr>
        <p:spPr/>
        <p:txBody>
          <a:bodyPr/>
          <a:lstStyle/>
          <a:p>
            <a:fld id="{84419E95-5532-4BC2-925F-717586BFEF87}" type="datetime6">
              <a:rPr lang="en-US" smtClean="0"/>
              <a:t>February 26</a:t>
            </a:fld>
            <a:endParaRPr lang="de-DE" dirty="0"/>
          </a:p>
        </p:txBody>
      </p:sp>
      <p:sp>
        <p:nvSpPr>
          <p:cNvPr id="3" name="Footer Placeholder 2">
            <a:extLst>
              <a:ext uri="{FF2B5EF4-FFF2-40B4-BE49-F238E27FC236}">
                <a16:creationId xmlns:a16="http://schemas.microsoft.com/office/drawing/2014/main" id="{0305DA23-7210-C7D9-C3DB-D0E9C6051A43}"/>
              </a:ext>
            </a:extLst>
          </p:cNvPr>
          <p:cNvSpPr>
            <a:spLocks noGrp="1"/>
          </p:cNvSpPr>
          <p:nvPr>
            <p:ph type="ftr" sz="quarter" idx="11"/>
          </p:nvPr>
        </p:nvSpPr>
        <p:spPr/>
        <p:txBody>
          <a:bodyPr/>
          <a:lstStyle/>
          <a:p>
            <a:endParaRPr lang="de-DE"/>
          </a:p>
        </p:txBody>
      </p:sp>
      <p:sp>
        <p:nvSpPr>
          <p:cNvPr id="4" name="Slide Number Placeholder 3">
            <a:extLst>
              <a:ext uri="{FF2B5EF4-FFF2-40B4-BE49-F238E27FC236}">
                <a16:creationId xmlns:a16="http://schemas.microsoft.com/office/drawing/2014/main" id="{09E2E8E3-1952-C9E2-7EB8-3EF4C6D6F55A}"/>
              </a:ext>
            </a:extLst>
          </p:cNvPr>
          <p:cNvSpPr>
            <a:spLocks noGrp="1"/>
          </p:cNvSpPr>
          <p:nvPr>
            <p:ph type="sldNum" sz="quarter" idx="12"/>
          </p:nvPr>
        </p:nvSpPr>
        <p:spPr/>
        <p:txBody>
          <a:bodyPr/>
          <a:lstStyle/>
          <a:p>
            <a:fld id="{D3A9EDD9-2578-4372-8132-10947A418667}" type="slidenum">
              <a:rPr lang="de-DE" smtClean="0"/>
              <a:t>50</a:t>
            </a:fld>
            <a:endParaRPr lang="de-DE"/>
          </a:p>
        </p:txBody>
      </p:sp>
      <p:sp>
        <p:nvSpPr>
          <p:cNvPr id="5" name="Text Placeholder 4">
            <a:extLst>
              <a:ext uri="{FF2B5EF4-FFF2-40B4-BE49-F238E27FC236}">
                <a16:creationId xmlns:a16="http://schemas.microsoft.com/office/drawing/2014/main" id="{AB917C98-CE7B-4017-504E-D49A66E1ED6F}"/>
              </a:ext>
            </a:extLst>
          </p:cNvPr>
          <p:cNvSpPr>
            <a:spLocks noGrp="1"/>
          </p:cNvSpPr>
          <p:nvPr>
            <p:ph type="body" idx="14"/>
          </p:nvPr>
        </p:nvSpPr>
        <p:spPr/>
        <p:txBody>
          <a:bodyPr/>
          <a:lstStyle/>
          <a:p>
            <a:r>
              <a:rPr lang="en-US" dirty="0"/>
              <a:t>We should have 5 features</a:t>
            </a:r>
          </a:p>
        </p:txBody>
      </p:sp>
      <p:sp>
        <p:nvSpPr>
          <p:cNvPr id="7" name="Content Placeholder 6">
            <a:extLst>
              <a:ext uri="{FF2B5EF4-FFF2-40B4-BE49-F238E27FC236}">
                <a16:creationId xmlns:a16="http://schemas.microsoft.com/office/drawing/2014/main" id="{2C15797D-8612-0529-6275-E6364924504F}"/>
              </a:ext>
            </a:extLst>
          </p:cNvPr>
          <p:cNvSpPr>
            <a:spLocks noGrp="1"/>
          </p:cNvSpPr>
          <p:nvPr>
            <p:ph idx="1"/>
          </p:nvPr>
        </p:nvSpPr>
        <p:spPr/>
        <p:txBody>
          <a:bodyPr/>
          <a:lstStyle/>
          <a:p>
            <a:r>
              <a:rPr lang="en-US" dirty="0"/>
              <a:t>Total number of bytes before padding or truncation</a:t>
            </a:r>
          </a:p>
          <a:p>
            <a:r>
              <a:rPr lang="en-US" dirty="0"/>
              <a:t>Most frequent byte</a:t>
            </a:r>
          </a:p>
          <a:p>
            <a:r>
              <a:rPr lang="en-US" dirty="0"/>
              <a:t>Second most frequent byte</a:t>
            </a:r>
          </a:p>
          <a:p>
            <a:r>
              <a:rPr lang="en-US" dirty="0"/>
              <a:t>Entropy</a:t>
            </a:r>
          </a:p>
          <a:p>
            <a:r>
              <a:rPr lang="en-US" dirty="0"/>
              <a:t>Length of padded data</a:t>
            </a:r>
          </a:p>
          <a:p>
            <a:endParaRPr lang="en-US" dirty="0"/>
          </a:p>
        </p:txBody>
      </p:sp>
      <p:sp>
        <p:nvSpPr>
          <p:cNvPr id="9" name="Title 8">
            <a:extLst>
              <a:ext uri="{FF2B5EF4-FFF2-40B4-BE49-F238E27FC236}">
                <a16:creationId xmlns:a16="http://schemas.microsoft.com/office/drawing/2014/main" id="{5579889B-CB2B-9056-CF53-A0B1471E9F37}"/>
              </a:ext>
            </a:extLst>
          </p:cNvPr>
          <p:cNvSpPr>
            <a:spLocks noGrp="1"/>
          </p:cNvSpPr>
          <p:nvPr>
            <p:ph type="title"/>
          </p:nvPr>
        </p:nvSpPr>
        <p:spPr/>
        <p:txBody>
          <a:bodyPr/>
          <a:lstStyle/>
          <a:p>
            <a:r>
              <a:rPr lang="en-US" dirty="0"/>
              <a:t>Resnet Statistical features</a:t>
            </a:r>
          </a:p>
        </p:txBody>
      </p:sp>
      <p:sp>
        <p:nvSpPr>
          <p:cNvPr id="10" name="Text Placeholder 9">
            <a:extLst>
              <a:ext uri="{FF2B5EF4-FFF2-40B4-BE49-F238E27FC236}">
                <a16:creationId xmlns:a16="http://schemas.microsoft.com/office/drawing/2014/main" id="{ECB019F5-776A-C7AD-E45E-14B7766CD95D}"/>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14784877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DA52FB-277F-F34A-17E9-C3AD58B0D0CB}"/>
              </a:ext>
            </a:extLst>
          </p:cNvPr>
          <p:cNvSpPr>
            <a:spLocks noGrp="1"/>
          </p:cNvSpPr>
          <p:nvPr>
            <p:ph type="dt" sz="half" idx="10"/>
          </p:nvPr>
        </p:nvSpPr>
        <p:spPr/>
        <p:txBody>
          <a:bodyPr/>
          <a:lstStyle/>
          <a:p>
            <a:fld id="{84419E95-5532-4BC2-925F-717586BFEF87}" type="datetime6">
              <a:rPr lang="en-US" smtClean="0"/>
              <a:t>February 26</a:t>
            </a:fld>
            <a:endParaRPr lang="de-DE" dirty="0"/>
          </a:p>
        </p:txBody>
      </p:sp>
      <p:sp>
        <p:nvSpPr>
          <p:cNvPr id="3" name="Footer Placeholder 2">
            <a:extLst>
              <a:ext uri="{FF2B5EF4-FFF2-40B4-BE49-F238E27FC236}">
                <a16:creationId xmlns:a16="http://schemas.microsoft.com/office/drawing/2014/main" id="{5D50A967-3DC5-7F84-7620-BF89648D9F7C}"/>
              </a:ext>
            </a:extLst>
          </p:cNvPr>
          <p:cNvSpPr>
            <a:spLocks noGrp="1"/>
          </p:cNvSpPr>
          <p:nvPr>
            <p:ph type="ftr" sz="quarter" idx="11"/>
          </p:nvPr>
        </p:nvSpPr>
        <p:spPr/>
        <p:txBody>
          <a:bodyPr/>
          <a:lstStyle/>
          <a:p>
            <a:endParaRPr lang="de-DE"/>
          </a:p>
        </p:txBody>
      </p:sp>
      <p:sp>
        <p:nvSpPr>
          <p:cNvPr id="4" name="Slide Number Placeholder 3">
            <a:extLst>
              <a:ext uri="{FF2B5EF4-FFF2-40B4-BE49-F238E27FC236}">
                <a16:creationId xmlns:a16="http://schemas.microsoft.com/office/drawing/2014/main" id="{2F6B6832-AC57-B76E-D53E-3A3719B9F6DC}"/>
              </a:ext>
            </a:extLst>
          </p:cNvPr>
          <p:cNvSpPr>
            <a:spLocks noGrp="1"/>
          </p:cNvSpPr>
          <p:nvPr>
            <p:ph type="sldNum" sz="quarter" idx="12"/>
          </p:nvPr>
        </p:nvSpPr>
        <p:spPr/>
        <p:txBody>
          <a:bodyPr/>
          <a:lstStyle/>
          <a:p>
            <a:fld id="{D3A9EDD9-2578-4372-8132-10947A418667}" type="slidenum">
              <a:rPr lang="de-DE" smtClean="0"/>
              <a:t>51</a:t>
            </a:fld>
            <a:endParaRPr lang="de-DE"/>
          </a:p>
        </p:txBody>
      </p:sp>
      <p:sp>
        <p:nvSpPr>
          <p:cNvPr id="5" name="Text Placeholder 4">
            <a:extLst>
              <a:ext uri="{FF2B5EF4-FFF2-40B4-BE49-F238E27FC236}">
                <a16:creationId xmlns:a16="http://schemas.microsoft.com/office/drawing/2014/main" id="{CAEA62CC-66C7-0EBF-94D6-12FD1B30D314}"/>
              </a:ext>
            </a:extLst>
          </p:cNvPr>
          <p:cNvSpPr>
            <a:spLocks noGrp="1"/>
          </p:cNvSpPr>
          <p:nvPr>
            <p:ph type="body" idx="14"/>
          </p:nvPr>
        </p:nvSpPr>
        <p:spPr/>
        <p:txBody>
          <a:bodyPr/>
          <a:lstStyle/>
          <a:p>
            <a:endParaRPr lang="en-US" dirty="0"/>
          </a:p>
        </p:txBody>
      </p:sp>
      <p:pic>
        <p:nvPicPr>
          <p:cNvPr id="12" name="Content Placeholder 11">
            <a:extLst>
              <a:ext uri="{FF2B5EF4-FFF2-40B4-BE49-F238E27FC236}">
                <a16:creationId xmlns:a16="http://schemas.microsoft.com/office/drawing/2014/main" id="{2568A6E3-9BFB-5DC8-C01D-218DC520BCD7}"/>
              </a:ext>
            </a:extLst>
          </p:cNvPr>
          <p:cNvPicPr>
            <a:picLocks noGrp="1" noChangeAspect="1"/>
          </p:cNvPicPr>
          <p:nvPr>
            <p:ph idx="1"/>
          </p:nvPr>
        </p:nvPicPr>
        <p:blipFill>
          <a:blip r:embed="rId2"/>
          <a:stretch>
            <a:fillRect/>
          </a:stretch>
        </p:blipFill>
        <p:spPr>
          <a:xfrm>
            <a:off x="97463" y="2659565"/>
            <a:ext cx="11926146" cy="1912434"/>
          </a:xfrm>
          <a:prstGeom prst="rect">
            <a:avLst/>
          </a:prstGeom>
        </p:spPr>
      </p:pic>
      <p:sp>
        <p:nvSpPr>
          <p:cNvPr id="9" name="Title 8">
            <a:extLst>
              <a:ext uri="{FF2B5EF4-FFF2-40B4-BE49-F238E27FC236}">
                <a16:creationId xmlns:a16="http://schemas.microsoft.com/office/drawing/2014/main" id="{AE22EB60-F320-DCAE-3661-6C3EC339A7A7}"/>
              </a:ext>
            </a:extLst>
          </p:cNvPr>
          <p:cNvSpPr>
            <a:spLocks noGrp="1"/>
          </p:cNvSpPr>
          <p:nvPr>
            <p:ph type="title"/>
          </p:nvPr>
        </p:nvSpPr>
        <p:spPr/>
        <p:txBody>
          <a:bodyPr/>
          <a:lstStyle/>
          <a:p>
            <a:r>
              <a:rPr lang="en-US" dirty="0"/>
              <a:t>S7comm Protocol structure</a:t>
            </a:r>
          </a:p>
        </p:txBody>
      </p:sp>
      <p:sp>
        <p:nvSpPr>
          <p:cNvPr id="10" name="Text Placeholder 9">
            <a:extLst>
              <a:ext uri="{FF2B5EF4-FFF2-40B4-BE49-F238E27FC236}">
                <a16:creationId xmlns:a16="http://schemas.microsoft.com/office/drawing/2014/main" id="{624C5BC2-8624-BDE4-18DB-8EDD47CBE6F2}"/>
              </a:ext>
            </a:extLst>
          </p:cNvPr>
          <p:cNvSpPr>
            <a:spLocks noGrp="1"/>
          </p:cNvSpPr>
          <p:nvPr>
            <p:ph type="body" sz="quarter" idx="17"/>
          </p:nvPr>
        </p:nvSpPr>
        <p:spPr/>
        <p:txBody>
          <a:bodyPr/>
          <a:lstStyle/>
          <a:p>
            <a:endParaRPr lang="en-US"/>
          </a:p>
        </p:txBody>
      </p:sp>
      <p:sp>
        <p:nvSpPr>
          <p:cNvPr id="13" name="TextBox 12">
            <a:extLst>
              <a:ext uri="{FF2B5EF4-FFF2-40B4-BE49-F238E27FC236}">
                <a16:creationId xmlns:a16="http://schemas.microsoft.com/office/drawing/2014/main" id="{59EAE97F-BC32-FDDB-2EC1-D14CEFAF8502}"/>
              </a:ext>
            </a:extLst>
          </p:cNvPr>
          <p:cNvSpPr txBox="1"/>
          <p:nvPr/>
        </p:nvSpPr>
        <p:spPr>
          <a:xfrm>
            <a:off x="9893211" y="5170176"/>
            <a:ext cx="1481559" cy="646331"/>
          </a:xfrm>
          <a:prstGeom prst="rect">
            <a:avLst/>
          </a:prstGeom>
          <a:noFill/>
        </p:spPr>
        <p:txBody>
          <a:bodyPr wrap="square" rtlCol="0">
            <a:spAutoFit/>
          </a:bodyPr>
          <a:lstStyle/>
          <a:p>
            <a:r>
              <a:rPr lang="en-US" dirty="0"/>
              <a:t>Best candidate</a:t>
            </a:r>
          </a:p>
        </p:txBody>
      </p:sp>
      <p:sp>
        <p:nvSpPr>
          <p:cNvPr id="14" name="Arrow: Down 13">
            <a:extLst>
              <a:ext uri="{FF2B5EF4-FFF2-40B4-BE49-F238E27FC236}">
                <a16:creationId xmlns:a16="http://schemas.microsoft.com/office/drawing/2014/main" id="{3D4942BA-2A62-F232-6D91-10B892D6423B}"/>
              </a:ext>
            </a:extLst>
          </p:cNvPr>
          <p:cNvSpPr/>
          <p:nvPr/>
        </p:nvSpPr>
        <p:spPr>
          <a:xfrm rot="10800000">
            <a:off x="10046825" y="4622231"/>
            <a:ext cx="370390" cy="49771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59319104"/>
      </p:ext>
    </p:extLst>
  </p:cSld>
  <p:clrMapOvr>
    <a:masterClrMapping/>
  </p:clrMapOvr>
</p:sld>
</file>

<file path=ppt/theme/theme1.xml><?xml version="1.0" encoding="utf-8"?>
<a:theme xmlns:a="http://schemas.openxmlformats.org/drawingml/2006/main" name="Titelseite blau">
  <a:themeElements>
    <a:clrScheme name="BTU-Farben">
      <a:dk1>
        <a:srgbClr val="505050"/>
      </a:dk1>
      <a:lt1>
        <a:srgbClr val="FFFFFF"/>
      </a:lt1>
      <a:dk2>
        <a:srgbClr val="001E46"/>
      </a:dk2>
      <a:lt2>
        <a:srgbClr val="009BD2"/>
      </a:lt2>
      <a:accent1>
        <a:srgbClr val="009632"/>
      </a:accent1>
      <a:accent2>
        <a:srgbClr val="A5C300"/>
      </a:accent2>
      <a:accent3>
        <a:srgbClr val="7030A0"/>
      </a:accent3>
      <a:accent4>
        <a:srgbClr val="D20078"/>
      </a:accent4>
      <a:accent5>
        <a:srgbClr val="009696"/>
      </a:accent5>
      <a:accent6>
        <a:srgbClr val="0050A0"/>
      </a:accent6>
      <a:hlink>
        <a:srgbClr val="009BD2"/>
      </a:hlink>
      <a:folHlink>
        <a:srgbClr val="009BD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rlage_BTU-Foliensatz_16zu9_english" id="{FD4CAE21-261C-4061-8745-F72EDEADF88B}" vid="{1D201BA9-3FFC-4005-BF46-969EF1964F7F}"/>
    </a:ext>
  </a:extLst>
</a:theme>
</file>

<file path=ppt/theme/theme2.xml><?xml version="1.0" encoding="utf-8"?>
<a:theme xmlns:a="http://schemas.openxmlformats.org/drawingml/2006/main" name="Titelseite weiß">
  <a:themeElements>
    <a:clrScheme name="BTU-Farben">
      <a:dk1>
        <a:srgbClr val="505050"/>
      </a:dk1>
      <a:lt1>
        <a:srgbClr val="FFFFFF"/>
      </a:lt1>
      <a:dk2>
        <a:srgbClr val="001E46"/>
      </a:dk2>
      <a:lt2>
        <a:srgbClr val="009BD2"/>
      </a:lt2>
      <a:accent1>
        <a:srgbClr val="009632"/>
      </a:accent1>
      <a:accent2>
        <a:srgbClr val="A5C300"/>
      </a:accent2>
      <a:accent3>
        <a:srgbClr val="7030A0"/>
      </a:accent3>
      <a:accent4>
        <a:srgbClr val="D20078"/>
      </a:accent4>
      <a:accent5>
        <a:srgbClr val="009696"/>
      </a:accent5>
      <a:accent6>
        <a:srgbClr val="0050A0"/>
      </a:accent6>
      <a:hlink>
        <a:srgbClr val="009BD2"/>
      </a:hlink>
      <a:folHlink>
        <a:srgbClr val="009BD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rlage_BTU-Foliensatz_16zu9_english" id="{FD4CAE21-261C-4061-8745-F72EDEADF88B}" vid="{9C9C7FAB-48F4-4DEF-90D6-13463583C0A8}"/>
    </a:ext>
  </a:extLst>
</a:theme>
</file>

<file path=ppt/theme/theme3.xml><?xml version="1.0" encoding="utf-8"?>
<a:theme xmlns:a="http://schemas.openxmlformats.org/drawingml/2006/main" name="Kapitelseite blau">
  <a:themeElements>
    <a:clrScheme name="BTU-Farben">
      <a:dk1>
        <a:srgbClr val="505050"/>
      </a:dk1>
      <a:lt1>
        <a:srgbClr val="FFFFFF"/>
      </a:lt1>
      <a:dk2>
        <a:srgbClr val="001E46"/>
      </a:dk2>
      <a:lt2>
        <a:srgbClr val="009BD2"/>
      </a:lt2>
      <a:accent1>
        <a:srgbClr val="009632"/>
      </a:accent1>
      <a:accent2>
        <a:srgbClr val="A5C300"/>
      </a:accent2>
      <a:accent3>
        <a:srgbClr val="7030A0"/>
      </a:accent3>
      <a:accent4>
        <a:srgbClr val="D20078"/>
      </a:accent4>
      <a:accent5>
        <a:srgbClr val="009696"/>
      </a:accent5>
      <a:accent6>
        <a:srgbClr val="0050A0"/>
      </a:accent6>
      <a:hlink>
        <a:srgbClr val="009BD2"/>
      </a:hlink>
      <a:folHlink>
        <a:srgbClr val="009BD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rlage_BTU-Foliensatz_16zu9_english" id="{FD4CAE21-261C-4061-8745-F72EDEADF88B}" vid="{3F59F569-15C0-4AB8-AFD4-B5B805C661D0}"/>
    </a:ext>
  </a:extLst>
</a:theme>
</file>

<file path=ppt/theme/theme4.xml><?xml version="1.0" encoding="utf-8"?>
<a:theme xmlns:a="http://schemas.openxmlformats.org/drawingml/2006/main" name="Kapitelseite weiß">
  <a:themeElements>
    <a:clrScheme name="BTU-Farben">
      <a:dk1>
        <a:srgbClr val="505050"/>
      </a:dk1>
      <a:lt1>
        <a:srgbClr val="FFFFFF"/>
      </a:lt1>
      <a:dk2>
        <a:srgbClr val="001E46"/>
      </a:dk2>
      <a:lt2>
        <a:srgbClr val="009BD2"/>
      </a:lt2>
      <a:accent1>
        <a:srgbClr val="009632"/>
      </a:accent1>
      <a:accent2>
        <a:srgbClr val="A5C300"/>
      </a:accent2>
      <a:accent3>
        <a:srgbClr val="7030A0"/>
      </a:accent3>
      <a:accent4>
        <a:srgbClr val="D20078"/>
      </a:accent4>
      <a:accent5>
        <a:srgbClr val="009696"/>
      </a:accent5>
      <a:accent6>
        <a:srgbClr val="0050A0"/>
      </a:accent6>
      <a:hlink>
        <a:srgbClr val="009BD2"/>
      </a:hlink>
      <a:folHlink>
        <a:srgbClr val="009BD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rlage_BTU-Foliensatz_16zu9_english" id="{FD4CAE21-261C-4061-8745-F72EDEADF88B}" vid="{82A19A07-1FA7-4B50-B8F0-C5ACB7BED0DB}"/>
    </a:ext>
  </a:extLst>
</a:theme>
</file>

<file path=ppt/theme/theme5.xml><?xml version="1.0" encoding="utf-8"?>
<a:theme xmlns:a="http://schemas.openxmlformats.org/drawingml/2006/main" name="Inhalt Folientitel zweizeilig">
  <a:themeElements>
    <a:clrScheme name="BTU-Farben">
      <a:dk1>
        <a:srgbClr val="505050"/>
      </a:dk1>
      <a:lt1>
        <a:srgbClr val="FFFFFF"/>
      </a:lt1>
      <a:dk2>
        <a:srgbClr val="001E46"/>
      </a:dk2>
      <a:lt2>
        <a:srgbClr val="009BD2"/>
      </a:lt2>
      <a:accent1>
        <a:srgbClr val="009632"/>
      </a:accent1>
      <a:accent2>
        <a:srgbClr val="A5C300"/>
      </a:accent2>
      <a:accent3>
        <a:srgbClr val="7030A0"/>
      </a:accent3>
      <a:accent4>
        <a:srgbClr val="D20078"/>
      </a:accent4>
      <a:accent5>
        <a:srgbClr val="009696"/>
      </a:accent5>
      <a:accent6>
        <a:srgbClr val="0050A0"/>
      </a:accent6>
      <a:hlink>
        <a:srgbClr val="009BD2"/>
      </a:hlink>
      <a:folHlink>
        <a:srgbClr val="009BD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rlage_BTU-Foliensatz_16zu9_english" id="{FD4CAE21-261C-4061-8745-F72EDEADF88B}" vid="{DC847ADE-A9B4-4593-9865-137DCE9EFFB3}"/>
    </a:ext>
  </a:extLst>
</a:theme>
</file>

<file path=ppt/theme/theme6.xml><?xml version="1.0" encoding="utf-8"?>
<a:theme xmlns:a="http://schemas.openxmlformats.org/drawingml/2006/main" name="Inhalt Folientitel einzeilig mit Untertitel">
  <a:themeElements>
    <a:clrScheme name="BTU-Farben">
      <a:dk1>
        <a:srgbClr val="505050"/>
      </a:dk1>
      <a:lt1>
        <a:srgbClr val="FFFFFF"/>
      </a:lt1>
      <a:dk2>
        <a:srgbClr val="001E46"/>
      </a:dk2>
      <a:lt2>
        <a:srgbClr val="009BD2"/>
      </a:lt2>
      <a:accent1>
        <a:srgbClr val="009632"/>
      </a:accent1>
      <a:accent2>
        <a:srgbClr val="A5C300"/>
      </a:accent2>
      <a:accent3>
        <a:srgbClr val="7030A0"/>
      </a:accent3>
      <a:accent4>
        <a:srgbClr val="D20078"/>
      </a:accent4>
      <a:accent5>
        <a:srgbClr val="009696"/>
      </a:accent5>
      <a:accent6>
        <a:srgbClr val="0050A0"/>
      </a:accent6>
      <a:hlink>
        <a:srgbClr val="009BD2"/>
      </a:hlink>
      <a:folHlink>
        <a:srgbClr val="009BD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rlage_BTU-Foliensatz_16zu9_english" id="{FD4CAE21-261C-4061-8745-F72EDEADF88B}" vid="{6F72E1EF-6B7E-41F1-A6DC-A7E119376A32}"/>
    </a:ext>
  </a:extLst>
</a:theme>
</file>

<file path=ppt/theme/theme7.xml><?xml version="1.0" encoding="utf-8"?>
<a:theme xmlns:a="http://schemas.openxmlformats.org/drawingml/2006/main" name="Abschluss | ">
  <a:themeElements>
    <a:clrScheme name="BTU-Farben">
      <a:dk1>
        <a:srgbClr val="505050"/>
      </a:dk1>
      <a:lt1>
        <a:srgbClr val="FFFFFF"/>
      </a:lt1>
      <a:dk2>
        <a:srgbClr val="001E46"/>
      </a:dk2>
      <a:lt2>
        <a:srgbClr val="009BD2"/>
      </a:lt2>
      <a:accent1>
        <a:srgbClr val="009632"/>
      </a:accent1>
      <a:accent2>
        <a:srgbClr val="A5C300"/>
      </a:accent2>
      <a:accent3>
        <a:srgbClr val="7030A0"/>
      </a:accent3>
      <a:accent4>
        <a:srgbClr val="D20078"/>
      </a:accent4>
      <a:accent5>
        <a:srgbClr val="009696"/>
      </a:accent5>
      <a:accent6>
        <a:srgbClr val="0050A0"/>
      </a:accent6>
      <a:hlink>
        <a:srgbClr val="009BD2"/>
      </a:hlink>
      <a:folHlink>
        <a:srgbClr val="009BD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rlage_BTU-Foliensatz_16zu9_english" id="{FD4CAE21-261C-4061-8745-F72EDEADF88B}" vid="{1307DE28-6A04-4880-BA64-772DC432D12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Vorlage_BTU-Foliensatz_16zu9_english</Template>
  <TotalTime>460</TotalTime>
  <Words>7101</Words>
  <Application>Microsoft Office PowerPoint</Application>
  <PresentationFormat>Widescreen</PresentationFormat>
  <Paragraphs>1085</Paragraphs>
  <Slides>51</Slides>
  <Notes>31</Notes>
  <HiddenSlides>14</HiddenSlides>
  <MMClips>0</MMClips>
  <ScaleCrop>false</ScaleCrop>
  <HeadingPairs>
    <vt:vector size="6" baseType="variant">
      <vt:variant>
        <vt:lpstr>Fonts Used</vt:lpstr>
      </vt:variant>
      <vt:variant>
        <vt:i4>9</vt:i4>
      </vt:variant>
      <vt:variant>
        <vt:lpstr>Theme</vt:lpstr>
      </vt:variant>
      <vt:variant>
        <vt:i4>7</vt:i4>
      </vt:variant>
      <vt:variant>
        <vt:lpstr>Slide Titles</vt:lpstr>
      </vt:variant>
      <vt:variant>
        <vt:i4>51</vt:i4>
      </vt:variant>
    </vt:vector>
  </HeadingPairs>
  <TitlesOfParts>
    <vt:vector size="67" baseType="lpstr">
      <vt:lpstr>Abadi</vt:lpstr>
      <vt:lpstr>Aptos</vt:lpstr>
      <vt:lpstr>Arial</vt:lpstr>
      <vt:lpstr>Bierstadt</vt:lpstr>
      <vt:lpstr>Calibri</vt:lpstr>
      <vt:lpstr>Cambria Math</vt:lpstr>
      <vt:lpstr>Symbol</vt:lpstr>
      <vt:lpstr>Times New Roman</vt:lpstr>
      <vt:lpstr>Wingdings</vt:lpstr>
      <vt:lpstr>Titelseite blau</vt:lpstr>
      <vt:lpstr>Titelseite weiß</vt:lpstr>
      <vt:lpstr>Kapitelseite blau</vt:lpstr>
      <vt:lpstr>Kapitelseite weiß</vt:lpstr>
      <vt:lpstr>Inhalt Folientitel zweizeilig</vt:lpstr>
      <vt:lpstr>Inhalt Folientitel einzeilig mit Untertitel</vt:lpstr>
      <vt:lpstr>Abschluss | </vt:lpstr>
      <vt:lpstr>PowerPoint Presentation</vt:lpstr>
      <vt:lpstr>Agenda</vt:lpstr>
      <vt:lpstr>Motivation and problem statement</vt:lpstr>
      <vt:lpstr>Motivation and problem statement</vt:lpstr>
      <vt:lpstr>Datasets</vt:lpstr>
      <vt:lpstr>Datasets</vt:lpstr>
      <vt:lpstr>PowerPoint Presentation</vt:lpstr>
      <vt:lpstr>Experimental Procedure overview</vt:lpstr>
      <vt:lpstr>PowerPoint Presentation</vt:lpstr>
      <vt:lpstr>Dataset Preprocessing</vt:lpstr>
      <vt:lpstr>Reverse Engineering</vt:lpstr>
      <vt:lpstr>Reverse Engineering</vt:lpstr>
      <vt:lpstr>Reverse engineering</vt:lpstr>
      <vt:lpstr>PowerPoint Presentation</vt:lpstr>
      <vt:lpstr>Feature Extraction</vt:lpstr>
      <vt:lpstr>PowerPoint Presentation</vt:lpstr>
      <vt:lpstr>Detection methods</vt:lpstr>
      <vt:lpstr>Anomaly Detection methods</vt:lpstr>
      <vt:lpstr>Anomaly Detection methods</vt:lpstr>
      <vt:lpstr>Anomaly Detection methods</vt:lpstr>
      <vt:lpstr>Anomaly Detection methods</vt:lpstr>
      <vt:lpstr>Anomaly Detection Method</vt:lpstr>
      <vt:lpstr>Anomaly Detection Method</vt:lpstr>
      <vt:lpstr>PowerPoint Presentation</vt:lpstr>
      <vt:lpstr>Evaluation Strategy  </vt:lpstr>
      <vt:lpstr>Evaluation Strategy  </vt:lpstr>
      <vt:lpstr>PowerPoint Presentation</vt:lpstr>
      <vt:lpstr>Results </vt:lpstr>
      <vt:lpstr>Results </vt:lpstr>
      <vt:lpstr>Results</vt:lpstr>
      <vt:lpstr>results</vt:lpstr>
      <vt:lpstr>PowerPoint Presentation</vt:lpstr>
      <vt:lpstr>Summary &amp; Conclusion</vt:lpstr>
      <vt:lpstr>Summary &amp; Conclusion</vt:lpstr>
      <vt:lpstr>Summary &amp; Conclusion</vt:lpstr>
      <vt:lpstr>PowerPoint Presentation</vt:lpstr>
      <vt:lpstr>PowerPoint Presentation</vt:lpstr>
      <vt:lpstr>Datasets </vt:lpstr>
      <vt:lpstr>Stacked Denoising Autoencoder</vt:lpstr>
      <vt:lpstr>Detection Methods</vt:lpstr>
      <vt:lpstr>Detection Methods </vt:lpstr>
      <vt:lpstr>Results</vt:lpstr>
      <vt:lpstr>Results</vt:lpstr>
      <vt:lpstr>Results</vt:lpstr>
      <vt:lpstr>Results</vt:lpstr>
      <vt:lpstr>Results</vt:lpstr>
      <vt:lpstr>Probabilities computation</vt:lpstr>
      <vt:lpstr>Probabilities computation</vt:lpstr>
      <vt:lpstr>Probabilities computation</vt:lpstr>
      <vt:lpstr>Resnet Statistical features</vt:lpstr>
      <vt:lpstr>S7comm Protocol structure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Dembowski</dc:creator>
  <cp:lastModifiedBy>عبدالعزيز صلاح محمد عبده نعمه الله</cp:lastModifiedBy>
  <cp:revision>41</cp:revision>
  <dcterms:created xsi:type="dcterms:W3CDTF">2026-02-03T14:08:00Z</dcterms:created>
  <dcterms:modified xsi:type="dcterms:W3CDTF">2026-02-04T11:59:50Z</dcterms:modified>
</cp:coreProperties>
</file>